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15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16.jpg"/><Relationship Id="rId8" Type="http://schemas.openxmlformats.org/officeDocument/2006/relationships/image" Target="../media/image17.jpg"/><Relationship Id="rId9" Type="http://schemas.openxmlformats.org/officeDocument/2006/relationships/image" Target="../media/image18.jpg"/><Relationship Id="rId10" Type="http://schemas.openxmlformats.org/officeDocument/2006/relationships/image" Target="../media/image14.jpg"/><Relationship Id="rId11" Type="http://schemas.openxmlformats.org/officeDocument/2006/relationships/image" Target="../media/image19.jpg"/><Relationship Id="rId12" Type="http://schemas.openxmlformats.org/officeDocument/2006/relationships/image" Target="../media/image20.jpg"/><Relationship Id="rId13" Type="http://schemas.openxmlformats.org/officeDocument/2006/relationships/image" Target="../media/image21.jpg"/><Relationship Id="rId14" Type="http://schemas.openxmlformats.org/officeDocument/2006/relationships/image" Target="../media/image22.jpg"/><Relationship Id="rId15" Type="http://schemas.openxmlformats.org/officeDocument/2006/relationships/image" Target="../media/image23.jpg"/><Relationship Id="rId16" Type="http://schemas.openxmlformats.org/officeDocument/2006/relationships/image" Target="../media/image24.jpg"/><Relationship Id="rId17" Type="http://schemas.openxmlformats.org/officeDocument/2006/relationships/image" Target="../media/image25.jpg"/><Relationship Id="rId18" Type="http://schemas.openxmlformats.org/officeDocument/2006/relationships/image" Target="../media/image26.jpg"/><Relationship Id="rId19" Type="http://schemas.openxmlformats.org/officeDocument/2006/relationships/image" Target="../media/image27.jpg"/><Relationship Id="rId20" Type="http://schemas.openxmlformats.org/officeDocument/2006/relationships/image" Target="../media/image28.jpg"/><Relationship Id="rId21" Type="http://schemas.openxmlformats.org/officeDocument/2006/relationships/image" Target="../media/image29.jpg"/><Relationship Id="rId22" Type="http://schemas.openxmlformats.org/officeDocument/2006/relationships/image" Target="../media/image30.jpg"/><Relationship Id="rId23" Type="http://schemas.openxmlformats.org/officeDocument/2006/relationships/image" Target="../media/image31.jpg"/><Relationship Id="rId24" Type="http://schemas.openxmlformats.org/officeDocument/2006/relationships/image" Target="../media/image32.jpg"/><Relationship Id="rId25" Type="http://schemas.openxmlformats.org/officeDocument/2006/relationships/image" Target="../media/image33.jpg"/><Relationship Id="rId26" Type="http://schemas.openxmlformats.org/officeDocument/2006/relationships/image" Target="../media/image34.jpg"/><Relationship Id="rId27" Type="http://schemas.openxmlformats.org/officeDocument/2006/relationships/image" Target="../media/image35.jpg"/><Relationship Id="rId28" Type="http://schemas.openxmlformats.org/officeDocument/2006/relationships/image" Target="../media/image36.jpg"/><Relationship Id="rId29" Type="http://schemas.openxmlformats.org/officeDocument/2006/relationships/image" Target="../media/image37.jpg"/><Relationship Id="rId30" Type="http://schemas.openxmlformats.org/officeDocument/2006/relationships/image" Target="../media/image38.jpg"/><Relationship Id="rId31" Type="http://schemas.openxmlformats.org/officeDocument/2006/relationships/image" Target="../media/image39.jpg"/><Relationship Id="rId32" Type="http://schemas.openxmlformats.org/officeDocument/2006/relationships/image" Target="../media/image40.jpg"/><Relationship Id="rId33" Type="http://schemas.openxmlformats.org/officeDocument/2006/relationships/image" Target="../media/image41.jpg"/><Relationship Id="rId34" Type="http://schemas.openxmlformats.org/officeDocument/2006/relationships/image" Target="../media/image8.jpg"/><Relationship Id="rId35" Type="http://schemas.openxmlformats.org/officeDocument/2006/relationships/image" Target="../media/image42.jpg"/><Relationship Id="rId36" Type="http://schemas.openxmlformats.org/officeDocument/2006/relationships/image" Target="../media/image43.jpg"/><Relationship Id="rId37" Type="http://schemas.openxmlformats.org/officeDocument/2006/relationships/image" Target="../media/image44.jpg"/><Relationship Id="rId38" Type="http://schemas.openxmlformats.org/officeDocument/2006/relationships/image" Target="../media/image4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6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4.jpg"/><Relationship Id="rId16" Type="http://schemas.openxmlformats.org/officeDocument/2006/relationships/image" Target="../media/image3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15.jpg"/><Relationship Id="rId8" Type="http://schemas.openxmlformats.org/officeDocument/2006/relationships/image" Target="../media/image7.jpg"/><Relationship Id="rId9" Type="http://schemas.openxmlformats.org/officeDocument/2006/relationships/image" Target="../media/image14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47.jpg"/><Relationship Id="rId16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6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14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4.jpg"/><Relationship Id="rId16" Type="http://schemas.openxmlformats.org/officeDocument/2006/relationships/image" Target="../media/image48.jpg"/><Relationship Id="rId17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6.jpg"/><Relationship Id="rId6" Type="http://schemas.openxmlformats.org/officeDocument/2006/relationships/image" Target="../media/image5.jpg"/><Relationship Id="rId7" Type="http://schemas.openxmlformats.org/officeDocument/2006/relationships/image" Target="../media/image15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16.jpg"/><Relationship Id="rId8" Type="http://schemas.openxmlformats.org/officeDocument/2006/relationships/image" Target="../media/image17.jpg"/><Relationship Id="rId9" Type="http://schemas.openxmlformats.org/officeDocument/2006/relationships/image" Target="../media/image18.jpg"/><Relationship Id="rId10" Type="http://schemas.openxmlformats.org/officeDocument/2006/relationships/image" Target="../media/image14.jpg"/><Relationship Id="rId11" Type="http://schemas.openxmlformats.org/officeDocument/2006/relationships/image" Target="../media/image19.jpg"/><Relationship Id="rId12" Type="http://schemas.openxmlformats.org/officeDocument/2006/relationships/image" Target="../media/image20.jpg"/><Relationship Id="rId13" Type="http://schemas.openxmlformats.org/officeDocument/2006/relationships/image" Target="../media/image21.jpg"/><Relationship Id="rId14" Type="http://schemas.openxmlformats.org/officeDocument/2006/relationships/image" Target="../media/image49.jpg"/><Relationship Id="rId15" Type="http://schemas.openxmlformats.org/officeDocument/2006/relationships/image" Target="../media/image50.jpg"/><Relationship Id="rId16" Type="http://schemas.openxmlformats.org/officeDocument/2006/relationships/image" Target="../media/image24.jpg"/><Relationship Id="rId17" Type="http://schemas.openxmlformats.org/officeDocument/2006/relationships/image" Target="../media/image26.jpg"/><Relationship Id="rId18" Type="http://schemas.openxmlformats.org/officeDocument/2006/relationships/image" Target="../media/image22.jpg"/><Relationship Id="rId19" Type="http://schemas.openxmlformats.org/officeDocument/2006/relationships/image" Target="../media/image27.jpg"/><Relationship Id="rId20" Type="http://schemas.openxmlformats.org/officeDocument/2006/relationships/image" Target="../media/image28.jpg"/><Relationship Id="rId21" Type="http://schemas.openxmlformats.org/officeDocument/2006/relationships/image" Target="../media/image29.jpg"/><Relationship Id="rId22" Type="http://schemas.openxmlformats.org/officeDocument/2006/relationships/image" Target="../media/image30.jpg"/><Relationship Id="rId23" Type="http://schemas.openxmlformats.org/officeDocument/2006/relationships/image" Target="../media/image31.jpg"/><Relationship Id="rId24" Type="http://schemas.openxmlformats.org/officeDocument/2006/relationships/image" Target="../media/image32.jpg"/><Relationship Id="rId25" Type="http://schemas.openxmlformats.org/officeDocument/2006/relationships/image" Target="../media/image33.jpg"/><Relationship Id="rId26" Type="http://schemas.openxmlformats.org/officeDocument/2006/relationships/image" Target="../media/image34.jpg"/><Relationship Id="rId27" Type="http://schemas.openxmlformats.org/officeDocument/2006/relationships/image" Target="../media/image35.jpg"/><Relationship Id="rId28" Type="http://schemas.openxmlformats.org/officeDocument/2006/relationships/image" Target="../media/image36.jpg"/><Relationship Id="rId29" Type="http://schemas.openxmlformats.org/officeDocument/2006/relationships/image" Target="../media/image37.jpg"/><Relationship Id="rId30" Type="http://schemas.openxmlformats.org/officeDocument/2006/relationships/image" Target="../media/image38.jpg"/><Relationship Id="rId31" Type="http://schemas.openxmlformats.org/officeDocument/2006/relationships/image" Target="../media/image39.jpg"/><Relationship Id="rId32" Type="http://schemas.openxmlformats.org/officeDocument/2006/relationships/image" Target="../media/image40.jpg"/><Relationship Id="rId33" Type="http://schemas.openxmlformats.org/officeDocument/2006/relationships/image" Target="../media/image41.jpg"/><Relationship Id="rId34" Type="http://schemas.openxmlformats.org/officeDocument/2006/relationships/image" Target="../media/image8.jpg"/><Relationship Id="rId35" Type="http://schemas.openxmlformats.org/officeDocument/2006/relationships/image" Target="../media/image42.jpg"/><Relationship Id="rId36" Type="http://schemas.openxmlformats.org/officeDocument/2006/relationships/image" Target="../media/image43.jpg"/><Relationship Id="rId37" Type="http://schemas.openxmlformats.org/officeDocument/2006/relationships/image" Target="../media/image44.jpg"/><Relationship Id="rId38" Type="http://schemas.openxmlformats.org/officeDocument/2006/relationships/image" Target="../media/image4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15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Relationship Id="rId9" Type="http://schemas.openxmlformats.org/officeDocument/2006/relationships/image" Target="../media/image12.jpg"/><Relationship Id="rId10" Type="http://schemas.openxmlformats.org/officeDocument/2006/relationships/image" Target="../media/image13.jpg"/><Relationship Id="rId11" Type="http://schemas.openxmlformats.org/officeDocument/2006/relationships/image" Target="../media/image51.jpg"/><Relationship Id="rId12" Type="http://schemas.openxmlformats.org/officeDocument/2006/relationships/image" Target="../media/image4.jpg"/><Relationship Id="rId13" Type="http://schemas.openxmlformats.org/officeDocument/2006/relationships/image" Target="../media/image5.jpg"/><Relationship Id="rId14" Type="http://schemas.openxmlformats.org/officeDocument/2006/relationships/image" Target="../media/image6.jpg"/><Relationship Id="rId15" Type="http://schemas.openxmlformats.org/officeDocument/2006/relationships/image" Target="../media/image7.jpg"/><Relationship Id="rId16" Type="http://schemas.openxmlformats.org/officeDocument/2006/relationships/image" Target="../media/image8.jpg"/><Relationship Id="rId17" Type="http://schemas.openxmlformats.org/officeDocument/2006/relationships/image" Target="../media/image5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10.jpg"/><Relationship Id="rId10" Type="http://schemas.openxmlformats.org/officeDocument/2006/relationships/image" Target="../media/image53.jpg"/><Relationship Id="rId11" Type="http://schemas.openxmlformats.org/officeDocument/2006/relationships/image" Target="../media/image8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5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10.jpg"/><Relationship Id="rId10" Type="http://schemas.openxmlformats.org/officeDocument/2006/relationships/image" Target="../media/image53.jpg"/><Relationship Id="rId11" Type="http://schemas.openxmlformats.org/officeDocument/2006/relationships/image" Target="../media/image14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5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56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4.jpg"/><Relationship Id="rId16" Type="http://schemas.openxmlformats.org/officeDocument/2006/relationships/image" Target="../media/image15.jpg"/><Relationship Id="rId17" Type="http://schemas.openxmlformats.org/officeDocument/2006/relationships/image" Target="../media/image3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15.jpg"/><Relationship Id="rId8" Type="http://schemas.openxmlformats.org/officeDocument/2006/relationships/image" Target="../media/image47.jpg"/><Relationship Id="rId9" Type="http://schemas.openxmlformats.org/officeDocument/2006/relationships/image" Target="../media/image7.jpg"/><Relationship Id="rId10" Type="http://schemas.openxmlformats.org/officeDocument/2006/relationships/image" Target="../media/image14.jpg"/><Relationship Id="rId11" Type="http://schemas.openxmlformats.org/officeDocument/2006/relationships/image" Target="../media/image9.jpg"/><Relationship Id="rId12" Type="http://schemas.openxmlformats.org/officeDocument/2006/relationships/image" Target="../media/image10.jpg"/><Relationship Id="rId13" Type="http://schemas.openxmlformats.org/officeDocument/2006/relationships/image" Target="../media/image11.jpg"/><Relationship Id="rId14" Type="http://schemas.openxmlformats.org/officeDocument/2006/relationships/image" Target="../media/image12.jpg"/><Relationship Id="rId15" Type="http://schemas.openxmlformats.org/officeDocument/2006/relationships/image" Target="../media/image13.jpg"/><Relationship Id="rId16" Type="http://schemas.openxmlformats.org/officeDocument/2006/relationships/image" Target="../media/image6.jpg"/><Relationship Id="rId17" Type="http://schemas.openxmlformats.org/officeDocument/2006/relationships/image" Target="../media/image57.jpg"/><Relationship Id="rId18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3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46.jpg"/><Relationship Id="rId16" Type="http://schemas.openxmlformats.org/officeDocument/2006/relationships/image" Target="../media/image3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6.jpg"/><Relationship Id="rId6" Type="http://schemas.openxmlformats.org/officeDocument/2006/relationships/image" Target="../media/image5.jpg"/><Relationship Id="rId7" Type="http://schemas.openxmlformats.org/officeDocument/2006/relationships/image" Target="../media/image15.jpg"/><Relationship Id="rId8" Type="http://schemas.openxmlformats.org/officeDocument/2006/relationships/image" Target="../media/image7.jpg"/><Relationship Id="rId9" Type="http://schemas.openxmlformats.org/officeDocument/2006/relationships/image" Target="../media/image14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51.jpg"/><Relationship Id="rId16" Type="http://schemas.openxmlformats.org/officeDocument/2006/relationships/image" Target="../media/image4.jpg"/><Relationship Id="rId17" Type="http://schemas.openxmlformats.org/officeDocument/2006/relationships/image" Target="../media/image6.jpg"/><Relationship Id="rId18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10.jpg"/><Relationship Id="rId10" Type="http://schemas.openxmlformats.org/officeDocument/2006/relationships/image" Target="../media/image53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Relationship Id="rId13" Type="http://schemas.openxmlformats.org/officeDocument/2006/relationships/image" Target="../media/image13.jpg"/><Relationship Id="rId14" Type="http://schemas.openxmlformats.org/officeDocument/2006/relationships/image" Target="../media/image48.jpg"/><Relationship Id="rId15" Type="http://schemas.openxmlformats.org/officeDocument/2006/relationships/image" Target="../media/image14.jpg"/><Relationship Id="rId16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14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5.jpg"/><Relationship Id="rId16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37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4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6.jpg"/><Relationship Id="rId6" Type="http://schemas.openxmlformats.org/officeDocument/2006/relationships/image" Target="../media/image5.jpg"/><Relationship Id="rId7" Type="http://schemas.openxmlformats.org/officeDocument/2006/relationships/image" Target="../media/image15.jpg"/><Relationship Id="rId8" Type="http://schemas.openxmlformats.org/officeDocument/2006/relationships/image" Target="../media/image47.jpg"/><Relationship Id="rId9" Type="http://schemas.openxmlformats.org/officeDocument/2006/relationships/image" Target="../media/image7.jpg"/><Relationship Id="rId10" Type="http://schemas.openxmlformats.org/officeDocument/2006/relationships/image" Target="../media/image8.jpg"/><Relationship Id="rId11" Type="http://schemas.openxmlformats.org/officeDocument/2006/relationships/image" Target="../media/image9.jpg"/><Relationship Id="rId12" Type="http://schemas.openxmlformats.org/officeDocument/2006/relationships/image" Target="../media/image10.jpg"/><Relationship Id="rId13" Type="http://schemas.openxmlformats.org/officeDocument/2006/relationships/image" Target="../media/image11.jpg"/><Relationship Id="rId14" Type="http://schemas.openxmlformats.org/officeDocument/2006/relationships/image" Target="../media/image12.jpg"/><Relationship Id="rId15" Type="http://schemas.openxmlformats.org/officeDocument/2006/relationships/image" Target="../media/image13.jpg"/><Relationship Id="rId16" Type="http://schemas.openxmlformats.org/officeDocument/2006/relationships/image" Target="../media/image48.jpg"/><Relationship Id="rId17" Type="http://schemas.openxmlformats.org/officeDocument/2006/relationships/image" Target="../media/image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56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14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51.jpg"/><Relationship Id="rId16" Type="http://schemas.openxmlformats.org/officeDocument/2006/relationships/image" Target="../media/image46.jpg"/><Relationship Id="rId17" Type="http://schemas.openxmlformats.org/officeDocument/2006/relationships/image" Target="../media/image8.jpg"/><Relationship Id="rId18" Type="http://schemas.openxmlformats.org/officeDocument/2006/relationships/image" Target="../media/image4.jpg"/><Relationship Id="rId19" Type="http://schemas.openxmlformats.org/officeDocument/2006/relationships/image" Target="../media/image37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1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15.jpg"/><Relationship Id="rId8" Type="http://schemas.openxmlformats.org/officeDocument/2006/relationships/image" Target="../media/image7.jpg"/><Relationship Id="rId9" Type="http://schemas.openxmlformats.org/officeDocument/2006/relationships/image" Target="../media/image14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57.jpg"/><Relationship Id="rId16" Type="http://schemas.openxmlformats.org/officeDocument/2006/relationships/image" Target="../media/image6.jpg"/><Relationship Id="rId17" Type="http://schemas.openxmlformats.org/officeDocument/2006/relationships/image" Target="../media/image52.jpg"/><Relationship Id="rId18" Type="http://schemas.openxmlformats.org/officeDocument/2006/relationships/image" Target="../media/image46.jpg"/><Relationship Id="rId19" Type="http://schemas.openxmlformats.org/officeDocument/2006/relationships/image" Target="../media/image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37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5.jpg"/><Relationship Id="rId16" Type="http://schemas.openxmlformats.org/officeDocument/2006/relationships/image" Target="../media/image1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56.jpg"/><Relationship Id="rId6" Type="http://schemas.openxmlformats.org/officeDocument/2006/relationships/image" Target="../media/image5.jpg"/><Relationship Id="rId7" Type="http://schemas.openxmlformats.org/officeDocument/2006/relationships/image" Target="../media/image15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43.jpg"/><Relationship Id="rId16" Type="http://schemas.openxmlformats.org/officeDocument/2006/relationships/image" Target="../media/image6.jpg"/><Relationship Id="rId17" Type="http://schemas.openxmlformats.org/officeDocument/2006/relationships/image" Target="../media/image1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3.jpg"/><Relationship Id="rId6" Type="http://schemas.openxmlformats.org/officeDocument/2006/relationships/image" Target="../media/image5.jpg"/><Relationship Id="rId7" Type="http://schemas.openxmlformats.org/officeDocument/2006/relationships/image" Target="../media/image15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48.jpg"/><Relationship Id="rId16" Type="http://schemas.openxmlformats.org/officeDocument/2006/relationships/image" Target="../media/image57.jpg"/><Relationship Id="rId17" Type="http://schemas.openxmlformats.org/officeDocument/2006/relationships/image" Target="../media/image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37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14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5.jpg"/><Relationship Id="rId16" Type="http://schemas.openxmlformats.org/officeDocument/2006/relationships/image" Target="../media/image8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8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14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7905" y="-79557"/>
            <a:ext cx="23328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>
                <a:latin typeface="Times-Bold"/>
              </a:rPr>
              <a:t>H165303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7905" y="-79557"/>
            <a:ext cx="2332800" cy="6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" name="Picture 3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79" y="4753687"/>
            <a:ext cx="3682082" cy="17394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17758" y="7027521"/>
            <a:ext cx="691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-Bold"/>
              </a:rPr>
              <a:t>CCNc1c(C#N)ccc(-c2nc(=O)c3ccccc3o2)c1O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17758" y="7027521"/>
            <a:ext cx="6912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571698" y="225216"/>
            <a:ext cx="4147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-Bold"/>
              </a:rPr>
              <a:t>Reaction route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1698" y="225216"/>
            <a:ext cx="41472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74227" y="590885"/>
            <a:ext cx="19008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-Bold"/>
              </a:rPr>
              <a:t>route #id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227" y="590885"/>
            <a:ext cx="1900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301986" y="590885"/>
            <a:ext cx="19008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Times-Bold"/>
              </a:rPr>
              <a:t>reactions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1986" y="590885"/>
            <a:ext cx="1900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28900" y="956607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8900" y="956607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630949" y="956607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0949" y="956607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32998" y="956607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2998" y="956607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35046" y="956607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5046" y="956607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37095" y="956607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7095" y="956607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39144" y="956607"/>
            <a:ext cx="246857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9144" y="956607"/>
            <a:ext cx="246857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37095" y="1101714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7095" y="1101714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35046" y="1101714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5046" y="1101714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932998" y="1101714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2998" y="1101714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26851" y="1246820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26851" y="1246820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875827" y="1246820"/>
            <a:ext cx="246857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75827" y="1246820"/>
            <a:ext cx="246857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537095" y="1391927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37095" y="1391927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37095" y="1537034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7095" y="1537034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537095" y="1682140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37095" y="1682140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573778" y="1827247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3778" y="1827247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932998" y="1972354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32998" y="1972354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271729" y="2117461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31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71729" y="2117461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969681" y="2262567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32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69681" y="2262567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667632" y="2407674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33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7632" y="2407674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365583" y="2552781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34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65583" y="2552781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932998" y="2697887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35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32998" y="2697887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630949" y="2697887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36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30949" y="2697887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537095" y="2842994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37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37095" y="2842994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630949" y="2988101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38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30949" y="2988101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630949" y="3133207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39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30949" y="3133207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630949" y="3278314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40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0949" y="3278314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630949" y="3423421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41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30949" y="3423421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7537095" y="3568527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42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37095" y="3568527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3962952" y="3713634"/>
            <a:ext cx="411428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4-2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62952" y="3713634"/>
            <a:ext cx="411428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3560321" y="3713634"/>
            <a:ext cx="411428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8-5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60321" y="3713634"/>
            <a:ext cx="411428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3006666" y="3713634"/>
            <a:ext cx="493714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16-9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06666" y="3713634"/>
            <a:ext cx="493714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2301986" y="3858741"/>
            <a:ext cx="575999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45-43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01986" y="3858741"/>
            <a:ext cx="575999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pSp>
        <p:nvGrpSpPr>
          <p:cNvPr id="80" name="Group 79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77" name="Straight Connector 76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Straight Connector 77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Straight Connector 78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81" name="Straight Connector 80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Straight Connector 81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Straight Connector 82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7103275" y="1065484"/>
            <a:ext cx="121703" cy="145106"/>
            <a:chOff x="7103275" y="1065484"/>
            <a:chExt cx="121703" cy="145106"/>
          </a:xfrm>
        </p:grpSpPr>
        <p:sp>
          <p:nvSpPr>
            <p:cNvPr id="85" name="Straight Connector 84"/>
            <p:cNvSpPr/>
            <p:nvPr/>
          </p:nvSpPr>
          <p:spPr>
            <a:xfrm>
              <a:off x="7103275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Straight Connector 85"/>
            <p:cNvSpPr/>
            <p:nvPr/>
          </p:nvSpPr>
          <p:spPr>
            <a:xfrm>
              <a:off x="7171344" y="1065484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Straight Connector 86"/>
            <p:cNvSpPr/>
            <p:nvPr/>
          </p:nvSpPr>
          <p:spPr>
            <a:xfrm>
              <a:off x="7120989" y="1065484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5865759" y="1065484"/>
            <a:ext cx="1539565" cy="299786"/>
            <a:chOff x="5865759" y="1065484"/>
            <a:chExt cx="1539565" cy="299786"/>
          </a:xfrm>
        </p:grpSpPr>
        <p:sp>
          <p:nvSpPr>
            <p:cNvPr id="89" name="Straight Connector 88"/>
            <p:cNvSpPr/>
            <p:nvPr/>
          </p:nvSpPr>
          <p:spPr>
            <a:xfrm>
              <a:off x="5865759" y="1065484"/>
              <a:ext cx="1539565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Straight Connector 89"/>
            <p:cNvSpPr/>
            <p:nvPr/>
          </p:nvSpPr>
          <p:spPr>
            <a:xfrm>
              <a:off x="5865759" y="1300687"/>
              <a:ext cx="114432" cy="550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Straight Connector 90"/>
            <p:cNvSpPr/>
            <p:nvPr/>
          </p:nvSpPr>
          <p:spPr>
            <a:xfrm flipV="1">
              <a:off x="5865759" y="1355697"/>
              <a:ext cx="126606" cy="9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5973551" y="1051969"/>
            <a:ext cx="1855524" cy="303728"/>
            <a:chOff x="5973551" y="1051969"/>
            <a:chExt cx="1855524" cy="303728"/>
          </a:xfrm>
        </p:grpSpPr>
        <p:sp>
          <p:nvSpPr>
            <p:cNvPr id="93" name="Straight Connector 92"/>
            <p:cNvSpPr/>
            <p:nvPr/>
          </p:nvSpPr>
          <p:spPr>
            <a:xfrm>
              <a:off x="5973551" y="1065484"/>
              <a:ext cx="1855524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Straight Connector 93"/>
            <p:cNvSpPr/>
            <p:nvPr/>
          </p:nvSpPr>
          <p:spPr>
            <a:xfrm>
              <a:off x="7712984" y="1065484"/>
              <a:ext cx="116091" cy="514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Straight Connector 94"/>
            <p:cNvSpPr/>
            <p:nvPr/>
          </p:nvSpPr>
          <p:spPr>
            <a:xfrm flipV="1">
              <a:off x="7702828" y="1051969"/>
              <a:ext cx="126247" cy="1351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97" name="Straight Connector 96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Straight Connector 97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Straight Connector 98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6800287" y="1032623"/>
            <a:ext cx="122642" cy="65721"/>
            <a:chOff x="6800287" y="1032623"/>
            <a:chExt cx="122642" cy="65721"/>
          </a:xfrm>
        </p:grpSpPr>
        <p:sp>
          <p:nvSpPr>
            <p:cNvPr id="101" name="Straight Connector 100"/>
            <p:cNvSpPr/>
            <p:nvPr/>
          </p:nvSpPr>
          <p:spPr>
            <a:xfrm>
              <a:off x="6801226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traight Connector 101"/>
            <p:cNvSpPr/>
            <p:nvPr/>
          </p:nvSpPr>
          <p:spPr>
            <a:xfrm>
              <a:off x="6800287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Straight Connector 102"/>
            <p:cNvSpPr/>
            <p:nvPr/>
          </p:nvSpPr>
          <p:spPr>
            <a:xfrm flipV="1">
              <a:off x="6800287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7102336" y="1032623"/>
            <a:ext cx="122642" cy="65721"/>
            <a:chOff x="7102336" y="1032623"/>
            <a:chExt cx="122642" cy="65721"/>
          </a:xfrm>
        </p:grpSpPr>
        <p:sp>
          <p:nvSpPr>
            <p:cNvPr id="105" name="Straight Connector 104"/>
            <p:cNvSpPr/>
            <p:nvPr/>
          </p:nvSpPr>
          <p:spPr>
            <a:xfrm>
              <a:off x="7103275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Straight Connector 105"/>
            <p:cNvSpPr/>
            <p:nvPr/>
          </p:nvSpPr>
          <p:spPr>
            <a:xfrm>
              <a:off x="7102336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Straight Connector 106"/>
            <p:cNvSpPr/>
            <p:nvPr/>
          </p:nvSpPr>
          <p:spPr>
            <a:xfrm flipV="1">
              <a:off x="7102336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5865759" y="1065484"/>
            <a:ext cx="1539565" cy="299786"/>
            <a:chOff x="5865759" y="1065484"/>
            <a:chExt cx="1539565" cy="299786"/>
          </a:xfrm>
        </p:grpSpPr>
        <p:sp>
          <p:nvSpPr>
            <p:cNvPr id="109" name="Straight Connector 108"/>
            <p:cNvSpPr/>
            <p:nvPr/>
          </p:nvSpPr>
          <p:spPr>
            <a:xfrm>
              <a:off x="5865759" y="1065484"/>
              <a:ext cx="1539565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Straight Connector 109"/>
            <p:cNvSpPr/>
            <p:nvPr/>
          </p:nvSpPr>
          <p:spPr>
            <a:xfrm>
              <a:off x="5865759" y="1300687"/>
              <a:ext cx="114432" cy="550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Straight Connector 110"/>
            <p:cNvSpPr/>
            <p:nvPr/>
          </p:nvSpPr>
          <p:spPr>
            <a:xfrm flipV="1">
              <a:off x="5865759" y="1355697"/>
              <a:ext cx="126606" cy="9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5973551" y="1051969"/>
            <a:ext cx="1855524" cy="303728"/>
            <a:chOff x="5973551" y="1051969"/>
            <a:chExt cx="1855524" cy="303728"/>
          </a:xfrm>
        </p:grpSpPr>
        <p:sp>
          <p:nvSpPr>
            <p:cNvPr id="113" name="Straight Connector 112"/>
            <p:cNvSpPr/>
            <p:nvPr/>
          </p:nvSpPr>
          <p:spPr>
            <a:xfrm>
              <a:off x="5973551" y="1065484"/>
              <a:ext cx="1855524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Straight Connector 113"/>
            <p:cNvSpPr/>
            <p:nvPr/>
          </p:nvSpPr>
          <p:spPr>
            <a:xfrm>
              <a:off x="7712984" y="1065484"/>
              <a:ext cx="116091" cy="514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Straight Connector 114"/>
            <p:cNvSpPr/>
            <p:nvPr/>
          </p:nvSpPr>
          <p:spPr>
            <a:xfrm flipV="1">
              <a:off x="7702828" y="1051969"/>
              <a:ext cx="126247" cy="1351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117" name="Straight Connector 116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Straight Connector 117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Straight Connector 118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" name="Group 123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121" name="Straight Connector 120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Straight Connector 121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Straight Connector 122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7102336" y="1177730"/>
            <a:ext cx="122642" cy="65720"/>
            <a:chOff x="7102336" y="1177730"/>
            <a:chExt cx="122642" cy="65720"/>
          </a:xfrm>
        </p:grpSpPr>
        <p:sp>
          <p:nvSpPr>
            <p:cNvPr id="125" name="Straight Connector 124"/>
            <p:cNvSpPr/>
            <p:nvPr/>
          </p:nvSpPr>
          <p:spPr>
            <a:xfrm>
              <a:off x="7103275" y="1210590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Straight Connector 125"/>
            <p:cNvSpPr/>
            <p:nvPr/>
          </p:nvSpPr>
          <p:spPr>
            <a:xfrm>
              <a:off x="7102336" y="121059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Straight Connector 126"/>
            <p:cNvSpPr/>
            <p:nvPr/>
          </p:nvSpPr>
          <p:spPr>
            <a:xfrm flipV="1">
              <a:off x="7102336" y="117773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5865759" y="1210590"/>
            <a:ext cx="1539565" cy="166314"/>
            <a:chOff x="5865759" y="1210590"/>
            <a:chExt cx="1539565" cy="166314"/>
          </a:xfrm>
        </p:grpSpPr>
        <p:sp>
          <p:nvSpPr>
            <p:cNvPr id="129" name="Straight Connector 128"/>
            <p:cNvSpPr/>
            <p:nvPr/>
          </p:nvSpPr>
          <p:spPr>
            <a:xfrm>
              <a:off x="5865759" y="1210590"/>
              <a:ext cx="1539565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Straight Connector 129"/>
            <p:cNvSpPr/>
            <p:nvPr/>
          </p:nvSpPr>
          <p:spPr>
            <a:xfrm>
              <a:off x="5865759" y="1311473"/>
              <a:ext cx="119017" cy="4422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Straight Connector 130"/>
            <p:cNvSpPr/>
            <p:nvPr/>
          </p:nvSpPr>
          <p:spPr>
            <a:xfrm flipV="1">
              <a:off x="5865759" y="1355697"/>
              <a:ext cx="125184" cy="2120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6" name="Group 135"/>
          <p:cNvGrpSpPr/>
          <p:nvPr/>
        </p:nvGrpSpPr>
        <p:grpSpPr>
          <a:xfrm>
            <a:off x="5973551" y="1051969"/>
            <a:ext cx="1855524" cy="303728"/>
            <a:chOff x="5973551" y="1051969"/>
            <a:chExt cx="1855524" cy="303728"/>
          </a:xfrm>
        </p:grpSpPr>
        <p:sp>
          <p:nvSpPr>
            <p:cNvPr id="133" name="Straight Connector 132"/>
            <p:cNvSpPr/>
            <p:nvPr/>
          </p:nvSpPr>
          <p:spPr>
            <a:xfrm>
              <a:off x="5973551" y="1065484"/>
              <a:ext cx="1855524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Straight Connector 133"/>
            <p:cNvSpPr/>
            <p:nvPr/>
          </p:nvSpPr>
          <p:spPr>
            <a:xfrm>
              <a:off x="7712984" y="1065484"/>
              <a:ext cx="116091" cy="514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Straight Connector 134"/>
            <p:cNvSpPr/>
            <p:nvPr/>
          </p:nvSpPr>
          <p:spPr>
            <a:xfrm flipV="1">
              <a:off x="7702828" y="1051969"/>
              <a:ext cx="126247" cy="1351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2291918" y="3822511"/>
            <a:ext cx="1005899" cy="160120"/>
            <a:chOff x="2291918" y="3822511"/>
            <a:chExt cx="1005899" cy="160120"/>
          </a:xfrm>
        </p:grpSpPr>
        <p:sp>
          <p:nvSpPr>
            <p:cNvPr id="137" name="Straight Connector 136"/>
            <p:cNvSpPr/>
            <p:nvPr/>
          </p:nvSpPr>
          <p:spPr>
            <a:xfrm>
              <a:off x="2291918" y="3822511"/>
              <a:ext cx="1005899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Straight Connector 137"/>
            <p:cNvSpPr/>
            <p:nvPr/>
          </p:nvSpPr>
          <p:spPr>
            <a:xfrm>
              <a:off x="2291918" y="3917583"/>
              <a:ext cx="116693" cy="5003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Straight Connector 138"/>
            <p:cNvSpPr/>
            <p:nvPr/>
          </p:nvSpPr>
          <p:spPr>
            <a:xfrm flipV="1">
              <a:off x="2291918" y="3967618"/>
              <a:ext cx="126077" cy="150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4" name="Group 143"/>
          <p:cNvGrpSpPr/>
          <p:nvPr/>
        </p:nvGrpSpPr>
        <p:grpSpPr>
          <a:xfrm>
            <a:off x="2665690" y="3803595"/>
            <a:ext cx="1287193" cy="164022"/>
            <a:chOff x="2665690" y="3803595"/>
            <a:chExt cx="1287193" cy="164022"/>
          </a:xfrm>
        </p:grpSpPr>
        <p:sp>
          <p:nvSpPr>
            <p:cNvPr id="141" name="Straight Connector 140"/>
            <p:cNvSpPr/>
            <p:nvPr/>
          </p:nvSpPr>
          <p:spPr>
            <a:xfrm>
              <a:off x="2665690" y="3822511"/>
              <a:ext cx="128719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Straight Connector 141"/>
            <p:cNvSpPr/>
            <p:nvPr/>
          </p:nvSpPr>
          <p:spPr>
            <a:xfrm>
              <a:off x="3834694" y="3822511"/>
              <a:ext cx="118189" cy="4639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Straight Connector 142"/>
            <p:cNvSpPr/>
            <p:nvPr/>
          </p:nvSpPr>
          <p:spPr>
            <a:xfrm flipV="1">
              <a:off x="3827332" y="3803595"/>
              <a:ext cx="125551" cy="189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8" name="Group 147"/>
          <p:cNvGrpSpPr/>
          <p:nvPr/>
        </p:nvGrpSpPr>
        <p:grpSpPr>
          <a:xfrm>
            <a:off x="4181550" y="1355697"/>
            <a:ext cx="1684208" cy="2466813"/>
            <a:chOff x="4181550" y="1355697"/>
            <a:chExt cx="1684208" cy="2466813"/>
          </a:xfrm>
        </p:grpSpPr>
        <p:sp>
          <p:nvSpPr>
            <p:cNvPr id="145" name="Straight Connector 144"/>
            <p:cNvSpPr/>
            <p:nvPr/>
          </p:nvSpPr>
          <p:spPr>
            <a:xfrm>
              <a:off x="4181550" y="1355697"/>
              <a:ext cx="1684208" cy="24668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Straight Connector 145"/>
            <p:cNvSpPr/>
            <p:nvPr/>
          </p:nvSpPr>
          <p:spPr>
            <a:xfrm>
              <a:off x="5823744" y="1355697"/>
              <a:ext cx="42014" cy="1198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Straight Connector 146"/>
            <p:cNvSpPr/>
            <p:nvPr/>
          </p:nvSpPr>
          <p:spPr>
            <a:xfrm>
              <a:off x="5769467" y="1355697"/>
              <a:ext cx="96291" cy="8275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5973551" y="1051969"/>
            <a:ext cx="1855524" cy="303728"/>
            <a:chOff x="5973551" y="1051969"/>
            <a:chExt cx="1855524" cy="303728"/>
          </a:xfrm>
        </p:grpSpPr>
        <p:sp>
          <p:nvSpPr>
            <p:cNvPr id="149" name="Straight Connector 148"/>
            <p:cNvSpPr/>
            <p:nvPr/>
          </p:nvSpPr>
          <p:spPr>
            <a:xfrm>
              <a:off x="5973551" y="1065484"/>
              <a:ext cx="1855524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Straight Connector 149"/>
            <p:cNvSpPr/>
            <p:nvPr/>
          </p:nvSpPr>
          <p:spPr>
            <a:xfrm>
              <a:off x="7712984" y="1065484"/>
              <a:ext cx="116091" cy="514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Straight Connector 150"/>
            <p:cNvSpPr/>
            <p:nvPr/>
          </p:nvSpPr>
          <p:spPr>
            <a:xfrm flipV="1">
              <a:off x="7702828" y="1051969"/>
              <a:ext cx="126247" cy="1351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6" name="Group 15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153" name="Straight Connector 15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Straight Connector 15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Straight Connector 15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0" name="Group 159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157" name="Straight Connector 156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Straight Connector 157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Straight Connector 158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4" name="Group 163"/>
          <p:cNvGrpSpPr/>
          <p:nvPr/>
        </p:nvGrpSpPr>
        <p:grpSpPr>
          <a:xfrm>
            <a:off x="7103275" y="1065484"/>
            <a:ext cx="121703" cy="145106"/>
            <a:chOff x="7103275" y="1065484"/>
            <a:chExt cx="121703" cy="145106"/>
          </a:xfrm>
        </p:grpSpPr>
        <p:sp>
          <p:nvSpPr>
            <p:cNvPr id="161" name="Straight Connector 160"/>
            <p:cNvSpPr/>
            <p:nvPr/>
          </p:nvSpPr>
          <p:spPr>
            <a:xfrm>
              <a:off x="7103275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Straight Connector 161"/>
            <p:cNvSpPr/>
            <p:nvPr/>
          </p:nvSpPr>
          <p:spPr>
            <a:xfrm>
              <a:off x="7171344" y="1065484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Straight Connector 162"/>
            <p:cNvSpPr/>
            <p:nvPr/>
          </p:nvSpPr>
          <p:spPr>
            <a:xfrm>
              <a:off x="7120989" y="1065484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8" name="Group 167"/>
          <p:cNvGrpSpPr/>
          <p:nvPr/>
        </p:nvGrpSpPr>
        <p:grpSpPr>
          <a:xfrm>
            <a:off x="5261661" y="1065484"/>
            <a:ext cx="2143662" cy="1160853"/>
            <a:chOff x="5261661" y="1065484"/>
            <a:chExt cx="2143662" cy="1160853"/>
          </a:xfrm>
        </p:grpSpPr>
        <p:sp>
          <p:nvSpPr>
            <p:cNvPr id="165" name="Straight Connector 164"/>
            <p:cNvSpPr/>
            <p:nvPr/>
          </p:nvSpPr>
          <p:spPr>
            <a:xfrm>
              <a:off x="5261661" y="1065484"/>
              <a:ext cx="2143662" cy="116085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Straight Connector 165"/>
            <p:cNvSpPr/>
            <p:nvPr/>
          </p:nvSpPr>
          <p:spPr>
            <a:xfrm>
              <a:off x="5261661" y="2139040"/>
              <a:ext cx="92196" cy="8729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Straight Connector 166"/>
            <p:cNvSpPr/>
            <p:nvPr/>
          </p:nvSpPr>
          <p:spPr>
            <a:xfrm>
              <a:off x="5261661" y="2196832"/>
              <a:ext cx="123492" cy="2950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2" name="Group 171"/>
          <p:cNvGrpSpPr/>
          <p:nvPr/>
        </p:nvGrpSpPr>
        <p:grpSpPr>
          <a:xfrm>
            <a:off x="5442007" y="1065484"/>
            <a:ext cx="2387068" cy="1160853"/>
            <a:chOff x="5442007" y="1065484"/>
            <a:chExt cx="2387068" cy="1160853"/>
          </a:xfrm>
        </p:grpSpPr>
        <p:sp>
          <p:nvSpPr>
            <p:cNvPr id="169" name="Straight Connector 168"/>
            <p:cNvSpPr/>
            <p:nvPr/>
          </p:nvSpPr>
          <p:spPr>
            <a:xfrm>
              <a:off x="5442007" y="1065484"/>
              <a:ext cx="2387068" cy="116085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Straight Connector 169"/>
            <p:cNvSpPr/>
            <p:nvPr/>
          </p:nvSpPr>
          <p:spPr>
            <a:xfrm>
              <a:off x="7733155" y="1065484"/>
              <a:ext cx="95920" cy="8318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Straight Connector 170"/>
            <p:cNvSpPr/>
            <p:nvPr/>
          </p:nvSpPr>
          <p:spPr>
            <a:xfrm>
              <a:off x="7704412" y="1065484"/>
              <a:ext cx="124663" cy="24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6" name="Group 17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173" name="Straight Connector 17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Straight Connector 17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Straight Connector 17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0" name="Group 179"/>
          <p:cNvGrpSpPr/>
          <p:nvPr/>
        </p:nvGrpSpPr>
        <p:grpSpPr>
          <a:xfrm>
            <a:off x="6801226" y="1065484"/>
            <a:ext cx="139740" cy="1015747"/>
            <a:chOff x="6801226" y="1065484"/>
            <a:chExt cx="139740" cy="1015747"/>
          </a:xfrm>
        </p:grpSpPr>
        <p:sp>
          <p:nvSpPr>
            <p:cNvPr id="177" name="Straight Connector 176"/>
            <p:cNvSpPr/>
            <p:nvPr/>
          </p:nvSpPr>
          <p:spPr>
            <a:xfrm flipV="1">
              <a:off x="6801226" y="1065484"/>
              <a:ext cx="121703" cy="101574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Straight Connector 177"/>
            <p:cNvSpPr/>
            <p:nvPr/>
          </p:nvSpPr>
          <p:spPr>
            <a:xfrm flipV="1">
              <a:off x="6875712" y="1963369"/>
              <a:ext cx="47217" cy="1178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Straight Connector 178"/>
            <p:cNvSpPr/>
            <p:nvPr/>
          </p:nvSpPr>
          <p:spPr>
            <a:xfrm>
              <a:off x="6922929" y="1955550"/>
              <a:ext cx="18037" cy="1256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4" name="Group 183"/>
          <p:cNvGrpSpPr/>
          <p:nvPr/>
        </p:nvGrpSpPr>
        <p:grpSpPr>
          <a:xfrm>
            <a:off x="7103275" y="1065484"/>
            <a:ext cx="139740" cy="1015746"/>
            <a:chOff x="7103275" y="1065484"/>
            <a:chExt cx="139740" cy="1015746"/>
          </a:xfrm>
        </p:grpSpPr>
        <p:sp>
          <p:nvSpPr>
            <p:cNvPr id="181" name="Straight Connector 180"/>
            <p:cNvSpPr/>
            <p:nvPr/>
          </p:nvSpPr>
          <p:spPr>
            <a:xfrm>
              <a:off x="7103275" y="1065484"/>
              <a:ext cx="121703" cy="101574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Straight Connector 181"/>
            <p:cNvSpPr/>
            <p:nvPr/>
          </p:nvSpPr>
          <p:spPr>
            <a:xfrm flipV="1">
              <a:off x="7224978" y="1065484"/>
              <a:ext cx="18037" cy="1256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Straight Connector 182"/>
            <p:cNvSpPr/>
            <p:nvPr/>
          </p:nvSpPr>
          <p:spPr>
            <a:xfrm>
              <a:off x="7177760" y="1065484"/>
              <a:ext cx="47217" cy="1178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5865759" y="1065484"/>
            <a:ext cx="1539565" cy="299786"/>
            <a:chOff x="5865759" y="1065484"/>
            <a:chExt cx="1539565" cy="299786"/>
          </a:xfrm>
        </p:grpSpPr>
        <p:sp>
          <p:nvSpPr>
            <p:cNvPr id="185" name="Straight Connector 184"/>
            <p:cNvSpPr/>
            <p:nvPr/>
          </p:nvSpPr>
          <p:spPr>
            <a:xfrm>
              <a:off x="5865759" y="1065484"/>
              <a:ext cx="1539565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Straight Connector 185"/>
            <p:cNvSpPr/>
            <p:nvPr/>
          </p:nvSpPr>
          <p:spPr>
            <a:xfrm>
              <a:off x="5865759" y="1300687"/>
              <a:ext cx="114432" cy="550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Straight Connector 186"/>
            <p:cNvSpPr/>
            <p:nvPr/>
          </p:nvSpPr>
          <p:spPr>
            <a:xfrm flipV="1">
              <a:off x="5865759" y="1355697"/>
              <a:ext cx="126606" cy="9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2" name="Group 191"/>
          <p:cNvGrpSpPr/>
          <p:nvPr/>
        </p:nvGrpSpPr>
        <p:grpSpPr>
          <a:xfrm>
            <a:off x="5973551" y="1051969"/>
            <a:ext cx="1855524" cy="303728"/>
            <a:chOff x="5973551" y="1051969"/>
            <a:chExt cx="1855524" cy="303728"/>
          </a:xfrm>
        </p:grpSpPr>
        <p:sp>
          <p:nvSpPr>
            <p:cNvPr id="189" name="Straight Connector 188"/>
            <p:cNvSpPr/>
            <p:nvPr/>
          </p:nvSpPr>
          <p:spPr>
            <a:xfrm>
              <a:off x="5973551" y="1065484"/>
              <a:ext cx="1855524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Straight Connector 189"/>
            <p:cNvSpPr/>
            <p:nvPr/>
          </p:nvSpPr>
          <p:spPr>
            <a:xfrm>
              <a:off x="7712984" y="1065484"/>
              <a:ext cx="116091" cy="514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Straight Connector 190"/>
            <p:cNvSpPr/>
            <p:nvPr/>
          </p:nvSpPr>
          <p:spPr>
            <a:xfrm flipV="1">
              <a:off x="7702828" y="1051969"/>
              <a:ext cx="126247" cy="1351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6" name="Group 19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193" name="Straight Connector 19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Straight Connector 19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Straight Connector 19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0" name="Group 199"/>
          <p:cNvGrpSpPr/>
          <p:nvPr/>
        </p:nvGrpSpPr>
        <p:grpSpPr>
          <a:xfrm>
            <a:off x="6800287" y="1032623"/>
            <a:ext cx="122642" cy="65721"/>
            <a:chOff x="6800287" y="1032623"/>
            <a:chExt cx="122642" cy="65721"/>
          </a:xfrm>
        </p:grpSpPr>
        <p:sp>
          <p:nvSpPr>
            <p:cNvPr id="197" name="Straight Connector 196"/>
            <p:cNvSpPr/>
            <p:nvPr/>
          </p:nvSpPr>
          <p:spPr>
            <a:xfrm>
              <a:off x="6801226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Straight Connector 197"/>
            <p:cNvSpPr/>
            <p:nvPr/>
          </p:nvSpPr>
          <p:spPr>
            <a:xfrm>
              <a:off x="6800287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Straight Connector 198"/>
            <p:cNvSpPr/>
            <p:nvPr/>
          </p:nvSpPr>
          <p:spPr>
            <a:xfrm flipV="1">
              <a:off x="6800287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4" name="Group 203"/>
          <p:cNvGrpSpPr/>
          <p:nvPr/>
        </p:nvGrpSpPr>
        <p:grpSpPr>
          <a:xfrm>
            <a:off x="7103275" y="1065484"/>
            <a:ext cx="121703" cy="145106"/>
            <a:chOff x="7103275" y="1065484"/>
            <a:chExt cx="121703" cy="145106"/>
          </a:xfrm>
        </p:grpSpPr>
        <p:sp>
          <p:nvSpPr>
            <p:cNvPr id="201" name="Straight Connector 200"/>
            <p:cNvSpPr/>
            <p:nvPr/>
          </p:nvSpPr>
          <p:spPr>
            <a:xfrm flipV="1">
              <a:off x="7103275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Straight Connector 201"/>
            <p:cNvSpPr/>
            <p:nvPr/>
          </p:nvSpPr>
          <p:spPr>
            <a:xfrm flipV="1">
              <a:off x="7120989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Straight Connector 202"/>
            <p:cNvSpPr/>
            <p:nvPr/>
          </p:nvSpPr>
          <p:spPr>
            <a:xfrm flipV="1">
              <a:off x="7171344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8" name="Group 207"/>
          <p:cNvGrpSpPr/>
          <p:nvPr/>
        </p:nvGrpSpPr>
        <p:grpSpPr>
          <a:xfrm>
            <a:off x="5865759" y="1210590"/>
            <a:ext cx="1539565" cy="166314"/>
            <a:chOff x="5865759" y="1210590"/>
            <a:chExt cx="1539565" cy="166314"/>
          </a:xfrm>
        </p:grpSpPr>
        <p:sp>
          <p:nvSpPr>
            <p:cNvPr id="205" name="Straight Connector 204"/>
            <p:cNvSpPr/>
            <p:nvPr/>
          </p:nvSpPr>
          <p:spPr>
            <a:xfrm>
              <a:off x="5865759" y="1210590"/>
              <a:ext cx="1539565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Straight Connector 205"/>
            <p:cNvSpPr/>
            <p:nvPr/>
          </p:nvSpPr>
          <p:spPr>
            <a:xfrm>
              <a:off x="5865759" y="1311473"/>
              <a:ext cx="119017" cy="4422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Straight Connector 206"/>
            <p:cNvSpPr/>
            <p:nvPr/>
          </p:nvSpPr>
          <p:spPr>
            <a:xfrm flipV="1">
              <a:off x="5865759" y="1355697"/>
              <a:ext cx="125184" cy="2120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2" name="Group 211"/>
          <p:cNvGrpSpPr/>
          <p:nvPr/>
        </p:nvGrpSpPr>
        <p:grpSpPr>
          <a:xfrm>
            <a:off x="5973551" y="1051969"/>
            <a:ext cx="1855524" cy="303728"/>
            <a:chOff x="5973551" y="1051969"/>
            <a:chExt cx="1855524" cy="303728"/>
          </a:xfrm>
        </p:grpSpPr>
        <p:sp>
          <p:nvSpPr>
            <p:cNvPr id="209" name="Straight Connector 208"/>
            <p:cNvSpPr/>
            <p:nvPr/>
          </p:nvSpPr>
          <p:spPr>
            <a:xfrm>
              <a:off x="5973551" y="1065484"/>
              <a:ext cx="1855524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Straight Connector 209"/>
            <p:cNvSpPr/>
            <p:nvPr/>
          </p:nvSpPr>
          <p:spPr>
            <a:xfrm>
              <a:off x="7712984" y="1065484"/>
              <a:ext cx="116091" cy="514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Straight Connector 210"/>
            <p:cNvSpPr/>
            <p:nvPr/>
          </p:nvSpPr>
          <p:spPr>
            <a:xfrm flipV="1">
              <a:off x="7702828" y="1051969"/>
              <a:ext cx="126247" cy="1351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6" name="Group 21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213" name="Straight Connector 21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Straight Connector 21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Straight Connector 21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0" name="Group 219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217" name="Straight Connector 216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Straight Connector 217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Straight Connector 218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4" name="Group 223"/>
          <p:cNvGrpSpPr/>
          <p:nvPr/>
        </p:nvGrpSpPr>
        <p:grpSpPr>
          <a:xfrm>
            <a:off x="4355515" y="1210590"/>
            <a:ext cx="2747760" cy="1451067"/>
            <a:chOff x="4355515" y="1210590"/>
            <a:chExt cx="2747760" cy="1451067"/>
          </a:xfrm>
        </p:grpSpPr>
        <p:sp>
          <p:nvSpPr>
            <p:cNvPr id="221" name="Straight Connector 220"/>
            <p:cNvSpPr/>
            <p:nvPr/>
          </p:nvSpPr>
          <p:spPr>
            <a:xfrm>
              <a:off x="4355515" y="1210590"/>
              <a:ext cx="2747760" cy="145106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Straight Connector 221"/>
            <p:cNvSpPr/>
            <p:nvPr/>
          </p:nvSpPr>
          <p:spPr>
            <a:xfrm>
              <a:off x="4355515" y="2575329"/>
              <a:ext cx="93103" cy="8632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Straight Connector 222"/>
            <p:cNvSpPr/>
            <p:nvPr/>
          </p:nvSpPr>
          <p:spPr>
            <a:xfrm>
              <a:off x="4355515" y="2633444"/>
              <a:ext cx="123794" cy="2821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8" name="Group 227"/>
          <p:cNvGrpSpPr/>
          <p:nvPr/>
        </p:nvGrpSpPr>
        <p:grpSpPr>
          <a:xfrm>
            <a:off x="4535860" y="1355697"/>
            <a:ext cx="1329898" cy="1305960"/>
            <a:chOff x="4535860" y="1355697"/>
            <a:chExt cx="1329898" cy="1305960"/>
          </a:xfrm>
        </p:grpSpPr>
        <p:sp>
          <p:nvSpPr>
            <p:cNvPr id="225" name="Straight Connector 224"/>
            <p:cNvSpPr/>
            <p:nvPr/>
          </p:nvSpPr>
          <p:spPr>
            <a:xfrm>
              <a:off x="4535860" y="1355697"/>
              <a:ext cx="1329898" cy="13059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Straight Connector 225"/>
            <p:cNvSpPr/>
            <p:nvPr/>
          </p:nvSpPr>
          <p:spPr>
            <a:xfrm>
              <a:off x="5801278" y="1355697"/>
              <a:ext cx="64480" cy="10937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Straight Connector 226"/>
            <p:cNvSpPr/>
            <p:nvPr/>
          </p:nvSpPr>
          <p:spPr>
            <a:xfrm>
              <a:off x="5755229" y="1355697"/>
              <a:ext cx="110529" cy="624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2" name="Group 231"/>
          <p:cNvGrpSpPr/>
          <p:nvPr/>
        </p:nvGrpSpPr>
        <p:grpSpPr>
          <a:xfrm>
            <a:off x="5973551" y="1051969"/>
            <a:ext cx="1855524" cy="303728"/>
            <a:chOff x="5973551" y="1051969"/>
            <a:chExt cx="1855524" cy="303728"/>
          </a:xfrm>
        </p:grpSpPr>
        <p:sp>
          <p:nvSpPr>
            <p:cNvPr id="229" name="Straight Connector 228"/>
            <p:cNvSpPr/>
            <p:nvPr/>
          </p:nvSpPr>
          <p:spPr>
            <a:xfrm>
              <a:off x="5973551" y="1065484"/>
              <a:ext cx="1855524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Straight Connector 229"/>
            <p:cNvSpPr/>
            <p:nvPr/>
          </p:nvSpPr>
          <p:spPr>
            <a:xfrm>
              <a:off x="7712984" y="1065484"/>
              <a:ext cx="116091" cy="514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Straight Connector 230"/>
            <p:cNvSpPr/>
            <p:nvPr/>
          </p:nvSpPr>
          <p:spPr>
            <a:xfrm flipV="1">
              <a:off x="7702828" y="1051969"/>
              <a:ext cx="126247" cy="1351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6" name="Group 23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233" name="Straight Connector 23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Straight Connector 23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Straight Connector 23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0" name="Group 239"/>
          <p:cNvGrpSpPr/>
          <p:nvPr/>
        </p:nvGrpSpPr>
        <p:grpSpPr>
          <a:xfrm>
            <a:off x="6800287" y="1032623"/>
            <a:ext cx="122642" cy="65721"/>
            <a:chOff x="6800287" y="1032623"/>
            <a:chExt cx="122642" cy="65721"/>
          </a:xfrm>
        </p:grpSpPr>
        <p:sp>
          <p:nvSpPr>
            <p:cNvPr id="237" name="Straight Connector 236"/>
            <p:cNvSpPr/>
            <p:nvPr/>
          </p:nvSpPr>
          <p:spPr>
            <a:xfrm>
              <a:off x="6801226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Straight Connector 237"/>
            <p:cNvSpPr/>
            <p:nvPr/>
          </p:nvSpPr>
          <p:spPr>
            <a:xfrm>
              <a:off x="6800287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Straight Connector 238"/>
            <p:cNvSpPr/>
            <p:nvPr/>
          </p:nvSpPr>
          <p:spPr>
            <a:xfrm flipV="1">
              <a:off x="6800287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4" name="Group 243"/>
          <p:cNvGrpSpPr/>
          <p:nvPr/>
        </p:nvGrpSpPr>
        <p:grpSpPr>
          <a:xfrm>
            <a:off x="7102336" y="1032623"/>
            <a:ext cx="122642" cy="65721"/>
            <a:chOff x="7102336" y="1032623"/>
            <a:chExt cx="122642" cy="65721"/>
          </a:xfrm>
        </p:grpSpPr>
        <p:sp>
          <p:nvSpPr>
            <p:cNvPr id="241" name="Straight Connector 240"/>
            <p:cNvSpPr/>
            <p:nvPr/>
          </p:nvSpPr>
          <p:spPr>
            <a:xfrm>
              <a:off x="7103275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Straight Connector 241"/>
            <p:cNvSpPr/>
            <p:nvPr/>
          </p:nvSpPr>
          <p:spPr>
            <a:xfrm>
              <a:off x="7102336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Straight Connector 242"/>
            <p:cNvSpPr/>
            <p:nvPr/>
          </p:nvSpPr>
          <p:spPr>
            <a:xfrm flipV="1">
              <a:off x="7102336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8" name="Group 247"/>
          <p:cNvGrpSpPr/>
          <p:nvPr/>
        </p:nvGrpSpPr>
        <p:grpSpPr>
          <a:xfrm>
            <a:off x="5261661" y="1065484"/>
            <a:ext cx="2143662" cy="1160853"/>
            <a:chOff x="5261661" y="1065484"/>
            <a:chExt cx="2143662" cy="1160853"/>
          </a:xfrm>
        </p:grpSpPr>
        <p:sp>
          <p:nvSpPr>
            <p:cNvPr id="245" name="Straight Connector 244"/>
            <p:cNvSpPr/>
            <p:nvPr/>
          </p:nvSpPr>
          <p:spPr>
            <a:xfrm>
              <a:off x="5261661" y="1065484"/>
              <a:ext cx="2143662" cy="116085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Straight Connector 245"/>
            <p:cNvSpPr/>
            <p:nvPr/>
          </p:nvSpPr>
          <p:spPr>
            <a:xfrm>
              <a:off x="5261661" y="2139040"/>
              <a:ext cx="92196" cy="8729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7" name="Straight Connector 246"/>
            <p:cNvSpPr/>
            <p:nvPr/>
          </p:nvSpPr>
          <p:spPr>
            <a:xfrm>
              <a:off x="5261661" y="2196832"/>
              <a:ext cx="123492" cy="2950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2" name="Group 251"/>
          <p:cNvGrpSpPr/>
          <p:nvPr/>
        </p:nvGrpSpPr>
        <p:grpSpPr>
          <a:xfrm>
            <a:off x="5442007" y="1065484"/>
            <a:ext cx="2387068" cy="1160853"/>
            <a:chOff x="5442007" y="1065484"/>
            <a:chExt cx="2387068" cy="1160853"/>
          </a:xfrm>
        </p:grpSpPr>
        <p:sp>
          <p:nvSpPr>
            <p:cNvPr id="249" name="Straight Connector 248"/>
            <p:cNvSpPr/>
            <p:nvPr/>
          </p:nvSpPr>
          <p:spPr>
            <a:xfrm>
              <a:off x="5442007" y="1065484"/>
              <a:ext cx="2387068" cy="116085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Straight Connector 249"/>
            <p:cNvSpPr/>
            <p:nvPr/>
          </p:nvSpPr>
          <p:spPr>
            <a:xfrm>
              <a:off x="7733155" y="1065484"/>
              <a:ext cx="95920" cy="8318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Straight Connector 250"/>
            <p:cNvSpPr/>
            <p:nvPr/>
          </p:nvSpPr>
          <p:spPr>
            <a:xfrm>
              <a:off x="7704412" y="1065484"/>
              <a:ext cx="124663" cy="24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6" name="Group 25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253" name="Straight Connector 25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Straight Connector 25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Straight Connector 25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0" name="Group 259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257" name="Straight Connector 256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Straight Connector 257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Straight Connector 258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4" name="Group 263"/>
          <p:cNvGrpSpPr/>
          <p:nvPr/>
        </p:nvGrpSpPr>
        <p:grpSpPr>
          <a:xfrm>
            <a:off x="4657563" y="1210590"/>
            <a:ext cx="2445711" cy="1305960"/>
            <a:chOff x="4657563" y="1210590"/>
            <a:chExt cx="2445711" cy="1305960"/>
          </a:xfrm>
        </p:grpSpPr>
        <p:sp>
          <p:nvSpPr>
            <p:cNvPr id="261" name="Straight Connector 260"/>
            <p:cNvSpPr/>
            <p:nvPr/>
          </p:nvSpPr>
          <p:spPr>
            <a:xfrm>
              <a:off x="4657563" y="1210590"/>
              <a:ext cx="2445711" cy="13059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Straight Connector 261"/>
            <p:cNvSpPr/>
            <p:nvPr/>
          </p:nvSpPr>
          <p:spPr>
            <a:xfrm>
              <a:off x="4657563" y="2429795"/>
              <a:ext cx="92706" cy="8675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Straight Connector 262"/>
            <p:cNvSpPr/>
            <p:nvPr/>
          </p:nvSpPr>
          <p:spPr>
            <a:xfrm>
              <a:off x="4657563" y="2487769"/>
              <a:ext cx="123663" cy="2878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8" name="Group 267"/>
          <p:cNvGrpSpPr/>
          <p:nvPr/>
        </p:nvGrpSpPr>
        <p:grpSpPr>
          <a:xfrm>
            <a:off x="4837909" y="1355697"/>
            <a:ext cx="1027849" cy="1160853"/>
            <a:chOff x="4837909" y="1355697"/>
            <a:chExt cx="1027849" cy="1160853"/>
          </a:xfrm>
        </p:grpSpPr>
        <p:sp>
          <p:nvSpPr>
            <p:cNvPr id="265" name="Straight Connector 264"/>
            <p:cNvSpPr/>
            <p:nvPr/>
          </p:nvSpPr>
          <p:spPr>
            <a:xfrm>
              <a:off x="4837909" y="1355697"/>
              <a:ext cx="1027849" cy="116085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Straight Connector 265"/>
            <p:cNvSpPr/>
            <p:nvPr/>
          </p:nvSpPr>
          <p:spPr>
            <a:xfrm>
              <a:off x="5809060" y="1355697"/>
              <a:ext cx="56698" cy="11360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Straight Connector 266"/>
            <p:cNvSpPr/>
            <p:nvPr/>
          </p:nvSpPr>
          <p:spPr>
            <a:xfrm>
              <a:off x="5759854" y="1355697"/>
              <a:ext cx="105904" cy="70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2" name="Group 271"/>
          <p:cNvGrpSpPr/>
          <p:nvPr/>
        </p:nvGrpSpPr>
        <p:grpSpPr>
          <a:xfrm>
            <a:off x="5973551" y="1051969"/>
            <a:ext cx="1855524" cy="303728"/>
            <a:chOff x="5973551" y="1051969"/>
            <a:chExt cx="1855524" cy="303728"/>
          </a:xfrm>
        </p:grpSpPr>
        <p:sp>
          <p:nvSpPr>
            <p:cNvPr id="269" name="Straight Connector 268"/>
            <p:cNvSpPr/>
            <p:nvPr/>
          </p:nvSpPr>
          <p:spPr>
            <a:xfrm>
              <a:off x="5973551" y="1065484"/>
              <a:ext cx="1855524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Straight Connector 269"/>
            <p:cNvSpPr/>
            <p:nvPr/>
          </p:nvSpPr>
          <p:spPr>
            <a:xfrm>
              <a:off x="7712984" y="1065484"/>
              <a:ext cx="116091" cy="514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Straight Connector 270"/>
            <p:cNvSpPr/>
            <p:nvPr/>
          </p:nvSpPr>
          <p:spPr>
            <a:xfrm flipV="1">
              <a:off x="7702828" y="1051969"/>
              <a:ext cx="126247" cy="1351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6" name="Group 27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273" name="Straight Connector 27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Straight Connector 27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Straight Connector 27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0" name="Group 279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277" name="Straight Connector 276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Straight Connector 277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Straight Connector 278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4" name="Group 283"/>
          <p:cNvGrpSpPr/>
          <p:nvPr/>
        </p:nvGrpSpPr>
        <p:grpSpPr>
          <a:xfrm>
            <a:off x="7102336" y="1177730"/>
            <a:ext cx="122642" cy="65720"/>
            <a:chOff x="7102336" y="1177730"/>
            <a:chExt cx="122642" cy="65720"/>
          </a:xfrm>
        </p:grpSpPr>
        <p:sp>
          <p:nvSpPr>
            <p:cNvPr id="281" name="Straight Connector 280"/>
            <p:cNvSpPr/>
            <p:nvPr/>
          </p:nvSpPr>
          <p:spPr>
            <a:xfrm>
              <a:off x="7103275" y="1210590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Straight Connector 281"/>
            <p:cNvSpPr/>
            <p:nvPr/>
          </p:nvSpPr>
          <p:spPr>
            <a:xfrm>
              <a:off x="7102336" y="121059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Straight Connector 282"/>
            <p:cNvSpPr/>
            <p:nvPr/>
          </p:nvSpPr>
          <p:spPr>
            <a:xfrm flipV="1">
              <a:off x="7102336" y="117773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8" name="Group 287"/>
          <p:cNvGrpSpPr/>
          <p:nvPr/>
        </p:nvGrpSpPr>
        <p:grpSpPr>
          <a:xfrm>
            <a:off x="5261661" y="1210590"/>
            <a:ext cx="2143662" cy="1015747"/>
            <a:chOff x="5261661" y="1210590"/>
            <a:chExt cx="2143662" cy="1015747"/>
          </a:xfrm>
        </p:grpSpPr>
        <p:sp>
          <p:nvSpPr>
            <p:cNvPr id="285" name="Straight Connector 284"/>
            <p:cNvSpPr/>
            <p:nvPr/>
          </p:nvSpPr>
          <p:spPr>
            <a:xfrm>
              <a:off x="5261661" y="1210590"/>
              <a:ext cx="2143662" cy="101574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Straight Connector 285"/>
            <p:cNvSpPr/>
            <p:nvPr/>
          </p:nvSpPr>
          <p:spPr>
            <a:xfrm>
              <a:off x="5261661" y="2144126"/>
              <a:ext cx="96758" cy="822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Straight Connector 286"/>
            <p:cNvSpPr/>
            <p:nvPr/>
          </p:nvSpPr>
          <p:spPr>
            <a:xfrm>
              <a:off x="5261661" y="2203518"/>
              <a:ext cx="124900" cy="2281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2" name="Group 291"/>
          <p:cNvGrpSpPr/>
          <p:nvPr/>
        </p:nvGrpSpPr>
        <p:grpSpPr>
          <a:xfrm>
            <a:off x="5442007" y="1065484"/>
            <a:ext cx="2387068" cy="1160853"/>
            <a:chOff x="5442007" y="1065484"/>
            <a:chExt cx="2387068" cy="1160853"/>
          </a:xfrm>
        </p:grpSpPr>
        <p:sp>
          <p:nvSpPr>
            <p:cNvPr id="289" name="Straight Connector 288"/>
            <p:cNvSpPr/>
            <p:nvPr/>
          </p:nvSpPr>
          <p:spPr>
            <a:xfrm>
              <a:off x="5442007" y="1065484"/>
              <a:ext cx="2387068" cy="116085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Straight Connector 289"/>
            <p:cNvSpPr/>
            <p:nvPr/>
          </p:nvSpPr>
          <p:spPr>
            <a:xfrm>
              <a:off x="7733155" y="1065484"/>
              <a:ext cx="95920" cy="8318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Straight Connector 290"/>
            <p:cNvSpPr/>
            <p:nvPr/>
          </p:nvSpPr>
          <p:spPr>
            <a:xfrm>
              <a:off x="7704412" y="1065484"/>
              <a:ext cx="124663" cy="24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6" name="Group 295"/>
          <p:cNvGrpSpPr/>
          <p:nvPr/>
        </p:nvGrpSpPr>
        <p:grpSpPr>
          <a:xfrm>
            <a:off x="3297817" y="3789650"/>
            <a:ext cx="252435" cy="65721"/>
            <a:chOff x="3297817" y="3789650"/>
            <a:chExt cx="252435" cy="65721"/>
          </a:xfrm>
        </p:grpSpPr>
        <p:sp>
          <p:nvSpPr>
            <p:cNvPr id="293" name="Straight Connector 292"/>
            <p:cNvSpPr/>
            <p:nvPr/>
          </p:nvSpPr>
          <p:spPr>
            <a:xfrm>
              <a:off x="3297817" y="3822511"/>
              <a:ext cx="25243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Straight Connector 293"/>
            <p:cNvSpPr/>
            <p:nvPr/>
          </p:nvSpPr>
          <p:spPr>
            <a:xfrm>
              <a:off x="3427610" y="3822511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Straight Connector 294"/>
            <p:cNvSpPr/>
            <p:nvPr/>
          </p:nvSpPr>
          <p:spPr>
            <a:xfrm flipV="1">
              <a:off x="3427610" y="378965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0" name="Group 299"/>
          <p:cNvGrpSpPr/>
          <p:nvPr/>
        </p:nvGrpSpPr>
        <p:grpSpPr>
          <a:xfrm>
            <a:off x="3778919" y="3789650"/>
            <a:ext cx="173964" cy="65721"/>
            <a:chOff x="3778919" y="3789650"/>
            <a:chExt cx="173964" cy="65721"/>
          </a:xfrm>
        </p:grpSpPr>
        <p:sp>
          <p:nvSpPr>
            <p:cNvPr id="297" name="Straight Connector 296"/>
            <p:cNvSpPr/>
            <p:nvPr/>
          </p:nvSpPr>
          <p:spPr>
            <a:xfrm>
              <a:off x="3778919" y="3822511"/>
              <a:ext cx="173964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Straight Connector 297"/>
            <p:cNvSpPr/>
            <p:nvPr/>
          </p:nvSpPr>
          <p:spPr>
            <a:xfrm>
              <a:off x="3830241" y="3822511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Straight Connector 298"/>
            <p:cNvSpPr/>
            <p:nvPr/>
          </p:nvSpPr>
          <p:spPr>
            <a:xfrm flipV="1">
              <a:off x="3830241" y="378965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4" name="Group 303"/>
          <p:cNvGrpSpPr/>
          <p:nvPr/>
        </p:nvGrpSpPr>
        <p:grpSpPr>
          <a:xfrm>
            <a:off x="4181550" y="1355697"/>
            <a:ext cx="1684208" cy="2466813"/>
            <a:chOff x="4181550" y="1355697"/>
            <a:chExt cx="1684208" cy="2466813"/>
          </a:xfrm>
        </p:grpSpPr>
        <p:sp>
          <p:nvSpPr>
            <p:cNvPr id="301" name="Straight Connector 300"/>
            <p:cNvSpPr/>
            <p:nvPr/>
          </p:nvSpPr>
          <p:spPr>
            <a:xfrm>
              <a:off x="4181550" y="1355697"/>
              <a:ext cx="1684208" cy="24668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Straight Connector 301"/>
            <p:cNvSpPr/>
            <p:nvPr/>
          </p:nvSpPr>
          <p:spPr>
            <a:xfrm>
              <a:off x="5823744" y="1355697"/>
              <a:ext cx="42014" cy="1198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Straight Connector 302"/>
            <p:cNvSpPr/>
            <p:nvPr/>
          </p:nvSpPr>
          <p:spPr>
            <a:xfrm>
              <a:off x="5769467" y="1355697"/>
              <a:ext cx="96291" cy="8275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8" name="Group 307"/>
          <p:cNvGrpSpPr/>
          <p:nvPr/>
        </p:nvGrpSpPr>
        <p:grpSpPr>
          <a:xfrm>
            <a:off x="5973551" y="1051969"/>
            <a:ext cx="1855524" cy="303728"/>
            <a:chOff x="5973551" y="1051969"/>
            <a:chExt cx="1855524" cy="303728"/>
          </a:xfrm>
        </p:grpSpPr>
        <p:sp>
          <p:nvSpPr>
            <p:cNvPr id="305" name="Straight Connector 304"/>
            <p:cNvSpPr/>
            <p:nvPr/>
          </p:nvSpPr>
          <p:spPr>
            <a:xfrm>
              <a:off x="5973551" y="1065484"/>
              <a:ext cx="1855524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Straight Connector 305"/>
            <p:cNvSpPr/>
            <p:nvPr/>
          </p:nvSpPr>
          <p:spPr>
            <a:xfrm>
              <a:off x="7712984" y="1065484"/>
              <a:ext cx="116091" cy="514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Straight Connector 306"/>
            <p:cNvSpPr/>
            <p:nvPr/>
          </p:nvSpPr>
          <p:spPr>
            <a:xfrm flipV="1">
              <a:off x="7702828" y="1051969"/>
              <a:ext cx="126247" cy="1351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2" name="Group 311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309" name="Straight Connector 308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Straight Connector 309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Straight Connector 310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6" name="Group 315"/>
          <p:cNvGrpSpPr/>
          <p:nvPr/>
        </p:nvGrpSpPr>
        <p:grpSpPr>
          <a:xfrm>
            <a:off x="6801226" y="1065484"/>
            <a:ext cx="725800" cy="2611920"/>
            <a:chOff x="6801226" y="1065484"/>
            <a:chExt cx="725800" cy="2611920"/>
          </a:xfrm>
        </p:grpSpPr>
        <p:sp>
          <p:nvSpPr>
            <p:cNvPr id="313" name="Straight Connector 312"/>
            <p:cNvSpPr/>
            <p:nvPr/>
          </p:nvSpPr>
          <p:spPr>
            <a:xfrm flipV="1">
              <a:off x="6801226" y="1065484"/>
              <a:ext cx="725800" cy="261192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Straight Connector 313"/>
            <p:cNvSpPr/>
            <p:nvPr/>
          </p:nvSpPr>
          <p:spPr>
            <a:xfrm flipV="1">
              <a:off x="7462530" y="3568037"/>
              <a:ext cx="64496" cy="10936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Straight Connector 314"/>
            <p:cNvSpPr/>
            <p:nvPr/>
          </p:nvSpPr>
          <p:spPr>
            <a:xfrm flipV="1">
              <a:off x="7525852" y="3550441"/>
              <a:ext cx="1174" cy="1269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0" name="Group 319"/>
          <p:cNvGrpSpPr/>
          <p:nvPr/>
        </p:nvGrpSpPr>
        <p:grpSpPr>
          <a:xfrm>
            <a:off x="7707372" y="1065484"/>
            <a:ext cx="148820" cy="2611920"/>
            <a:chOff x="7707372" y="1065484"/>
            <a:chExt cx="148820" cy="2611920"/>
          </a:xfrm>
        </p:grpSpPr>
        <p:sp>
          <p:nvSpPr>
            <p:cNvPr id="317" name="Straight Connector 316"/>
            <p:cNvSpPr/>
            <p:nvPr/>
          </p:nvSpPr>
          <p:spPr>
            <a:xfrm>
              <a:off x="7707372" y="1065484"/>
              <a:ext cx="121703" cy="261192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Straight Connector 317"/>
            <p:cNvSpPr/>
            <p:nvPr/>
          </p:nvSpPr>
          <p:spPr>
            <a:xfrm flipV="1">
              <a:off x="7829076" y="1065484"/>
              <a:ext cx="27116" cy="1240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Straight Connector 318"/>
            <p:cNvSpPr/>
            <p:nvPr/>
          </p:nvSpPr>
          <p:spPr>
            <a:xfrm>
              <a:off x="7790542" y="1065484"/>
              <a:ext cx="38533" cy="12097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4" name="Group 323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321" name="Straight Connector 320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2" name="Straight Connector 321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Straight Connector 322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8" name="Group 327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325" name="Straight Connector 324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Straight Connector 325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Straight Connector 326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2" name="Group 331"/>
          <p:cNvGrpSpPr/>
          <p:nvPr/>
        </p:nvGrpSpPr>
        <p:grpSpPr>
          <a:xfrm>
            <a:off x="7103275" y="1065484"/>
            <a:ext cx="121703" cy="145106"/>
            <a:chOff x="7103275" y="1065484"/>
            <a:chExt cx="121703" cy="145106"/>
          </a:xfrm>
        </p:grpSpPr>
        <p:sp>
          <p:nvSpPr>
            <p:cNvPr id="329" name="Straight Connector 328"/>
            <p:cNvSpPr/>
            <p:nvPr/>
          </p:nvSpPr>
          <p:spPr>
            <a:xfrm>
              <a:off x="7103275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Straight Connector 329"/>
            <p:cNvSpPr/>
            <p:nvPr/>
          </p:nvSpPr>
          <p:spPr>
            <a:xfrm>
              <a:off x="7171344" y="1065484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Straight Connector 330"/>
            <p:cNvSpPr/>
            <p:nvPr/>
          </p:nvSpPr>
          <p:spPr>
            <a:xfrm>
              <a:off x="7120989" y="1065484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6" name="Group 335"/>
          <p:cNvGrpSpPr/>
          <p:nvPr/>
        </p:nvGrpSpPr>
        <p:grpSpPr>
          <a:xfrm>
            <a:off x="5865759" y="1065484"/>
            <a:ext cx="1539565" cy="299786"/>
            <a:chOff x="5865759" y="1065484"/>
            <a:chExt cx="1539565" cy="299786"/>
          </a:xfrm>
        </p:grpSpPr>
        <p:sp>
          <p:nvSpPr>
            <p:cNvPr id="333" name="Straight Connector 332"/>
            <p:cNvSpPr/>
            <p:nvPr/>
          </p:nvSpPr>
          <p:spPr>
            <a:xfrm>
              <a:off x="5865759" y="1065484"/>
              <a:ext cx="1539565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Straight Connector 333"/>
            <p:cNvSpPr/>
            <p:nvPr/>
          </p:nvSpPr>
          <p:spPr>
            <a:xfrm>
              <a:off x="5865759" y="1300687"/>
              <a:ext cx="114432" cy="550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5" name="Straight Connector 334"/>
            <p:cNvSpPr/>
            <p:nvPr/>
          </p:nvSpPr>
          <p:spPr>
            <a:xfrm flipV="1">
              <a:off x="5865759" y="1355697"/>
              <a:ext cx="126606" cy="9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0" name="Group 339"/>
          <p:cNvGrpSpPr/>
          <p:nvPr/>
        </p:nvGrpSpPr>
        <p:grpSpPr>
          <a:xfrm>
            <a:off x="4959612" y="1355697"/>
            <a:ext cx="1013938" cy="1015746"/>
            <a:chOff x="4959612" y="1355697"/>
            <a:chExt cx="1013938" cy="1015746"/>
          </a:xfrm>
        </p:grpSpPr>
        <p:sp>
          <p:nvSpPr>
            <p:cNvPr id="337" name="Straight Connector 336"/>
            <p:cNvSpPr/>
            <p:nvPr/>
          </p:nvSpPr>
          <p:spPr>
            <a:xfrm>
              <a:off x="4959612" y="1355697"/>
              <a:ext cx="1013938" cy="101574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Straight Connector 337"/>
            <p:cNvSpPr/>
            <p:nvPr/>
          </p:nvSpPr>
          <p:spPr>
            <a:xfrm>
              <a:off x="4959612" y="2261430"/>
              <a:ext cx="63387" cy="1100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Straight Connector 338"/>
            <p:cNvSpPr/>
            <p:nvPr/>
          </p:nvSpPr>
          <p:spPr>
            <a:xfrm>
              <a:off x="4959612" y="2307861"/>
              <a:ext cx="109900" cy="6358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4" name="Group 343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341" name="Straight Connector 340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Straight Connector 341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Straight Connector 342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8" name="Group 347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345" name="Straight Connector 344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Straight Connector 345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7" name="Straight Connector 346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2" name="Group 351"/>
          <p:cNvGrpSpPr/>
          <p:nvPr/>
        </p:nvGrpSpPr>
        <p:grpSpPr>
          <a:xfrm>
            <a:off x="7103275" y="1065484"/>
            <a:ext cx="121703" cy="145106"/>
            <a:chOff x="7103275" y="1065484"/>
            <a:chExt cx="121703" cy="145106"/>
          </a:xfrm>
        </p:grpSpPr>
        <p:sp>
          <p:nvSpPr>
            <p:cNvPr id="349" name="Straight Connector 348"/>
            <p:cNvSpPr/>
            <p:nvPr/>
          </p:nvSpPr>
          <p:spPr>
            <a:xfrm>
              <a:off x="7103275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Straight Connector 349"/>
            <p:cNvSpPr/>
            <p:nvPr/>
          </p:nvSpPr>
          <p:spPr>
            <a:xfrm>
              <a:off x="7171344" y="1065484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1" name="Straight Connector 350"/>
            <p:cNvSpPr/>
            <p:nvPr/>
          </p:nvSpPr>
          <p:spPr>
            <a:xfrm>
              <a:off x="7120989" y="1065484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6" name="Group 355"/>
          <p:cNvGrpSpPr/>
          <p:nvPr/>
        </p:nvGrpSpPr>
        <p:grpSpPr>
          <a:xfrm>
            <a:off x="5865759" y="1065484"/>
            <a:ext cx="1539565" cy="299786"/>
            <a:chOff x="5865759" y="1065484"/>
            <a:chExt cx="1539565" cy="299786"/>
          </a:xfrm>
        </p:grpSpPr>
        <p:sp>
          <p:nvSpPr>
            <p:cNvPr id="353" name="Straight Connector 352"/>
            <p:cNvSpPr/>
            <p:nvPr/>
          </p:nvSpPr>
          <p:spPr>
            <a:xfrm>
              <a:off x="5865759" y="1065484"/>
              <a:ext cx="1539565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Straight Connector 353"/>
            <p:cNvSpPr/>
            <p:nvPr/>
          </p:nvSpPr>
          <p:spPr>
            <a:xfrm>
              <a:off x="5865759" y="1300687"/>
              <a:ext cx="114432" cy="550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5" name="Straight Connector 354"/>
            <p:cNvSpPr/>
            <p:nvPr/>
          </p:nvSpPr>
          <p:spPr>
            <a:xfrm flipV="1">
              <a:off x="5865759" y="1355697"/>
              <a:ext cx="126606" cy="9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0" name="Group 359"/>
          <p:cNvGrpSpPr/>
          <p:nvPr/>
        </p:nvGrpSpPr>
        <p:grpSpPr>
          <a:xfrm>
            <a:off x="5563710" y="1355697"/>
            <a:ext cx="409841" cy="580427"/>
            <a:chOff x="5563710" y="1355697"/>
            <a:chExt cx="409841" cy="580427"/>
          </a:xfrm>
        </p:grpSpPr>
        <p:sp>
          <p:nvSpPr>
            <p:cNvPr id="357" name="Straight Connector 356"/>
            <p:cNvSpPr/>
            <p:nvPr/>
          </p:nvSpPr>
          <p:spPr>
            <a:xfrm>
              <a:off x="5563710" y="1355697"/>
              <a:ext cx="409841" cy="5804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Straight Connector 357"/>
            <p:cNvSpPr/>
            <p:nvPr/>
          </p:nvSpPr>
          <p:spPr>
            <a:xfrm>
              <a:off x="5563710" y="1816985"/>
              <a:ext cx="43897" cy="1191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Straight Connector 358"/>
            <p:cNvSpPr/>
            <p:nvPr/>
          </p:nvSpPr>
          <p:spPr>
            <a:xfrm>
              <a:off x="5563710" y="1854894"/>
              <a:ext cx="97583" cy="8123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4" name="Group 363"/>
          <p:cNvGrpSpPr/>
          <p:nvPr/>
        </p:nvGrpSpPr>
        <p:grpSpPr>
          <a:xfrm>
            <a:off x="6499177" y="1065484"/>
            <a:ext cx="148480" cy="2466813"/>
            <a:chOff x="6499177" y="1065484"/>
            <a:chExt cx="148480" cy="2466813"/>
          </a:xfrm>
        </p:grpSpPr>
        <p:sp>
          <p:nvSpPr>
            <p:cNvPr id="361" name="Straight Connector 360"/>
            <p:cNvSpPr/>
            <p:nvPr/>
          </p:nvSpPr>
          <p:spPr>
            <a:xfrm flipV="1">
              <a:off x="6499177" y="1065484"/>
              <a:ext cx="121703" cy="24668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2" name="Straight Connector 361"/>
            <p:cNvSpPr/>
            <p:nvPr/>
          </p:nvSpPr>
          <p:spPr>
            <a:xfrm flipV="1">
              <a:off x="6582016" y="3411423"/>
              <a:ext cx="38864" cy="12087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Straight Connector 362"/>
            <p:cNvSpPr/>
            <p:nvPr/>
          </p:nvSpPr>
          <p:spPr>
            <a:xfrm>
              <a:off x="6620880" y="3408185"/>
              <a:ext cx="26777" cy="12411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8" name="Group 367"/>
          <p:cNvGrpSpPr/>
          <p:nvPr/>
        </p:nvGrpSpPr>
        <p:grpSpPr>
          <a:xfrm>
            <a:off x="6801226" y="2806764"/>
            <a:ext cx="133822" cy="725533"/>
            <a:chOff x="6801226" y="2806764"/>
            <a:chExt cx="133822" cy="725533"/>
          </a:xfrm>
        </p:grpSpPr>
        <p:sp>
          <p:nvSpPr>
            <p:cNvPr id="365" name="Straight Connector 364"/>
            <p:cNvSpPr/>
            <p:nvPr/>
          </p:nvSpPr>
          <p:spPr>
            <a:xfrm>
              <a:off x="6801226" y="2806764"/>
              <a:ext cx="121703" cy="72553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" name="Straight Connector 365"/>
            <p:cNvSpPr/>
            <p:nvPr/>
          </p:nvSpPr>
          <p:spPr>
            <a:xfrm flipV="1">
              <a:off x="6922929" y="2806764"/>
              <a:ext cx="12119" cy="1263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Straight Connector 366"/>
            <p:cNvSpPr/>
            <p:nvPr/>
          </p:nvSpPr>
          <p:spPr>
            <a:xfrm>
              <a:off x="6870232" y="2806764"/>
              <a:ext cx="52697" cy="11551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2" name="Group 371"/>
          <p:cNvGrpSpPr/>
          <p:nvPr/>
        </p:nvGrpSpPr>
        <p:grpSpPr>
          <a:xfrm>
            <a:off x="7103275" y="1065484"/>
            <a:ext cx="145932" cy="1741280"/>
            <a:chOff x="7103275" y="1065484"/>
            <a:chExt cx="145932" cy="1741280"/>
          </a:xfrm>
        </p:grpSpPr>
        <p:sp>
          <p:nvSpPr>
            <p:cNvPr id="369" name="Straight Connector 368"/>
            <p:cNvSpPr/>
            <p:nvPr/>
          </p:nvSpPr>
          <p:spPr>
            <a:xfrm>
              <a:off x="7103275" y="1065484"/>
              <a:ext cx="121703" cy="17412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0" name="Straight Connector 369"/>
            <p:cNvSpPr/>
            <p:nvPr/>
          </p:nvSpPr>
          <p:spPr>
            <a:xfrm flipV="1">
              <a:off x="7224978" y="1065484"/>
              <a:ext cx="24229" cy="12463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1" name="Straight Connector 370"/>
            <p:cNvSpPr/>
            <p:nvPr/>
          </p:nvSpPr>
          <p:spPr>
            <a:xfrm>
              <a:off x="7183646" y="1065484"/>
              <a:ext cx="41331" cy="1200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6" name="Group 375"/>
          <p:cNvGrpSpPr/>
          <p:nvPr/>
        </p:nvGrpSpPr>
        <p:grpSpPr>
          <a:xfrm>
            <a:off x="5865759" y="1065484"/>
            <a:ext cx="1539565" cy="299786"/>
            <a:chOff x="5865759" y="1065484"/>
            <a:chExt cx="1539565" cy="299786"/>
          </a:xfrm>
        </p:grpSpPr>
        <p:sp>
          <p:nvSpPr>
            <p:cNvPr id="373" name="Straight Connector 372"/>
            <p:cNvSpPr/>
            <p:nvPr/>
          </p:nvSpPr>
          <p:spPr>
            <a:xfrm>
              <a:off x="5865759" y="1065484"/>
              <a:ext cx="1539565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" name="Straight Connector 373"/>
            <p:cNvSpPr/>
            <p:nvPr/>
          </p:nvSpPr>
          <p:spPr>
            <a:xfrm>
              <a:off x="5865759" y="1300687"/>
              <a:ext cx="114432" cy="550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5" name="Straight Connector 374"/>
            <p:cNvSpPr/>
            <p:nvPr/>
          </p:nvSpPr>
          <p:spPr>
            <a:xfrm flipV="1">
              <a:off x="5865759" y="1355697"/>
              <a:ext cx="126606" cy="9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0" name="Group 379"/>
          <p:cNvGrpSpPr/>
          <p:nvPr/>
        </p:nvGrpSpPr>
        <p:grpSpPr>
          <a:xfrm>
            <a:off x="5973551" y="1051969"/>
            <a:ext cx="1855524" cy="303728"/>
            <a:chOff x="5973551" y="1051969"/>
            <a:chExt cx="1855524" cy="303728"/>
          </a:xfrm>
        </p:grpSpPr>
        <p:sp>
          <p:nvSpPr>
            <p:cNvPr id="377" name="Straight Connector 376"/>
            <p:cNvSpPr/>
            <p:nvPr/>
          </p:nvSpPr>
          <p:spPr>
            <a:xfrm>
              <a:off x="5973551" y="1065484"/>
              <a:ext cx="1855524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8" name="Straight Connector 377"/>
            <p:cNvSpPr/>
            <p:nvPr/>
          </p:nvSpPr>
          <p:spPr>
            <a:xfrm>
              <a:off x="7712984" y="1065484"/>
              <a:ext cx="116091" cy="514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" name="Straight Connector 378"/>
            <p:cNvSpPr/>
            <p:nvPr/>
          </p:nvSpPr>
          <p:spPr>
            <a:xfrm flipV="1">
              <a:off x="7702828" y="1051969"/>
              <a:ext cx="126247" cy="1351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4" name="Group 383"/>
          <p:cNvGrpSpPr/>
          <p:nvPr/>
        </p:nvGrpSpPr>
        <p:grpSpPr>
          <a:xfrm>
            <a:off x="6499177" y="1065484"/>
            <a:ext cx="148098" cy="2321707"/>
            <a:chOff x="6499177" y="1065484"/>
            <a:chExt cx="148098" cy="2321707"/>
          </a:xfrm>
        </p:grpSpPr>
        <p:sp>
          <p:nvSpPr>
            <p:cNvPr id="381" name="Straight Connector 380"/>
            <p:cNvSpPr/>
            <p:nvPr/>
          </p:nvSpPr>
          <p:spPr>
            <a:xfrm flipV="1">
              <a:off x="6499177" y="1065484"/>
              <a:ext cx="121703" cy="232170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" name="Straight Connector 381"/>
            <p:cNvSpPr/>
            <p:nvPr/>
          </p:nvSpPr>
          <p:spPr>
            <a:xfrm flipV="1">
              <a:off x="6581645" y="3266437"/>
              <a:ext cx="39235" cy="12075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3" name="Straight Connector 382"/>
            <p:cNvSpPr/>
            <p:nvPr/>
          </p:nvSpPr>
          <p:spPr>
            <a:xfrm>
              <a:off x="6620880" y="3262997"/>
              <a:ext cx="26395" cy="12419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8" name="Group 387"/>
          <p:cNvGrpSpPr/>
          <p:nvPr/>
        </p:nvGrpSpPr>
        <p:grpSpPr>
          <a:xfrm>
            <a:off x="6801226" y="2806764"/>
            <a:ext cx="128696" cy="580426"/>
            <a:chOff x="6801226" y="2806764"/>
            <a:chExt cx="128696" cy="580426"/>
          </a:xfrm>
        </p:grpSpPr>
        <p:sp>
          <p:nvSpPr>
            <p:cNvPr id="385" name="Straight Connector 384"/>
            <p:cNvSpPr/>
            <p:nvPr/>
          </p:nvSpPr>
          <p:spPr>
            <a:xfrm>
              <a:off x="6801226" y="2806764"/>
              <a:ext cx="121703" cy="5804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6" name="Straight Connector 385"/>
            <p:cNvSpPr/>
            <p:nvPr/>
          </p:nvSpPr>
          <p:spPr>
            <a:xfrm flipV="1">
              <a:off x="6922929" y="2806764"/>
              <a:ext cx="6993" cy="12677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7" name="Straight Connector 386"/>
            <p:cNvSpPr/>
            <p:nvPr/>
          </p:nvSpPr>
          <p:spPr>
            <a:xfrm>
              <a:off x="6865600" y="2806764"/>
              <a:ext cx="57329" cy="1132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2" name="Group 391"/>
          <p:cNvGrpSpPr/>
          <p:nvPr/>
        </p:nvGrpSpPr>
        <p:grpSpPr>
          <a:xfrm>
            <a:off x="7103275" y="1065484"/>
            <a:ext cx="145932" cy="1741280"/>
            <a:chOff x="7103275" y="1065484"/>
            <a:chExt cx="145932" cy="1741280"/>
          </a:xfrm>
        </p:grpSpPr>
        <p:sp>
          <p:nvSpPr>
            <p:cNvPr id="389" name="Straight Connector 388"/>
            <p:cNvSpPr/>
            <p:nvPr/>
          </p:nvSpPr>
          <p:spPr>
            <a:xfrm>
              <a:off x="7103275" y="1065484"/>
              <a:ext cx="121703" cy="17412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0" name="Straight Connector 389"/>
            <p:cNvSpPr/>
            <p:nvPr/>
          </p:nvSpPr>
          <p:spPr>
            <a:xfrm flipV="1">
              <a:off x="7224978" y="1065484"/>
              <a:ext cx="24229" cy="12463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1" name="Straight Connector 390"/>
            <p:cNvSpPr/>
            <p:nvPr/>
          </p:nvSpPr>
          <p:spPr>
            <a:xfrm>
              <a:off x="7183646" y="1065484"/>
              <a:ext cx="41331" cy="1200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6" name="Group 395"/>
          <p:cNvGrpSpPr/>
          <p:nvPr/>
        </p:nvGrpSpPr>
        <p:grpSpPr>
          <a:xfrm>
            <a:off x="5865759" y="1065484"/>
            <a:ext cx="1539565" cy="299786"/>
            <a:chOff x="5865759" y="1065484"/>
            <a:chExt cx="1539565" cy="299786"/>
          </a:xfrm>
        </p:grpSpPr>
        <p:sp>
          <p:nvSpPr>
            <p:cNvPr id="393" name="Straight Connector 392"/>
            <p:cNvSpPr/>
            <p:nvPr/>
          </p:nvSpPr>
          <p:spPr>
            <a:xfrm>
              <a:off x="5865759" y="1065484"/>
              <a:ext cx="1539565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Straight Connector 393"/>
            <p:cNvSpPr/>
            <p:nvPr/>
          </p:nvSpPr>
          <p:spPr>
            <a:xfrm>
              <a:off x="5865759" y="1300687"/>
              <a:ext cx="114432" cy="550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Straight Connector 394"/>
            <p:cNvSpPr/>
            <p:nvPr/>
          </p:nvSpPr>
          <p:spPr>
            <a:xfrm flipV="1">
              <a:off x="5865759" y="1355697"/>
              <a:ext cx="126606" cy="9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0" name="Group 399"/>
          <p:cNvGrpSpPr/>
          <p:nvPr/>
        </p:nvGrpSpPr>
        <p:grpSpPr>
          <a:xfrm>
            <a:off x="5973551" y="1051969"/>
            <a:ext cx="1855524" cy="303728"/>
            <a:chOff x="5973551" y="1051969"/>
            <a:chExt cx="1855524" cy="303728"/>
          </a:xfrm>
        </p:grpSpPr>
        <p:sp>
          <p:nvSpPr>
            <p:cNvPr id="397" name="Straight Connector 396"/>
            <p:cNvSpPr/>
            <p:nvPr/>
          </p:nvSpPr>
          <p:spPr>
            <a:xfrm>
              <a:off x="5973551" y="1065484"/>
              <a:ext cx="1855524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8" name="Straight Connector 397"/>
            <p:cNvSpPr/>
            <p:nvPr/>
          </p:nvSpPr>
          <p:spPr>
            <a:xfrm>
              <a:off x="7712984" y="1065484"/>
              <a:ext cx="116091" cy="514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9" name="Straight Connector 398"/>
            <p:cNvSpPr/>
            <p:nvPr/>
          </p:nvSpPr>
          <p:spPr>
            <a:xfrm flipV="1">
              <a:off x="7702828" y="1051969"/>
              <a:ext cx="126247" cy="1351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4" name="Group 403"/>
          <p:cNvGrpSpPr/>
          <p:nvPr/>
        </p:nvGrpSpPr>
        <p:grpSpPr>
          <a:xfrm>
            <a:off x="6499177" y="1065484"/>
            <a:ext cx="147665" cy="2176600"/>
            <a:chOff x="6499177" y="1065484"/>
            <a:chExt cx="147665" cy="2176600"/>
          </a:xfrm>
        </p:grpSpPr>
        <p:sp>
          <p:nvSpPr>
            <p:cNvPr id="401" name="Straight Connector 400"/>
            <p:cNvSpPr/>
            <p:nvPr/>
          </p:nvSpPr>
          <p:spPr>
            <a:xfrm flipV="1">
              <a:off x="6499177" y="1065484"/>
              <a:ext cx="121703" cy="217660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2" name="Straight Connector 401"/>
            <p:cNvSpPr/>
            <p:nvPr/>
          </p:nvSpPr>
          <p:spPr>
            <a:xfrm flipV="1">
              <a:off x="6581224" y="3121468"/>
              <a:ext cx="39656" cy="12061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3" name="Straight Connector 402"/>
            <p:cNvSpPr/>
            <p:nvPr/>
          </p:nvSpPr>
          <p:spPr>
            <a:xfrm>
              <a:off x="6620880" y="3117799"/>
              <a:ext cx="25962" cy="12428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8" name="Group 407"/>
          <p:cNvGrpSpPr/>
          <p:nvPr/>
        </p:nvGrpSpPr>
        <p:grpSpPr>
          <a:xfrm>
            <a:off x="6801226" y="2806764"/>
            <a:ext cx="121703" cy="435320"/>
            <a:chOff x="6801226" y="2806764"/>
            <a:chExt cx="121703" cy="435320"/>
          </a:xfrm>
        </p:grpSpPr>
        <p:sp>
          <p:nvSpPr>
            <p:cNvPr id="405" name="Straight Connector 404"/>
            <p:cNvSpPr/>
            <p:nvPr/>
          </p:nvSpPr>
          <p:spPr>
            <a:xfrm>
              <a:off x="6801226" y="2806764"/>
              <a:ext cx="121703" cy="43532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6" name="Straight Connector 405"/>
            <p:cNvSpPr/>
            <p:nvPr/>
          </p:nvSpPr>
          <p:spPr>
            <a:xfrm>
              <a:off x="6921555" y="2806764"/>
              <a:ext cx="1373" cy="1269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" name="Straight Connector 406"/>
            <p:cNvSpPr/>
            <p:nvPr/>
          </p:nvSpPr>
          <p:spPr>
            <a:xfrm>
              <a:off x="6858261" y="2806764"/>
              <a:ext cx="64668" cy="10926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2" name="Group 411"/>
          <p:cNvGrpSpPr/>
          <p:nvPr/>
        </p:nvGrpSpPr>
        <p:grpSpPr>
          <a:xfrm>
            <a:off x="7103275" y="1065484"/>
            <a:ext cx="145932" cy="1741280"/>
            <a:chOff x="7103275" y="1065484"/>
            <a:chExt cx="145932" cy="1741280"/>
          </a:xfrm>
        </p:grpSpPr>
        <p:sp>
          <p:nvSpPr>
            <p:cNvPr id="409" name="Straight Connector 408"/>
            <p:cNvSpPr/>
            <p:nvPr/>
          </p:nvSpPr>
          <p:spPr>
            <a:xfrm>
              <a:off x="7103275" y="1065484"/>
              <a:ext cx="121703" cy="17412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0" name="Straight Connector 409"/>
            <p:cNvSpPr/>
            <p:nvPr/>
          </p:nvSpPr>
          <p:spPr>
            <a:xfrm flipV="1">
              <a:off x="7224978" y="1065484"/>
              <a:ext cx="24229" cy="12463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1" name="Straight Connector 410"/>
            <p:cNvSpPr/>
            <p:nvPr/>
          </p:nvSpPr>
          <p:spPr>
            <a:xfrm>
              <a:off x="7183646" y="1065484"/>
              <a:ext cx="41331" cy="1200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6" name="Group 415"/>
          <p:cNvGrpSpPr/>
          <p:nvPr/>
        </p:nvGrpSpPr>
        <p:grpSpPr>
          <a:xfrm>
            <a:off x="5865759" y="1065484"/>
            <a:ext cx="1539565" cy="299786"/>
            <a:chOff x="5865759" y="1065484"/>
            <a:chExt cx="1539565" cy="299786"/>
          </a:xfrm>
        </p:grpSpPr>
        <p:sp>
          <p:nvSpPr>
            <p:cNvPr id="413" name="Straight Connector 412"/>
            <p:cNvSpPr/>
            <p:nvPr/>
          </p:nvSpPr>
          <p:spPr>
            <a:xfrm>
              <a:off x="5865759" y="1065484"/>
              <a:ext cx="1539565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4" name="Straight Connector 413"/>
            <p:cNvSpPr/>
            <p:nvPr/>
          </p:nvSpPr>
          <p:spPr>
            <a:xfrm>
              <a:off x="5865759" y="1300687"/>
              <a:ext cx="114432" cy="550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5" name="Straight Connector 414"/>
            <p:cNvSpPr/>
            <p:nvPr/>
          </p:nvSpPr>
          <p:spPr>
            <a:xfrm flipV="1">
              <a:off x="5865759" y="1355697"/>
              <a:ext cx="126606" cy="9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0" name="Group 419"/>
          <p:cNvGrpSpPr/>
          <p:nvPr/>
        </p:nvGrpSpPr>
        <p:grpSpPr>
          <a:xfrm>
            <a:off x="5973551" y="1051969"/>
            <a:ext cx="1855524" cy="303728"/>
            <a:chOff x="5973551" y="1051969"/>
            <a:chExt cx="1855524" cy="303728"/>
          </a:xfrm>
        </p:grpSpPr>
        <p:sp>
          <p:nvSpPr>
            <p:cNvPr id="417" name="Straight Connector 416"/>
            <p:cNvSpPr/>
            <p:nvPr/>
          </p:nvSpPr>
          <p:spPr>
            <a:xfrm>
              <a:off x="5973551" y="1065484"/>
              <a:ext cx="1855524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8" name="Straight Connector 417"/>
            <p:cNvSpPr/>
            <p:nvPr/>
          </p:nvSpPr>
          <p:spPr>
            <a:xfrm>
              <a:off x="7712984" y="1065484"/>
              <a:ext cx="116091" cy="514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9" name="Straight Connector 418"/>
            <p:cNvSpPr/>
            <p:nvPr/>
          </p:nvSpPr>
          <p:spPr>
            <a:xfrm flipV="1">
              <a:off x="7702828" y="1051969"/>
              <a:ext cx="126247" cy="1351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4" name="Group 423"/>
          <p:cNvGrpSpPr/>
          <p:nvPr/>
        </p:nvGrpSpPr>
        <p:grpSpPr>
          <a:xfrm>
            <a:off x="6499177" y="1065484"/>
            <a:ext cx="147170" cy="2031493"/>
            <a:chOff x="6499177" y="1065484"/>
            <a:chExt cx="147170" cy="2031493"/>
          </a:xfrm>
        </p:grpSpPr>
        <p:sp>
          <p:nvSpPr>
            <p:cNvPr id="421" name="Straight Connector 420"/>
            <p:cNvSpPr/>
            <p:nvPr/>
          </p:nvSpPr>
          <p:spPr>
            <a:xfrm flipV="1">
              <a:off x="6499177" y="1065484"/>
              <a:ext cx="121703" cy="203149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2" name="Straight Connector 421"/>
            <p:cNvSpPr/>
            <p:nvPr/>
          </p:nvSpPr>
          <p:spPr>
            <a:xfrm flipV="1">
              <a:off x="6580744" y="2976520"/>
              <a:ext cx="40136" cy="12045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3" name="Straight Connector 422"/>
            <p:cNvSpPr/>
            <p:nvPr/>
          </p:nvSpPr>
          <p:spPr>
            <a:xfrm>
              <a:off x="6620880" y="2972590"/>
              <a:ext cx="25467" cy="12438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8" name="Group 427"/>
          <p:cNvGrpSpPr/>
          <p:nvPr/>
        </p:nvGrpSpPr>
        <p:grpSpPr>
          <a:xfrm>
            <a:off x="6801226" y="2806764"/>
            <a:ext cx="121703" cy="290213"/>
            <a:chOff x="6801226" y="2806764"/>
            <a:chExt cx="121703" cy="290213"/>
          </a:xfrm>
        </p:grpSpPr>
        <p:sp>
          <p:nvSpPr>
            <p:cNvPr id="425" name="Straight Connector 424"/>
            <p:cNvSpPr/>
            <p:nvPr/>
          </p:nvSpPr>
          <p:spPr>
            <a:xfrm>
              <a:off x="6801226" y="2806764"/>
              <a:ext cx="121703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Straight Connector 425"/>
            <p:cNvSpPr/>
            <p:nvPr/>
          </p:nvSpPr>
          <p:spPr>
            <a:xfrm>
              <a:off x="6905804" y="2806764"/>
              <a:ext cx="17125" cy="12580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" name="Straight Connector 426"/>
            <p:cNvSpPr/>
            <p:nvPr/>
          </p:nvSpPr>
          <p:spPr>
            <a:xfrm>
              <a:off x="6845196" y="2806764"/>
              <a:ext cx="77733" cy="10039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2" name="Group 431"/>
          <p:cNvGrpSpPr/>
          <p:nvPr/>
        </p:nvGrpSpPr>
        <p:grpSpPr>
          <a:xfrm>
            <a:off x="7103275" y="1065484"/>
            <a:ext cx="145932" cy="1741280"/>
            <a:chOff x="7103275" y="1065484"/>
            <a:chExt cx="145932" cy="1741280"/>
          </a:xfrm>
        </p:grpSpPr>
        <p:sp>
          <p:nvSpPr>
            <p:cNvPr id="429" name="Straight Connector 428"/>
            <p:cNvSpPr/>
            <p:nvPr/>
          </p:nvSpPr>
          <p:spPr>
            <a:xfrm>
              <a:off x="7103275" y="1065484"/>
              <a:ext cx="121703" cy="17412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0" name="Straight Connector 429"/>
            <p:cNvSpPr/>
            <p:nvPr/>
          </p:nvSpPr>
          <p:spPr>
            <a:xfrm flipV="1">
              <a:off x="7224978" y="1065484"/>
              <a:ext cx="24229" cy="12463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1" name="Straight Connector 430"/>
            <p:cNvSpPr/>
            <p:nvPr/>
          </p:nvSpPr>
          <p:spPr>
            <a:xfrm>
              <a:off x="7183646" y="1065484"/>
              <a:ext cx="41331" cy="1200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6" name="Group 435"/>
          <p:cNvGrpSpPr/>
          <p:nvPr/>
        </p:nvGrpSpPr>
        <p:grpSpPr>
          <a:xfrm>
            <a:off x="5865759" y="1065484"/>
            <a:ext cx="1539565" cy="299786"/>
            <a:chOff x="5865759" y="1065484"/>
            <a:chExt cx="1539565" cy="299786"/>
          </a:xfrm>
        </p:grpSpPr>
        <p:sp>
          <p:nvSpPr>
            <p:cNvPr id="433" name="Straight Connector 432"/>
            <p:cNvSpPr/>
            <p:nvPr/>
          </p:nvSpPr>
          <p:spPr>
            <a:xfrm>
              <a:off x="5865759" y="1065484"/>
              <a:ext cx="1539565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4" name="Straight Connector 433"/>
            <p:cNvSpPr/>
            <p:nvPr/>
          </p:nvSpPr>
          <p:spPr>
            <a:xfrm>
              <a:off x="5865759" y="1300687"/>
              <a:ext cx="114432" cy="550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5" name="Straight Connector 434"/>
            <p:cNvSpPr/>
            <p:nvPr/>
          </p:nvSpPr>
          <p:spPr>
            <a:xfrm flipV="1">
              <a:off x="5865759" y="1355697"/>
              <a:ext cx="126606" cy="9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0" name="Group 439"/>
          <p:cNvGrpSpPr/>
          <p:nvPr/>
        </p:nvGrpSpPr>
        <p:grpSpPr>
          <a:xfrm>
            <a:off x="5973551" y="1051969"/>
            <a:ext cx="1855524" cy="303728"/>
            <a:chOff x="5973551" y="1051969"/>
            <a:chExt cx="1855524" cy="303728"/>
          </a:xfrm>
        </p:grpSpPr>
        <p:sp>
          <p:nvSpPr>
            <p:cNvPr id="437" name="Straight Connector 436"/>
            <p:cNvSpPr/>
            <p:nvPr/>
          </p:nvSpPr>
          <p:spPr>
            <a:xfrm>
              <a:off x="5973551" y="1065484"/>
              <a:ext cx="1855524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8" name="Straight Connector 437"/>
            <p:cNvSpPr/>
            <p:nvPr/>
          </p:nvSpPr>
          <p:spPr>
            <a:xfrm>
              <a:off x="7712984" y="1065484"/>
              <a:ext cx="116091" cy="514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9" name="Straight Connector 438"/>
            <p:cNvSpPr/>
            <p:nvPr/>
          </p:nvSpPr>
          <p:spPr>
            <a:xfrm flipV="1">
              <a:off x="7702828" y="1051969"/>
              <a:ext cx="126247" cy="1351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4" name="Group 443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441" name="Straight Connector 440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2" name="Straight Connector 441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" name="Straight Connector 442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8" name="Group 447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445" name="Straight Connector 444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" name="Straight Connector 445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" name="Straight Connector 446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2" name="Group 451"/>
          <p:cNvGrpSpPr/>
          <p:nvPr/>
        </p:nvGrpSpPr>
        <p:grpSpPr>
          <a:xfrm>
            <a:off x="7103275" y="1065484"/>
            <a:ext cx="121703" cy="145106"/>
            <a:chOff x="7103275" y="1065484"/>
            <a:chExt cx="121703" cy="145106"/>
          </a:xfrm>
        </p:grpSpPr>
        <p:sp>
          <p:nvSpPr>
            <p:cNvPr id="449" name="Straight Connector 448"/>
            <p:cNvSpPr/>
            <p:nvPr/>
          </p:nvSpPr>
          <p:spPr>
            <a:xfrm>
              <a:off x="7103275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Straight Connector 449"/>
            <p:cNvSpPr/>
            <p:nvPr/>
          </p:nvSpPr>
          <p:spPr>
            <a:xfrm>
              <a:off x="7171344" y="1065484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Straight Connector 450"/>
            <p:cNvSpPr/>
            <p:nvPr/>
          </p:nvSpPr>
          <p:spPr>
            <a:xfrm>
              <a:off x="7120989" y="1065484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6" name="Group 455"/>
          <p:cNvGrpSpPr/>
          <p:nvPr/>
        </p:nvGrpSpPr>
        <p:grpSpPr>
          <a:xfrm>
            <a:off x="7405324" y="1065484"/>
            <a:ext cx="133822" cy="725533"/>
            <a:chOff x="7405324" y="1065484"/>
            <a:chExt cx="133822" cy="725533"/>
          </a:xfrm>
        </p:grpSpPr>
        <p:sp>
          <p:nvSpPr>
            <p:cNvPr id="453" name="Straight Connector 452"/>
            <p:cNvSpPr/>
            <p:nvPr/>
          </p:nvSpPr>
          <p:spPr>
            <a:xfrm flipV="1">
              <a:off x="7405324" y="1065484"/>
              <a:ext cx="121703" cy="72553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Straight Connector 453"/>
            <p:cNvSpPr/>
            <p:nvPr/>
          </p:nvSpPr>
          <p:spPr>
            <a:xfrm flipV="1">
              <a:off x="7474330" y="1675501"/>
              <a:ext cx="52697" cy="11551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Straight Connector 454"/>
            <p:cNvSpPr/>
            <p:nvPr/>
          </p:nvSpPr>
          <p:spPr>
            <a:xfrm>
              <a:off x="7527027" y="1664629"/>
              <a:ext cx="12119" cy="1263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0" name="Group 459"/>
          <p:cNvGrpSpPr/>
          <p:nvPr/>
        </p:nvGrpSpPr>
        <p:grpSpPr>
          <a:xfrm>
            <a:off x="7707372" y="1065484"/>
            <a:ext cx="133823" cy="725533"/>
            <a:chOff x="7707372" y="1065484"/>
            <a:chExt cx="133823" cy="725533"/>
          </a:xfrm>
        </p:grpSpPr>
        <p:sp>
          <p:nvSpPr>
            <p:cNvPr id="457" name="Straight Connector 456"/>
            <p:cNvSpPr/>
            <p:nvPr/>
          </p:nvSpPr>
          <p:spPr>
            <a:xfrm>
              <a:off x="7707372" y="1065484"/>
              <a:ext cx="121703" cy="72553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8" name="Straight Connector 457"/>
            <p:cNvSpPr/>
            <p:nvPr/>
          </p:nvSpPr>
          <p:spPr>
            <a:xfrm flipV="1">
              <a:off x="7829076" y="1065484"/>
              <a:ext cx="12119" cy="1263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9" name="Straight Connector 458"/>
            <p:cNvSpPr/>
            <p:nvPr/>
          </p:nvSpPr>
          <p:spPr>
            <a:xfrm>
              <a:off x="7776379" y="1065484"/>
              <a:ext cx="52697" cy="11551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4" name="Group 463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461" name="Straight Connector 460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2" name="Straight Connector 461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3" name="Straight Connector 462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8" name="Group 467"/>
          <p:cNvGrpSpPr/>
          <p:nvPr/>
        </p:nvGrpSpPr>
        <p:grpSpPr>
          <a:xfrm>
            <a:off x="6801226" y="1065484"/>
            <a:ext cx="139740" cy="1015747"/>
            <a:chOff x="6801226" y="1065484"/>
            <a:chExt cx="139740" cy="1015747"/>
          </a:xfrm>
        </p:grpSpPr>
        <p:sp>
          <p:nvSpPr>
            <p:cNvPr id="465" name="Straight Connector 464"/>
            <p:cNvSpPr/>
            <p:nvPr/>
          </p:nvSpPr>
          <p:spPr>
            <a:xfrm flipV="1">
              <a:off x="6801226" y="1065484"/>
              <a:ext cx="121703" cy="101574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6" name="Straight Connector 465"/>
            <p:cNvSpPr/>
            <p:nvPr/>
          </p:nvSpPr>
          <p:spPr>
            <a:xfrm flipV="1">
              <a:off x="6875712" y="1963369"/>
              <a:ext cx="47217" cy="1178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7" name="Straight Connector 466"/>
            <p:cNvSpPr/>
            <p:nvPr/>
          </p:nvSpPr>
          <p:spPr>
            <a:xfrm>
              <a:off x="6922929" y="1955550"/>
              <a:ext cx="18037" cy="1256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2" name="Group 471"/>
          <p:cNvGrpSpPr/>
          <p:nvPr/>
        </p:nvGrpSpPr>
        <p:grpSpPr>
          <a:xfrm>
            <a:off x="7103275" y="1210590"/>
            <a:ext cx="137268" cy="870640"/>
            <a:chOff x="7103275" y="1210590"/>
            <a:chExt cx="137268" cy="870640"/>
          </a:xfrm>
        </p:grpSpPr>
        <p:sp>
          <p:nvSpPr>
            <p:cNvPr id="469" name="Straight Connector 468"/>
            <p:cNvSpPr/>
            <p:nvPr/>
          </p:nvSpPr>
          <p:spPr>
            <a:xfrm>
              <a:off x="7103275" y="1210590"/>
              <a:ext cx="121703" cy="87064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0" name="Straight Connector 469"/>
            <p:cNvSpPr/>
            <p:nvPr/>
          </p:nvSpPr>
          <p:spPr>
            <a:xfrm flipV="1">
              <a:off x="7224978" y="1210590"/>
              <a:ext cx="15565" cy="1260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Straight Connector 470"/>
            <p:cNvSpPr/>
            <p:nvPr/>
          </p:nvSpPr>
          <p:spPr>
            <a:xfrm>
              <a:off x="7175455" y="1210590"/>
              <a:ext cx="49523" cy="11691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6" name="Group 475"/>
          <p:cNvGrpSpPr/>
          <p:nvPr/>
        </p:nvGrpSpPr>
        <p:grpSpPr>
          <a:xfrm>
            <a:off x="5865759" y="1210590"/>
            <a:ext cx="1539565" cy="166314"/>
            <a:chOff x="5865759" y="1210590"/>
            <a:chExt cx="1539565" cy="166314"/>
          </a:xfrm>
        </p:grpSpPr>
        <p:sp>
          <p:nvSpPr>
            <p:cNvPr id="473" name="Straight Connector 472"/>
            <p:cNvSpPr/>
            <p:nvPr/>
          </p:nvSpPr>
          <p:spPr>
            <a:xfrm>
              <a:off x="5865759" y="1210590"/>
              <a:ext cx="1539565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4" name="Straight Connector 473"/>
            <p:cNvSpPr/>
            <p:nvPr/>
          </p:nvSpPr>
          <p:spPr>
            <a:xfrm>
              <a:off x="5865759" y="1311473"/>
              <a:ext cx="119017" cy="4422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5" name="Straight Connector 474"/>
            <p:cNvSpPr/>
            <p:nvPr/>
          </p:nvSpPr>
          <p:spPr>
            <a:xfrm flipV="1">
              <a:off x="5865759" y="1355697"/>
              <a:ext cx="125184" cy="2120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0" name="Group 479"/>
          <p:cNvGrpSpPr/>
          <p:nvPr/>
        </p:nvGrpSpPr>
        <p:grpSpPr>
          <a:xfrm>
            <a:off x="5973551" y="1051969"/>
            <a:ext cx="1855524" cy="303728"/>
            <a:chOff x="5973551" y="1051969"/>
            <a:chExt cx="1855524" cy="303728"/>
          </a:xfrm>
        </p:grpSpPr>
        <p:sp>
          <p:nvSpPr>
            <p:cNvPr id="477" name="Straight Connector 476"/>
            <p:cNvSpPr/>
            <p:nvPr/>
          </p:nvSpPr>
          <p:spPr>
            <a:xfrm>
              <a:off x="5973551" y="1065484"/>
              <a:ext cx="1855524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8" name="Straight Connector 477"/>
            <p:cNvSpPr/>
            <p:nvPr/>
          </p:nvSpPr>
          <p:spPr>
            <a:xfrm>
              <a:off x="7712984" y="1065484"/>
              <a:ext cx="116091" cy="514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9" name="Straight Connector 478"/>
            <p:cNvSpPr/>
            <p:nvPr/>
          </p:nvSpPr>
          <p:spPr>
            <a:xfrm flipV="1">
              <a:off x="7702828" y="1051969"/>
              <a:ext cx="126247" cy="1351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4" name="Group 483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481" name="Straight Connector 480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2" name="Straight Connector 481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3" name="Straight Connector 482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8" name="Group 487"/>
          <p:cNvGrpSpPr/>
          <p:nvPr/>
        </p:nvGrpSpPr>
        <p:grpSpPr>
          <a:xfrm>
            <a:off x="6800287" y="1032623"/>
            <a:ext cx="122642" cy="65721"/>
            <a:chOff x="6800287" y="1032623"/>
            <a:chExt cx="122642" cy="65721"/>
          </a:xfrm>
        </p:grpSpPr>
        <p:sp>
          <p:nvSpPr>
            <p:cNvPr id="485" name="Straight Connector 484"/>
            <p:cNvSpPr/>
            <p:nvPr/>
          </p:nvSpPr>
          <p:spPr>
            <a:xfrm>
              <a:off x="6801226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6" name="Straight Connector 485"/>
            <p:cNvSpPr/>
            <p:nvPr/>
          </p:nvSpPr>
          <p:spPr>
            <a:xfrm>
              <a:off x="6800287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7" name="Straight Connector 486"/>
            <p:cNvSpPr/>
            <p:nvPr/>
          </p:nvSpPr>
          <p:spPr>
            <a:xfrm flipV="1">
              <a:off x="6800287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2" name="Group 491"/>
          <p:cNvGrpSpPr/>
          <p:nvPr/>
        </p:nvGrpSpPr>
        <p:grpSpPr>
          <a:xfrm>
            <a:off x="4355515" y="1065484"/>
            <a:ext cx="2747760" cy="1596173"/>
            <a:chOff x="4355515" y="1065484"/>
            <a:chExt cx="2747760" cy="1596173"/>
          </a:xfrm>
        </p:grpSpPr>
        <p:sp>
          <p:nvSpPr>
            <p:cNvPr id="489" name="Straight Connector 488"/>
            <p:cNvSpPr/>
            <p:nvPr/>
          </p:nvSpPr>
          <p:spPr>
            <a:xfrm>
              <a:off x="4355515" y="1065484"/>
              <a:ext cx="2747760" cy="15961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0" name="Straight Connector 489"/>
            <p:cNvSpPr/>
            <p:nvPr/>
          </p:nvSpPr>
          <p:spPr>
            <a:xfrm>
              <a:off x="4355515" y="2571640"/>
              <a:ext cx="89541" cy="900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1" name="Straight Connector 490"/>
            <p:cNvSpPr/>
            <p:nvPr/>
          </p:nvSpPr>
          <p:spPr>
            <a:xfrm>
              <a:off x="4355515" y="2628469"/>
              <a:ext cx="122553" cy="331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6" name="Group 495"/>
          <p:cNvGrpSpPr/>
          <p:nvPr/>
        </p:nvGrpSpPr>
        <p:grpSpPr>
          <a:xfrm>
            <a:off x="4535860" y="1355697"/>
            <a:ext cx="1329898" cy="1305960"/>
            <a:chOff x="4535860" y="1355697"/>
            <a:chExt cx="1329898" cy="1305960"/>
          </a:xfrm>
        </p:grpSpPr>
        <p:sp>
          <p:nvSpPr>
            <p:cNvPr id="493" name="Straight Connector 492"/>
            <p:cNvSpPr/>
            <p:nvPr/>
          </p:nvSpPr>
          <p:spPr>
            <a:xfrm>
              <a:off x="4535860" y="1355697"/>
              <a:ext cx="1329898" cy="13059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4" name="Straight Connector 493"/>
            <p:cNvSpPr/>
            <p:nvPr/>
          </p:nvSpPr>
          <p:spPr>
            <a:xfrm>
              <a:off x="5801278" y="1355697"/>
              <a:ext cx="64480" cy="10937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5" name="Straight Connector 494"/>
            <p:cNvSpPr/>
            <p:nvPr/>
          </p:nvSpPr>
          <p:spPr>
            <a:xfrm>
              <a:off x="5755229" y="1355697"/>
              <a:ext cx="110529" cy="6248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0" name="Group 499"/>
          <p:cNvGrpSpPr/>
          <p:nvPr/>
        </p:nvGrpSpPr>
        <p:grpSpPr>
          <a:xfrm>
            <a:off x="5973551" y="1051969"/>
            <a:ext cx="1855524" cy="303728"/>
            <a:chOff x="5973551" y="1051969"/>
            <a:chExt cx="1855524" cy="303728"/>
          </a:xfrm>
        </p:grpSpPr>
        <p:sp>
          <p:nvSpPr>
            <p:cNvPr id="497" name="Straight Connector 496"/>
            <p:cNvSpPr/>
            <p:nvPr/>
          </p:nvSpPr>
          <p:spPr>
            <a:xfrm>
              <a:off x="5973551" y="1065484"/>
              <a:ext cx="1855524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8" name="Straight Connector 497"/>
            <p:cNvSpPr/>
            <p:nvPr/>
          </p:nvSpPr>
          <p:spPr>
            <a:xfrm>
              <a:off x="7712984" y="1065484"/>
              <a:ext cx="116091" cy="514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9" name="Straight Connector 498"/>
            <p:cNvSpPr/>
            <p:nvPr/>
          </p:nvSpPr>
          <p:spPr>
            <a:xfrm flipV="1">
              <a:off x="7702828" y="1051969"/>
              <a:ext cx="126247" cy="1351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4" name="Group 503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501" name="Straight Connector 500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2" name="Straight Connector 501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3" name="Straight Connector 502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8" name="Group 507"/>
          <p:cNvGrpSpPr/>
          <p:nvPr/>
        </p:nvGrpSpPr>
        <p:grpSpPr>
          <a:xfrm>
            <a:off x="6801226" y="1065484"/>
            <a:ext cx="725801" cy="1886387"/>
            <a:chOff x="6801226" y="1065484"/>
            <a:chExt cx="725801" cy="1886387"/>
          </a:xfrm>
        </p:grpSpPr>
        <p:sp>
          <p:nvSpPr>
            <p:cNvPr id="505" name="Straight Connector 504"/>
            <p:cNvSpPr/>
            <p:nvPr/>
          </p:nvSpPr>
          <p:spPr>
            <a:xfrm flipV="1">
              <a:off x="6801226" y="1065484"/>
              <a:ext cx="725800" cy="188638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6" name="Straight Connector 505"/>
            <p:cNvSpPr/>
            <p:nvPr/>
          </p:nvSpPr>
          <p:spPr>
            <a:xfrm flipV="1">
              <a:off x="7452318" y="2849209"/>
              <a:ext cx="74709" cy="1026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7" name="Straight Connector 506"/>
            <p:cNvSpPr/>
            <p:nvPr/>
          </p:nvSpPr>
          <p:spPr>
            <a:xfrm flipV="1">
              <a:off x="7513656" y="2825608"/>
              <a:ext cx="13371" cy="1262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2" name="Group 511"/>
          <p:cNvGrpSpPr/>
          <p:nvPr/>
        </p:nvGrpSpPr>
        <p:grpSpPr>
          <a:xfrm>
            <a:off x="7707372" y="1065484"/>
            <a:ext cx="146600" cy="1886387"/>
            <a:chOff x="7707372" y="1065484"/>
            <a:chExt cx="146600" cy="1886387"/>
          </a:xfrm>
        </p:grpSpPr>
        <p:sp>
          <p:nvSpPr>
            <p:cNvPr id="509" name="Straight Connector 508"/>
            <p:cNvSpPr/>
            <p:nvPr/>
          </p:nvSpPr>
          <p:spPr>
            <a:xfrm>
              <a:off x="7707372" y="1065484"/>
              <a:ext cx="121703" cy="188638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0" name="Straight Connector 509"/>
            <p:cNvSpPr/>
            <p:nvPr/>
          </p:nvSpPr>
          <p:spPr>
            <a:xfrm flipV="1">
              <a:off x="7829076" y="1065484"/>
              <a:ext cx="24896" cy="12450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1" name="Straight Connector 510"/>
            <p:cNvSpPr/>
            <p:nvPr/>
          </p:nvSpPr>
          <p:spPr>
            <a:xfrm>
              <a:off x="7788387" y="1065484"/>
              <a:ext cx="40688" cy="12027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6" name="Group 51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513" name="Straight Connector 51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4" name="Straight Connector 51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5" name="Straight Connector 51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0" name="Group 519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517" name="Straight Connector 516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8" name="Straight Connector 517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9" name="Straight Connector 518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4" name="Group 523"/>
          <p:cNvGrpSpPr/>
          <p:nvPr/>
        </p:nvGrpSpPr>
        <p:grpSpPr>
          <a:xfrm>
            <a:off x="7103275" y="1065484"/>
            <a:ext cx="121703" cy="145106"/>
            <a:chOff x="7103275" y="1065484"/>
            <a:chExt cx="121703" cy="145106"/>
          </a:xfrm>
        </p:grpSpPr>
        <p:sp>
          <p:nvSpPr>
            <p:cNvPr id="521" name="Straight Connector 520"/>
            <p:cNvSpPr/>
            <p:nvPr/>
          </p:nvSpPr>
          <p:spPr>
            <a:xfrm>
              <a:off x="7103275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2" name="Straight Connector 521"/>
            <p:cNvSpPr/>
            <p:nvPr/>
          </p:nvSpPr>
          <p:spPr>
            <a:xfrm>
              <a:off x="7171344" y="1065484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3" name="Straight Connector 522"/>
            <p:cNvSpPr/>
            <p:nvPr/>
          </p:nvSpPr>
          <p:spPr>
            <a:xfrm>
              <a:off x="7120989" y="1065484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8" name="Group 527"/>
          <p:cNvGrpSpPr/>
          <p:nvPr/>
        </p:nvGrpSpPr>
        <p:grpSpPr>
          <a:xfrm>
            <a:off x="5865759" y="1065484"/>
            <a:ext cx="1539565" cy="299786"/>
            <a:chOff x="5865759" y="1065484"/>
            <a:chExt cx="1539565" cy="299786"/>
          </a:xfrm>
        </p:grpSpPr>
        <p:sp>
          <p:nvSpPr>
            <p:cNvPr id="525" name="Straight Connector 524"/>
            <p:cNvSpPr/>
            <p:nvPr/>
          </p:nvSpPr>
          <p:spPr>
            <a:xfrm>
              <a:off x="5865759" y="1065484"/>
              <a:ext cx="1539565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6" name="Straight Connector 525"/>
            <p:cNvSpPr/>
            <p:nvPr/>
          </p:nvSpPr>
          <p:spPr>
            <a:xfrm>
              <a:off x="5865759" y="1300687"/>
              <a:ext cx="114432" cy="550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7" name="Straight Connector 526"/>
            <p:cNvSpPr/>
            <p:nvPr/>
          </p:nvSpPr>
          <p:spPr>
            <a:xfrm flipV="1">
              <a:off x="5865759" y="1355697"/>
              <a:ext cx="126606" cy="9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2" name="Group 531"/>
          <p:cNvGrpSpPr/>
          <p:nvPr/>
        </p:nvGrpSpPr>
        <p:grpSpPr>
          <a:xfrm>
            <a:off x="5894141" y="1322836"/>
            <a:ext cx="122642" cy="65721"/>
            <a:chOff x="5894141" y="1322836"/>
            <a:chExt cx="122642" cy="65721"/>
          </a:xfrm>
        </p:grpSpPr>
        <p:sp>
          <p:nvSpPr>
            <p:cNvPr id="529" name="Straight Connector 528"/>
            <p:cNvSpPr/>
            <p:nvPr/>
          </p:nvSpPr>
          <p:spPr>
            <a:xfrm>
              <a:off x="5973551" y="1355697"/>
              <a:ext cx="4323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0" name="Straight Connector 529"/>
            <p:cNvSpPr/>
            <p:nvPr/>
          </p:nvSpPr>
          <p:spPr>
            <a:xfrm>
              <a:off x="5894141" y="1355697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1" name="Straight Connector 530"/>
            <p:cNvSpPr/>
            <p:nvPr/>
          </p:nvSpPr>
          <p:spPr>
            <a:xfrm flipV="1">
              <a:off x="5894141" y="1322836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6" name="Group 53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533" name="Straight Connector 53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4" name="Straight Connector 53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5" name="Straight Connector 53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0" name="Group 539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537" name="Straight Connector 536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8" name="Straight Connector 537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9" name="Straight Connector 538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4" name="Group 543"/>
          <p:cNvGrpSpPr/>
          <p:nvPr/>
        </p:nvGrpSpPr>
        <p:grpSpPr>
          <a:xfrm>
            <a:off x="7103275" y="1065484"/>
            <a:ext cx="121703" cy="145106"/>
            <a:chOff x="7103275" y="1065484"/>
            <a:chExt cx="121703" cy="145106"/>
          </a:xfrm>
        </p:grpSpPr>
        <p:sp>
          <p:nvSpPr>
            <p:cNvPr id="541" name="Straight Connector 540"/>
            <p:cNvSpPr/>
            <p:nvPr/>
          </p:nvSpPr>
          <p:spPr>
            <a:xfrm>
              <a:off x="7103275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2" name="Straight Connector 541"/>
            <p:cNvSpPr/>
            <p:nvPr/>
          </p:nvSpPr>
          <p:spPr>
            <a:xfrm>
              <a:off x="7171344" y="1065484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3" name="Straight Connector 542"/>
            <p:cNvSpPr/>
            <p:nvPr/>
          </p:nvSpPr>
          <p:spPr>
            <a:xfrm>
              <a:off x="7120989" y="1065484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8" name="Group 547"/>
          <p:cNvGrpSpPr/>
          <p:nvPr/>
        </p:nvGrpSpPr>
        <p:grpSpPr>
          <a:xfrm>
            <a:off x="7405324" y="1065484"/>
            <a:ext cx="128696" cy="580426"/>
            <a:chOff x="7405324" y="1065484"/>
            <a:chExt cx="128696" cy="580426"/>
          </a:xfrm>
        </p:grpSpPr>
        <p:sp>
          <p:nvSpPr>
            <p:cNvPr id="545" name="Straight Connector 544"/>
            <p:cNvSpPr/>
            <p:nvPr/>
          </p:nvSpPr>
          <p:spPr>
            <a:xfrm flipV="1">
              <a:off x="7405324" y="1065484"/>
              <a:ext cx="121703" cy="5804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6" name="Straight Connector 545"/>
            <p:cNvSpPr/>
            <p:nvPr/>
          </p:nvSpPr>
          <p:spPr>
            <a:xfrm flipV="1">
              <a:off x="7469697" y="1532622"/>
              <a:ext cx="57329" cy="1132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7" name="Straight Connector 546"/>
            <p:cNvSpPr/>
            <p:nvPr/>
          </p:nvSpPr>
          <p:spPr>
            <a:xfrm>
              <a:off x="7527027" y="1519135"/>
              <a:ext cx="6993" cy="12677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2" name="Group 551"/>
          <p:cNvGrpSpPr/>
          <p:nvPr/>
        </p:nvGrpSpPr>
        <p:grpSpPr>
          <a:xfrm>
            <a:off x="7707372" y="1065484"/>
            <a:ext cx="128697" cy="580426"/>
            <a:chOff x="7707372" y="1065484"/>
            <a:chExt cx="128697" cy="580426"/>
          </a:xfrm>
        </p:grpSpPr>
        <p:sp>
          <p:nvSpPr>
            <p:cNvPr id="549" name="Straight Connector 548"/>
            <p:cNvSpPr/>
            <p:nvPr/>
          </p:nvSpPr>
          <p:spPr>
            <a:xfrm>
              <a:off x="7707372" y="1065484"/>
              <a:ext cx="121703" cy="5804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0" name="Straight Connector 549"/>
            <p:cNvSpPr/>
            <p:nvPr/>
          </p:nvSpPr>
          <p:spPr>
            <a:xfrm flipV="1">
              <a:off x="7829076" y="1065484"/>
              <a:ext cx="6993" cy="12677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1" name="Straight Connector 550"/>
            <p:cNvSpPr/>
            <p:nvPr/>
          </p:nvSpPr>
          <p:spPr>
            <a:xfrm>
              <a:off x="7771746" y="1065484"/>
              <a:ext cx="57329" cy="1132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6" name="Group 55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553" name="Straight Connector 55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4" name="Straight Connector 55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5" name="Straight Connector 55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0" name="Group 559"/>
          <p:cNvGrpSpPr/>
          <p:nvPr/>
        </p:nvGrpSpPr>
        <p:grpSpPr>
          <a:xfrm>
            <a:off x="6801226" y="1065484"/>
            <a:ext cx="139740" cy="1015747"/>
            <a:chOff x="6801226" y="1065484"/>
            <a:chExt cx="139740" cy="1015747"/>
          </a:xfrm>
        </p:grpSpPr>
        <p:sp>
          <p:nvSpPr>
            <p:cNvPr id="557" name="Straight Connector 556"/>
            <p:cNvSpPr/>
            <p:nvPr/>
          </p:nvSpPr>
          <p:spPr>
            <a:xfrm flipV="1">
              <a:off x="6801226" y="1065484"/>
              <a:ext cx="121703" cy="101574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8" name="Straight Connector 557"/>
            <p:cNvSpPr/>
            <p:nvPr/>
          </p:nvSpPr>
          <p:spPr>
            <a:xfrm flipV="1">
              <a:off x="6875712" y="1963369"/>
              <a:ext cx="47217" cy="1178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9" name="Straight Connector 558"/>
            <p:cNvSpPr/>
            <p:nvPr/>
          </p:nvSpPr>
          <p:spPr>
            <a:xfrm>
              <a:off x="6922929" y="1955550"/>
              <a:ext cx="18037" cy="1256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4" name="Group 563"/>
          <p:cNvGrpSpPr/>
          <p:nvPr/>
        </p:nvGrpSpPr>
        <p:grpSpPr>
          <a:xfrm>
            <a:off x="7103275" y="1065484"/>
            <a:ext cx="139740" cy="1015746"/>
            <a:chOff x="7103275" y="1065484"/>
            <a:chExt cx="139740" cy="1015746"/>
          </a:xfrm>
        </p:grpSpPr>
        <p:sp>
          <p:nvSpPr>
            <p:cNvPr id="561" name="Straight Connector 560"/>
            <p:cNvSpPr/>
            <p:nvPr/>
          </p:nvSpPr>
          <p:spPr>
            <a:xfrm>
              <a:off x="7103275" y="1065484"/>
              <a:ext cx="121703" cy="101574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2" name="Straight Connector 561"/>
            <p:cNvSpPr/>
            <p:nvPr/>
          </p:nvSpPr>
          <p:spPr>
            <a:xfrm flipV="1">
              <a:off x="7224978" y="1065484"/>
              <a:ext cx="18037" cy="1256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3" name="Straight Connector 562"/>
            <p:cNvSpPr/>
            <p:nvPr/>
          </p:nvSpPr>
          <p:spPr>
            <a:xfrm>
              <a:off x="7177760" y="1065484"/>
              <a:ext cx="47217" cy="1178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8" name="Group 567"/>
          <p:cNvGrpSpPr/>
          <p:nvPr/>
        </p:nvGrpSpPr>
        <p:grpSpPr>
          <a:xfrm>
            <a:off x="5261661" y="1065484"/>
            <a:ext cx="2143662" cy="1160853"/>
            <a:chOff x="5261661" y="1065484"/>
            <a:chExt cx="2143662" cy="1160853"/>
          </a:xfrm>
        </p:grpSpPr>
        <p:sp>
          <p:nvSpPr>
            <p:cNvPr id="565" name="Straight Connector 564"/>
            <p:cNvSpPr/>
            <p:nvPr/>
          </p:nvSpPr>
          <p:spPr>
            <a:xfrm>
              <a:off x="5261661" y="1065484"/>
              <a:ext cx="2143662" cy="116085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6" name="Straight Connector 565"/>
            <p:cNvSpPr/>
            <p:nvPr/>
          </p:nvSpPr>
          <p:spPr>
            <a:xfrm>
              <a:off x="5261661" y="2139040"/>
              <a:ext cx="92196" cy="8729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7" name="Straight Connector 566"/>
            <p:cNvSpPr/>
            <p:nvPr/>
          </p:nvSpPr>
          <p:spPr>
            <a:xfrm>
              <a:off x="5261661" y="2196832"/>
              <a:ext cx="123492" cy="2950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2" name="Group 571"/>
          <p:cNvGrpSpPr/>
          <p:nvPr/>
        </p:nvGrpSpPr>
        <p:grpSpPr>
          <a:xfrm>
            <a:off x="5442007" y="1065484"/>
            <a:ext cx="2387068" cy="1160853"/>
            <a:chOff x="5442007" y="1065484"/>
            <a:chExt cx="2387068" cy="1160853"/>
          </a:xfrm>
        </p:grpSpPr>
        <p:sp>
          <p:nvSpPr>
            <p:cNvPr id="569" name="Straight Connector 568"/>
            <p:cNvSpPr/>
            <p:nvPr/>
          </p:nvSpPr>
          <p:spPr>
            <a:xfrm>
              <a:off x="5442007" y="1065484"/>
              <a:ext cx="2387068" cy="116085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0" name="Straight Connector 569"/>
            <p:cNvSpPr/>
            <p:nvPr/>
          </p:nvSpPr>
          <p:spPr>
            <a:xfrm>
              <a:off x="7733155" y="1065484"/>
              <a:ext cx="95920" cy="8318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1" name="Straight Connector 570"/>
            <p:cNvSpPr/>
            <p:nvPr/>
          </p:nvSpPr>
          <p:spPr>
            <a:xfrm>
              <a:off x="7704412" y="1065484"/>
              <a:ext cx="124663" cy="24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6" name="Group 57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573" name="Straight Connector 57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4" name="Straight Connector 57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5" name="Straight Connector 57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0" name="Group 579"/>
          <p:cNvGrpSpPr/>
          <p:nvPr/>
        </p:nvGrpSpPr>
        <p:grpSpPr>
          <a:xfrm>
            <a:off x="6800287" y="1032623"/>
            <a:ext cx="122642" cy="65721"/>
            <a:chOff x="6800287" y="1032623"/>
            <a:chExt cx="122642" cy="65721"/>
          </a:xfrm>
        </p:grpSpPr>
        <p:sp>
          <p:nvSpPr>
            <p:cNvPr id="577" name="Straight Connector 576"/>
            <p:cNvSpPr/>
            <p:nvPr/>
          </p:nvSpPr>
          <p:spPr>
            <a:xfrm>
              <a:off x="6801226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8" name="Straight Connector 577"/>
            <p:cNvSpPr/>
            <p:nvPr/>
          </p:nvSpPr>
          <p:spPr>
            <a:xfrm>
              <a:off x="6800287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9" name="Straight Connector 578"/>
            <p:cNvSpPr/>
            <p:nvPr/>
          </p:nvSpPr>
          <p:spPr>
            <a:xfrm flipV="1">
              <a:off x="6800287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4" name="Group 583"/>
          <p:cNvGrpSpPr/>
          <p:nvPr/>
        </p:nvGrpSpPr>
        <p:grpSpPr>
          <a:xfrm>
            <a:off x="7103275" y="1065484"/>
            <a:ext cx="121703" cy="145106"/>
            <a:chOff x="7103275" y="1065484"/>
            <a:chExt cx="121703" cy="145106"/>
          </a:xfrm>
        </p:grpSpPr>
        <p:sp>
          <p:nvSpPr>
            <p:cNvPr id="581" name="Straight Connector 580"/>
            <p:cNvSpPr/>
            <p:nvPr/>
          </p:nvSpPr>
          <p:spPr>
            <a:xfrm flipV="1">
              <a:off x="7103275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2" name="Straight Connector 581"/>
            <p:cNvSpPr/>
            <p:nvPr/>
          </p:nvSpPr>
          <p:spPr>
            <a:xfrm flipV="1">
              <a:off x="7120989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3" name="Straight Connector 582"/>
            <p:cNvSpPr/>
            <p:nvPr/>
          </p:nvSpPr>
          <p:spPr>
            <a:xfrm flipV="1">
              <a:off x="7171344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8" name="Group 587"/>
          <p:cNvGrpSpPr/>
          <p:nvPr/>
        </p:nvGrpSpPr>
        <p:grpSpPr>
          <a:xfrm>
            <a:off x="5261661" y="1210590"/>
            <a:ext cx="2143662" cy="1015747"/>
            <a:chOff x="5261661" y="1210590"/>
            <a:chExt cx="2143662" cy="1015747"/>
          </a:xfrm>
        </p:grpSpPr>
        <p:sp>
          <p:nvSpPr>
            <p:cNvPr id="585" name="Straight Connector 584"/>
            <p:cNvSpPr/>
            <p:nvPr/>
          </p:nvSpPr>
          <p:spPr>
            <a:xfrm>
              <a:off x="5261661" y="1210590"/>
              <a:ext cx="2143662" cy="101574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6" name="Straight Connector 585"/>
            <p:cNvSpPr/>
            <p:nvPr/>
          </p:nvSpPr>
          <p:spPr>
            <a:xfrm>
              <a:off x="5261661" y="2144126"/>
              <a:ext cx="96758" cy="822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7" name="Straight Connector 586"/>
            <p:cNvSpPr/>
            <p:nvPr/>
          </p:nvSpPr>
          <p:spPr>
            <a:xfrm>
              <a:off x="5261661" y="2203518"/>
              <a:ext cx="124900" cy="2281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2" name="Group 591"/>
          <p:cNvGrpSpPr/>
          <p:nvPr/>
        </p:nvGrpSpPr>
        <p:grpSpPr>
          <a:xfrm>
            <a:off x="5442007" y="1065484"/>
            <a:ext cx="2387068" cy="1160853"/>
            <a:chOff x="5442007" y="1065484"/>
            <a:chExt cx="2387068" cy="1160853"/>
          </a:xfrm>
        </p:grpSpPr>
        <p:sp>
          <p:nvSpPr>
            <p:cNvPr id="589" name="Straight Connector 588"/>
            <p:cNvSpPr/>
            <p:nvPr/>
          </p:nvSpPr>
          <p:spPr>
            <a:xfrm>
              <a:off x="5442007" y="1065484"/>
              <a:ext cx="2387068" cy="116085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0" name="Straight Connector 589"/>
            <p:cNvSpPr/>
            <p:nvPr/>
          </p:nvSpPr>
          <p:spPr>
            <a:xfrm>
              <a:off x="7733155" y="1065484"/>
              <a:ext cx="95920" cy="8318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1" name="Straight Connector 590"/>
            <p:cNvSpPr/>
            <p:nvPr/>
          </p:nvSpPr>
          <p:spPr>
            <a:xfrm>
              <a:off x="7704412" y="1065484"/>
              <a:ext cx="124663" cy="24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6" name="Group 59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593" name="Straight Connector 59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4" name="Straight Connector 59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5" name="Straight Connector 59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0" name="Group 599"/>
          <p:cNvGrpSpPr/>
          <p:nvPr/>
        </p:nvGrpSpPr>
        <p:grpSpPr>
          <a:xfrm>
            <a:off x="6800287" y="1032623"/>
            <a:ext cx="122642" cy="65721"/>
            <a:chOff x="6800287" y="1032623"/>
            <a:chExt cx="122642" cy="65721"/>
          </a:xfrm>
        </p:grpSpPr>
        <p:sp>
          <p:nvSpPr>
            <p:cNvPr id="597" name="Straight Connector 596"/>
            <p:cNvSpPr/>
            <p:nvPr/>
          </p:nvSpPr>
          <p:spPr>
            <a:xfrm>
              <a:off x="6801226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8" name="Straight Connector 597"/>
            <p:cNvSpPr/>
            <p:nvPr/>
          </p:nvSpPr>
          <p:spPr>
            <a:xfrm>
              <a:off x="6800287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9" name="Straight Connector 598"/>
            <p:cNvSpPr/>
            <p:nvPr/>
          </p:nvSpPr>
          <p:spPr>
            <a:xfrm flipV="1">
              <a:off x="6800287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4" name="Group 603"/>
          <p:cNvGrpSpPr/>
          <p:nvPr/>
        </p:nvGrpSpPr>
        <p:grpSpPr>
          <a:xfrm>
            <a:off x="7102336" y="1032623"/>
            <a:ext cx="122642" cy="65721"/>
            <a:chOff x="7102336" y="1032623"/>
            <a:chExt cx="122642" cy="65721"/>
          </a:xfrm>
        </p:grpSpPr>
        <p:sp>
          <p:nvSpPr>
            <p:cNvPr id="601" name="Straight Connector 600"/>
            <p:cNvSpPr/>
            <p:nvPr/>
          </p:nvSpPr>
          <p:spPr>
            <a:xfrm>
              <a:off x="7103275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2" name="Straight Connector 601"/>
            <p:cNvSpPr/>
            <p:nvPr/>
          </p:nvSpPr>
          <p:spPr>
            <a:xfrm>
              <a:off x="7102336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3" name="Straight Connector 602"/>
            <p:cNvSpPr/>
            <p:nvPr/>
          </p:nvSpPr>
          <p:spPr>
            <a:xfrm flipV="1">
              <a:off x="7102336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8" name="Group 607"/>
          <p:cNvGrpSpPr/>
          <p:nvPr/>
        </p:nvGrpSpPr>
        <p:grpSpPr>
          <a:xfrm>
            <a:off x="5865759" y="1065484"/>
            <a:ext cx="1539565" cy="299786"/>
            <a:chOff x="5865759" y="1065484"/>
            <a:chExt cx="1539565" cy="299786"/>
          </a:xfrm>
        </p:grpSpPr>
        <p:sp>
          <p:nvSpPr>
            <p:cNvPr id="605" name="Straight Connector 604"/>
            <p:cNvSpPr/>
            <p:nvPr/>
          </p:nvSpPr>
          <p:spPr>
            <a:xfrm>
              <a:off x="5865759" y="1065484"/>
              <a:ext cx="1539565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6" name="Straight Connector 605"/>
            <p:cNvSpPr/>
            <p:nvPr/>
          </p:nvSpPr>
          <p:spPr>
            <a:xfrm>
              <a:off x="5865759" y="1300687"/>
              <a:ext cx="114432" cy="550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7" name="Straight Connector 606"/>
            <p:cNvSpPr/>
            <p:nvPr/>
          </p:nvSpPr>
          <p:spPr>
            <a:xfrm flipV="1">
              <a:off x="5865759" y="1355697"/>
              <a:ext cx="126606" cy="9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2" name="Group 611"/>
          <p:cNvGrpSpPr/>
          <p:nvPr/>
        </p:nvGrpSpPr>
        <p:grpSpPr>
          <a:xfrm>
            <a:off x="4959612" y="1355697"/>
            <a:ext cx="1013938" cy="1015746"/>
            <a:chOff x="4959612" y="1355697"/>
            <a:chExt cx="1013938" cy="1015746"/>
          </a:xfrm>
        </p:grpSpPr>
        <p:sp>
          <p:nvSpPr>
            <p:cNvPr id="609" name="Straight Connector 608"/>
            <p:cNvSpPr/>
            <p:nvPr/>
          </p:nvSpPr>
          <p:spPr>
            <a:xfrm>
              <a:off x="4959612" y="1355697"/>
              <a:ext cx="1013938" cy="101574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0" name="Straight Connector 609"/>
            <p:cNvSpPr/>
            <p:nvPr/>
          </p:nvSpPr>
          <p:spPr>
            <a:xfrm>
              <a:off x="4959612" y="2261430"/>
              <a:ext cx="63387" cy="1100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1" name="Straight Connector 610"/>
            <p:cNvSpPr/>
            <p:nvPr/>
          </p:nvSpPr>
          <p:spPr>
            <a:xfrm>
              <a:off x="4959612" y="2307861"/>
              <a:ext cx="109900" cy="6358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6" name="Group 61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613" name="Straight Connector 61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4" name="Straight Connector 61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5" name="Straight Connector 61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0" name="Group 619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617" name="Straight Connector 616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8" name="Straight Connector 617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9" name="Straight Connector 618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4" name="Group 623"/>
          <p:cNvGrpSpPr/>
          <p:nvPr/>
        </p:nvGrpSpPr>
        <p:grpSpPr>
          <a:xfrm>
            <a:off x="7102336" y="1177730"/>
            <a:ext cx="122642" cy="65720"/>
            <a:chOff x="7102336" y="1177730"/>
            <a:chExt cx="122642" cy="65720"/>
          </a:xfrm>
        </p:grpSpPr>
        <p:sp>
          <p:nvSpPr>
            <p:cNvPr id="621" name="Straight Connector 620"/>
            <p:cNvSpPr/>
            <p:nvPr/>
          </p:nvSpPr>
          <p:spPr>
            <a:xfrm>
              <a:off x="7103275" y="1210590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2" name="Straight Connector 621"/>
            <p:cNvSpPr/>
            <p:nvPr/>
          </p:nvSpPr>
          <p:spPr>
            <a:xfrm>
              <a:off x="7102336" y="121059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3" name="Straight Connector 622"/>
            <p:cNvSpPr/>
            <p:nvPr/>
          </p:nvSpPr>
          <p:spPr>
            <a:xfrm flipV="1">
              <a:off x="7102336" y="117773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8" name="Group 627"/>
          <p:cNvGrpSpPr/>
          <p:nvPr/>
        </p:nvGrpSpPr>
        <p:grpSpPr>
          <a:xfrm>
            <a:off x="5865759" y="1210590"/>
            <a:ext cx="1539565" cy="166314"/>
            <a:chOff x="5865759" y="1210590"/>
            <a:chExt cx="1539565" cy="166314"/>
          </a:xfrm>
        </p:grpSpPr>
        <p:sp>
          <p:nvSpPr>
            <p:cNvPr id="625" name="Straight Connector 624"/>
            <p:cNvSpPr/>
            <p:nvPr/>
          </p:nvSpPr>
          <p:spPr>
            <a:xfrm>
              <a:off x="5865759" y="1210590"/>
              <a:ext cx="1539565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6" name="Straight Connector 625"/>
            <p:cNvSpPr/>
            <p:nvPr/>
          </p:nvSpPr>
          <p:spPr>
            <a:xfrm>
              <a:off x="5865759" y="1311473"/>
              <a:ext cx="119017" cy="4422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7" name="Straight Connector 626"/>
            <p:cNvSpPr/>
            <p:nvPr/>
          </p:nvSpPr>
          <p:spPr>
            <a:xfrm flipV="1">
              <a:off x="5865759" y="1355697"/>
              <a:ext cx="125184" cy="2120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2" name="Group 631"/>
          <p:cNvGrpSpPr/>
          <p:nvPr/>
        </p:nvGrpSpPr>
        <p:grpSpPr>
          <a:xfrm>
            <a:off x="4959612" y="1355697"/>
            <a:ext cx="1013938" cy="1015746"/>
            <a:chOff x="4959612" y="1355697"/>
            <a:chExt cx="1013938" cy="1015746"/>
          </a:xfrm>
        </p:grpSpPr>
        <p:sp>
          <p:nvSpPr>
            <p:cNvPr id="629" name="Straight Connector 628"/>
            <p:cNvSpPr/>
            <p:nvPr/>
          </p:nvSpPr>
          <p:spPr>
            <a:xfrm>
              <a:off x="4959612" y="1355697"/>
              <a:ext cx="1013938" cy="101574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0" name="Straight Connector 629"/>
            <p:cNvSpPr/>
            <p:nvPr/>
          </p:nvSpPr>
          <p:spPr>
            <a:xfrm>
              <a:off x="4959612" y="2261430"/>
              <a:ext cx="63387" cy="1100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1" name="Straight Connector 630"/>
            <p:cNvSpPr/>
            <p:nvPr/>
          </p:nvSpPr>
          <p:spPr>
            <a:xfrm>
              <a:off x="4959612" y="2307861"/>
              <a:ext cx="109900" cy="6358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6" name="Group 635"/>
          <p:cNvGrpSpPr/>
          <p:nvPr/>
        </p:nvGrpSpPr>
        <p:grpSpPr>
          <a:xfrm>
            <a:off x="6499177" y="1065484"/>
            <a:ext cx="145932" cy="1741280"/>
            <a:chOff x="6499177" y="1065484"/>
            <a:chExt cx="145932" cy="1741280"/>
          </a:xfrm>
        </p:grpSpPr>
        <p:sp>
          <p:nvSpPr>
            <p:cNvPr id="633" name="Straight Connector 632"/>
            <p:cNvSpPr/>
            <p:nvPr/>
          </p:nvSpPr>
          <p:spPr>
            <a:xfrm flipV="1">
              <a:off x="6499177" y="1065484"/>
              <a:ext cx="121703" cy="17412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4" name="Straight Connector 633"/>
            <p:cNvSpPr/>
            <p:nvPr/>
          </p:nvSpPr>
          <p:spPr>
            <a:xfrm flipV="1">
              <a:off x="6579549" y="2686711"/>
              <a:ext cx="41331" cy="1200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5" name="Straight Connector 634"/>
            <p:cNvSpPr/>
            <p:nvPr/>
          </p:nvSpPr>
          <p:spPr>
            <a:xfrm>
              <a:off x="6620880" y="2682129"/>
              <a:ext cx="24229" cy="12463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0" name="Group 639"/>
          <p:cNvGrpSpPr/>
          <p:nvPr/>
        </p:nvGrpSpPr>
        <p:grpSpPr>
          <a:xfrm>
            <a:off x="6800287" y="2773903"/>
            <a:ext cx="122642" cy="65721"/>
            <a:chOff x="6800287" y="2773903"/>
            <a:chExt cx="122642" cy="65721"/>
          </a:xfrm>
        </p:grpSpPr>
        <p:sp>
          <p:nvSpPr>
            <p:cNvPr id="637" name="Straight Connector 636"/>
            <p:cNvSpPr/>
            <p:nvPr/>
          </p:nvSpPr>
          <p:spPr>
            <a:xfrm>
              <a:off x="6801226" y="280676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8" name="Straight Connector 637"/>
            <p:cNvSpPr/>
            <p:nvPr/>
          </p:nvSpPr>
          <p:spPr>
            <a:xfrm>
              <a:off x="6800287" y="280676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9" name="Straight Connector 638"/>
            <p:cNvSpPr/>
            <p:nvPr/>
          </p:nvSpPr>
          <p:spPr>
            <a:xfrm flipV="1">
              <a:off x="6800287" y="277390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4" name="Group 643"/>
          <p:cNvGrpSpPr/>
          <p:nvPr/>
        </p:nvGrpSpPr>
        <p:grpSpPr>
          <a:xfrm>
            <a:off x="7103275" y="1065484"/>
            <a:ext cx="145932" cy="1741280"/>
            <a:chOff x="7103275" y="1065484"/>
            <a:chExt cx="145932" cy="1741280"/>
          </a:xfrm>
        </p:grpSpPr>
        <p:sp>
          <p:nvSpPr>
            <p:cNvPr id="641" name="Straight Connector 640"/>
            <p:cNvSpPr/>
            <p:nvPr/>
          </p:nvSpPr>
          <p:spPr>
            <a:xfrm>
              <a:off x="7103275" y="1065484"/>
              <a:ext cx="121703" cy="17412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2" name="Straight Connector 641"/>
            <p:cNvSpPr/>
            <p:nvPr/>
          </p:nvSpPr>
          <p:spPr>
            <a:xfrm flipV="1">
              <a:off x="7224978" y="1065484"/>
              <a:ext cx="24229" cy="12463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3" name="Straight Connector 642"/>
            <p:cNvSpPr/>
            <p:nvPr/>
          </p:nvSpPr>
          <p:spPr>
            <a:xfrm>
              <a:off x="7183646" y="1065484"/>
              <a:ext cx="41331" cy="12005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8" name="Group 647"/>
          <p:cNvGrpSpPr/>
          <p:nvPr/>
        </p:nvGrpSpPr>
        <p:grpSpPr>
          <a:xfrm>
            <a:off x="5865759" y="1065484"/>
            <a:ext cx="1539565" cy="299786"/>
            <a:chOff x="5865759" y="1065484"/>
            <a:chExt cx="1539565" cy="299786"/>
          </a:xfrm>
        </p:grpSpPr>
        <p:sp>
          <p:nvSpPr>
            <p:cNvPr id="645" name="Straight Connector 644"/>
            <p:cNvSpPr/>
            <p:nvPr/>
          </p:nvSpPr>
          <p:spPr>
            <a:xfrm>
              <a:off x="5865759" y="1065484"/>
              <a:ext cx="1539565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6" name="Straight Connector 645"/>
            <p:cNvSpPr/>
            <p:nvPr/>
          </p:nvSpPr>
          <p:spPr>
            <a:xfrm>
              <a:off x="5865759" y="1300687"/>
              <a:ext cx="114432" cy="550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7" name="Straight Connector 646"/>
            <p:cNvSpPr/>
            <p:nvPr/>
          </p:nvSpPr>
          <p:spPr>
            <a:xfrm flipV="1">
              <a:off x="5865759" y="1355697"/>
              <a:ext cx="126606" cy="9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2" name="Group 651"/>
          <p:cNvGrpSpPr/>
          <p:nvPr/>
        </p:nvGrpSpPr>
        <p:grpSpPr>
          <a:xfrm>
            <a:off x="5973551" y="1051969"/>
            <a:ext cx="1855524" cy="303728"/>
            <a:chOff x="5973551" y="1051969"/>
            <a:chExt cx="1855524" cy="303728"/>
          </a:xfrm>
        </p:grpSpPr>
        <p:sp>
          <p:nvSpPr>
            <p:cNvPr id="649" name="Straight Connector 648"/>
            <p:cNvSpPr/>
            <p:nvPr/>
          </p:nvSpPr>
          <p:spPr>
            <a:xfrm>
              <a:off x="5973551" y="1065484"/>
              <a:ext cx="1855524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0" name="Straight Connector 649"/>
            <p:cNvSpPr/>
            <p:nvPr/>
          </p:nvSpPr>
          <p:spPr>
            <a:xfrm>
              <a:off x="7712984" y="1065484"/>
              <a:ext cx="116091" cy="514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1" name="Straight Connector 650"/>
            <p:cNvSpPr/>
            <p:nvPr/>
          </p:nvSpPr>
          <p:spPr>
            <a:xfrm flipV="1">
              <a:off x="7702828" y="1051969"/>
              <a:ext cx="126247" cy="1351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6" name="Group 65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653" name="Straight Connector 65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4" name="Straight Connector 65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5" name="Straight Connector 65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0" name="Group 659"/>
          <p:cNvGrpSpPr/>
          <p:nvPr/>
        </p:nvGrpSpPr>
        <p:grpSpPr>
          <a:xfrm>
            <a:off x="6800287" y="1032623"/>
            <a:ext cx="122642" cy="65721"/>
            <a:chOff x="6800287" y="1032623"/>
            <a:chExt cx="122642" cy="65721"/>
          </a:xfrm>
        </p:grpSpPr>
        <p:sp>
          <p:nvSpPr>
            <p:cNvPr id="657" name="Straight Connector 656"/>
            <p:cNvSpPr/>
            <p:nvPr/>
          </p:nvSpPr>
          <p:spPr>
            <a:xfrm>
              <a:off x="6801226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8" name="Straight Connector 657"/>
            <p:cNvSpPr/>
            <p:nvPr/>
          </p:nvSpPr>
          <p:spPr>
            <a:xfrm>
              <a:off x="6800287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9" name="Straight Connector 658"/>
            <p:cNvSpPr/>
            <p:nvPr/>
          </p:nvSpPr>
          <p:spPr>
            <a:xfrm flipV="1">
              <a:off x="6800287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4" name="Group 663"/>
          <p:cNvGrpSpPr/>
          <p:nvPr/>
        </p:nvGrpSpPr>
        <p:grpSpPr>
          <a:xfrm>
            <a:off x="4657563" y="1065484"/>
            <a:ext cx="2445711" cy="1451066"/>
            <a:chOff x="4657563" y="1065484"/>
            <a:chExt cx="2445711" cy="1451066"/>
          </a:xfrm>
        </p:grpSpPr>
        <p:sp>
          <p:nvSpPr>
            <p:cNvPr id="661" name="Straight Connector 660"/>
            <p:cNvSpPr/>
            <p:nvPr/>
          </p:nvSpPr>
          <p:spPr>
            <a:xfrm>
              <a:off x="4657563" y="1065484"/>
              <a:ext cx="2445711" cy="145106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2" name="Straight Connector 661"/>
            <p:cNvSpPr/>
            <p:nvPr/>
          </p:nvSpPr>
          <p:spPr>
            <a:xfrm>
              <a:off x="4657563" y="2425710"/>
              <a:ext cx="88707" cy="9084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3" name="Straight Connector 662"/>
            <p:cNvSpPr/>
            <p:nvPr/>
          </p:nvSpPr>
          <p:spPr>
            <a:xfrm>
              <a:off x="4657563" y="2482232"/>
              <a:ext cx="122242" cy="3431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8" name="Group 667"/>
          <p:cNvGrpSpPr/>
          <p:nvPr/>
        </p:nvGrpSpPr>
        <p:grpSpPr>
          <a:xfrm>
            <a:off x="4837909" y="1355697"/>
            <a:ext cx="1027849" cy="1160853"/>
            <a:chOff x="4837909" y="1355697"/>
            <a:chExt cx="1027849" cy="1160853"/>
          </a:xfrm>
        </p:grpSpPr>
        <p:sp>
          <p:nvSpPr>
            <p:cNvPr id="665" name="Straight Connector 664"/>
            <p:cNvSpPr/>
            <p:nvPr/>
          </p:nvSpPr>
          <p:spPr>
            <a:xfrm>
              <a:off x="4837909" y="1355697"/>
              <a:ext cx="1027849" cy="116085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6" name="Straight Connector 665"/>
            <p:cNvSpPr/>
            <p:nvPr/>
          </p:nvSpPr>
          <p:spPr>
            <a:xfrm>
              <a:off x="5809060" y="1355697"/>
              <a:ext cx="56698" cy="11360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7" name="Straight Connector 666"/>
            <p:cNvSpPr/>
            <p:nvPr/>
          </p:nvSpPr>
          <p:spPr>
            <a:xfrm>
              <a:off x="5759854" y="1355697"/>
              <a:ext cx="105904" cy="7003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2" name="Group 671"/>
          <p:cNvGrpSpPr/>
          <p:nvPr/>
        </p:nvGrpSpPr>
        <p:grpSpPr>
          <a:xfrm>
            <a:off x="5973551" y="1051969"/>
            <a:ext cx="1855524" cy="303728"/>
            <a:chOff x="5973551" y="1051969"/>
            <a:chExt cx="1855524" cy="303728"/>
          </a:xfrm>
        </p:grpSpPr>
        <p:sp>
          <p:nvSpPr>
            <p:cNvPr id="669" name="Straight Connector 668"/>
            <p:cNvSpPr/>
            <p:nvPr/>
          </p:nvSpPr>
          <p:spPr>
            <a:xfrm>
              <a:off x="5973551" y="1065484"/>
              <a:ext cx="1855524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0" name="Straight Connector 669"/>
            <p:cNvSpPr/>
            <p:nvPr/>
          </p:nvSpPr>
          <p:spPr>
            <a:xfrm>
              <a:off x="7712984" y="1065484"/>
              <a:ext cx="116091" cy="5141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1" name="Straight Connector 670"/>
            <p:cNvSpPr/>
            <p:nvPr/>
          </p:nvSpPr>
          <p:spPr>
            <a:xfrm flipV="1">
              <a:off x="7702828" y="1051969"/>
              <a:ext cx="126247" cy="1351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6" name="Group 67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673" name="Straight Connector 67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4" name="Straight Connector 67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5" name="Straight Connector 67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0" name="Group 679"/>
          <p:cNvGrpSpPr/>
          <p:nvPr/>
        </p:nvGrpSpPr>
        <p:grpSpPr>
          <a:xfrm>
            <a:off x="6800287" y="1032623"/>
            <a:ext cx="122642" cy="65721"/>
            <a:chOff x="6800287" y="1032623"/>
            <a:chExt cx="122642" cy="65721"/>
          </a:xfrm>
        </p:grpSpPr>
        <p:sp>
          <p:nvSpPr>
            <p:cNvPr id="677" name="Straight Connector 676"/>
            <p:cNvSpPr/>
            <p:nvPr/>
          </p:nvSpPr>
          <p:spPr>
            <a:xfrm>
              <a:off x="6801226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8" name="Straight Connector 677"/>
            <p:cNvSpPr/>
            <p:nvPr/>
          </p:nvSpPr>
          <p:spPr>
            <a:xfrm>
              <a:off x="6800287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9" name="Straight Connector 678"/>
            <p:cNvSpPr/>
            <p:nvPr/>
          </p:nvSpPr>
          <p:spPr>
            <a:xfrm flipV="1">
              <a:off x="6800287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4" name="Group 683"/>
          <p:cNvGrpSpPr/>
          <p:nvPr/>
        </p:nvGrpSpPr>
        <p:grpSpPr>
          <a:xfrm>
            <a:off x="7102336" y="1032623"/>
            <a:ext cx="122642" cy="65721"/>
            <a:chOff x="7102336" y="1032623"/>
            <a:chExt cx="122642" cy="65721"/>
          </a:xfrm>
        </p:grpSpPr>
        <p:sp>
          <p:nvSpPr>
            <p:cNvPr id="681" name="Straight Connector 680"/>
            <p:cNvSpPr/>
            <p:nvPr/>
          </p:nvSpPr>
          <p:spPr>
            <a:xfrm>
              <a:off x="7103275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2" name="Straight Connector 681"/>
            <p:cNvSpPr/>
            <p:nvPr/>
          </p:nvSpPr>
          <p:spPr>
            <a:xfrm>
              <a:off x="7102336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3" name="Straight Connector 682"/>
            <p:cNvSpPr/>
            <p:nvPr/>
          </p:nvSpPr>
          <p:spPr>
            <a:xfrm flipV="1">
              <a:off x="7102336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8" name="Group 687"/>
          <p:cNvGrpSpPr/>
          <p:nvPr/>
        </p:nvGrpSpPr>
        <p:grpSpPr>
          <a:xfrm>
            <a:off x="5865759" y="1065484"/>
            <a:ext cx="1539565" cy="299786"/>
            <a:chOff x="5865759" y="1065484"/>
            <a:chExt cx="1539565" cy="299786"/>
          </a:xfrm>
        </p:grpSpPr>
        <p:sp>
          <p:nvSpPr>
            <p:cNvPr id="685" name="Straight Connector 684"/>
            <p:cNvSpPr/>
            <p:nvPr/>
          </p:nvSpPr>
          <p:spPr>
            <a:xfrm>
              <a:off x="5865759" y="1065484"/>
              <a:ext cx="1539565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6" name="Straight Connector 685"/>
            <p:cNvSpPr/>
            <p:nvPr/>
          </p:nvSpPr>
          <p:spPr>
            <a:xfrm>
              <a:off x="5865759" y="1300687"/>
              <a:ext cx="114432" cy="550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7" name="Straight Connector 686"/>
            <p:cNvSpPr/>
            <p:nvPr/>
          </p:nvSpPr>
          <p:spPr>
            <a:xfrm flipV="1">
              <a:off x="5865759" y="1355697"/>
              <a:ext cx="126606" cy="9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2" name="Group 691"/>
          <p:cNvGrpSpPr/>
          <p:nvPr/>
        </p:nvGrpSpPr>
        <p:grpSpPr>
          <a:xfrm>
            <a:off x="5563710" y="1355697"/>
            <a:ext cx="409841" cy="580427"/>
            <a:chOff x="5563710" y="1355697"/>
            <a:chExt cx="409841" cy="580427"/>
          </a:xfrm>
        </p:grpSpPr>
        <p:sp>
          <p:nvSpPr>
            <p:cNvPr id="689" name="Straight Connector 688"/>
            <p:cNvSpPr/>
            <p:nvPr/>
          </p:nvSpPr>
          <p:spPr>
            <a:xfrm>
              <a:off x="5563710" y="1355697"/>
              <a:ext cx="409841" cy="5804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0" name="Straight Connector 689"/>
            <p:cNvSpPr/>
            <p:nvPr/>
          </p:nvSpPr>
          <p:spPr>
            <a:xfrm>
              <a:off x="5563710" y="1816985"/>
              <a:ext cx="43897" cy="1191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1" name="Straight Connector 690"/>
            <p:cNvSpPr/>
            <p:nvPr/>
          </p:nvSpPr>
          <p:spPr>
            <a:xfrm>
              <a:off x="5563710" y="1854894"/>
              <a:ext cx="97583" cy="8123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6" name="Group 69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693" name="Straight Connector 69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4" name="Straight Connector 69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5" name="Straight Connector 69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0" name="Group 699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697" name="Straight Connector 696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8" name="Straight Connector 697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9" name="Straight Connector 698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4" name="Group 703"/>
          <p:cNvGrpSpPr/>
          <p:nvPr/>
        </p:nvGrpSpPr>
        <p:grpSpPr>
          <a:xfrm>
            <a:off x="7102336" y="1177730"/>
            <a:ext cx="122642" cy="65720"/>
            <a:chOff x="7102336" y="1177730"/>
            <a:chExt cx="122642" cy="65720"/>
          </a:xfrm>
        </p:grpSpPr>
        <p:sp>
          <p:nvSpPr>
            <p:cNvPr id="701" name="Straight Connector 700"/>
            <p:cNvSpPr/>
            <p:nvPr/>
          </p:nvSpPr>
          <p:spPr>
            <a:xfrm>
              <a:off x="7103275" y="1210590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2" name="Straight Connector 701"/>
            <p:cNvSpPr/>
            <p:nvPr/>
          </p:nvSpPr>
          <p:spPr>
            <a:xfrm>
              <a:off x="7102336" y="121059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3" name="Straight Connector 702"/>
            <p:cNvSpPr/>
            <p:nvPr/>
          </p:nvSpPr>
          <p:spPr>
            <a:xfrm flipV="1">
              <a:off x="7102336" y="117773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8" name="Group 707"/>
          <p:cNvGrpSpPr/>
          <p:nvPr/>
        </p:nvGrpSpPr>
        <p:grpSpPr>
          <a:xfrm>
            <a:off x="5865759" y="1210590"/>
            <a:ext cx="1539565" cy="166314"/>
            <a:chOff x="5865759" y="1210590"/>
            <a:chExt cx="1539565" cy="166314"/>
          </a:xfrm>
        </p:grpSpPr>
        <p:sp>
          <p:nvSpPr>
            <p:cNvPr id="705" name="Straight Connector 704"/>
            <p:cNvSpPr/>
            <p:nvPr/>
          </p:nvSpPr>
          <p:spPr>
            <a:xfrm>
              <a:off x="5865759" y="1210590"/>
              <a:ext cx="1539565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6" name="Straight Connector 705"/>
            <p:cNvSpPr/>
            <p:nvPr/>
          </p:nvSpPr>
          <p:spPr>
            <a:xfrm>
              <a:off x="5865759" y="1311473"/>
              <a:ext cx="119017" cy="4422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7" name="Straight Connector 706"/>
            <p:cNvSpPr/>
            <p:nvPr/>
          </p:nvSpPr>
          <p:spPr>
            <a:xfrm flipV="1">
              <a:off x="5865759" y="1355697"/>
              <a:ext cx="125184" cy="2120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2" name="Group 711"/>
          <p:cNvGrpSpPr/>
          <p:nvPr/>
        </p:nvGrpSpPr>
        <p:grpSpPr>
          <a:xfrm>
            <a:off x="5563710" y="1355697"/>
            <a:ext cx="409841" cy="580427"/>
            <a:chOff x="5563710" y="1355697"/>
            <a:chExt cx="409841" cy="580427"/>
          </a:xfrm>
        </p:grpSpPr>
        <p:sp>
          <p:nvSpPr>
            <p:cNvPr id="709" name="Straight Connector 708"/>
            <p:cNvSpPr/>
            <p:nvPr/>
          </p:nvSpPr>
          <p:spPr>
            <a:xfrm>
              <a:off x="5563710" y="1355697"/>
              <a:ext cx="409841" cy="5804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0" name="Straight Connector 709"/>
            <p:cNvSpPr/>
            <p:nvPr/>
          </p:nvSpPr>
          <p:spPr>
            <a:xfrm>
              <a:off x="5563710" y="1816985"/>
              <a:ext cx="43897" cy="1191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1" name="Straight Connector 710"/>
            <p:cNvSpPr/>
            <p:nvPr/>
          </p:nvSpPr>
          <p:spPr>
            <a:xfrm>
              <a:off x="5563710" y="1854894"/>
              <a:ext cx="97583" cy="8123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6" name="Group 71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713" name="Straight Connector 71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4" name="Straight Connector 71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5" name="Straight Connector 71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0" name="Group 719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717" name="Straight Connector 716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8" name="Straight Connector 717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9" name="Straight Connector 718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4" name="Group 723"/>
          <p:cNvGrpSpPr/>
          <p:nvPr/>
        </p:nvGrpSpPr>
        <p:grpSpPr>
          <a:xfrm>
            <a:off x="7103275" y="1065484"/>
            <a:ext cx="121703" cy="145106"/>
            <a:chOff x="7103275" y="1065484"/>
            <a:chExt cx="121703" cy="145106"/>
          </a:xfrm>
        </p:grpSpPr>
        <p:sp>
          <p:nvSpPr>
            <p:cNvPr id="721" name="Straight Connector 720"/>
            <p:cNvSpPr/>
            <p:nvPr/>
          </p:nvSpPr>
          <p:spPr>
            <a:xfrm>
              <a:off x="7103275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2" name="Straight Connector 721"/>
            <p:cNvSpPr/>
            <p:nvPr/>
          </p:nvSpPr>
          <p:spPr>
            <a:xfrm>
              <a:off x="7171344" y="1065484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3" name="Straight Connector 722"/>
            <p:cNvSpPr/>
            <p:nvPr/>
          </p:nvSpPr>
          <p:spPr>
            <a:xfrm>
              <a:off x="7120989" y="1065484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8" name="Group 727"/>
          <p:cNvGrpSpPr/>
          <p:nvPr/>
        </p:nvGrpSpPr>
        <p:grpSpPr>
          <a:xfrm>
            <a:off x="7405324" y="1065484"/>
            <a:ext cx="121703" cy="145106"/>
            <a:chOff x="7405324" y="1065484"/>
            <a:chExt cx="121703" cy="145106"/>
          </a:xfrm>
        </p:grpSpPr>
        <p:sp>
          <p:nvSpPr>
            <p:cNvPr id="725" name="Straight Connector 724"/>
            <p:cNvSpPr/>
            <p:nvPr/>
          </p:nvSpPr>
          <p:spPr>
            <a:xfrm flipV="1">
              <a:off x="7405324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6" name="Straight Connector 725"/>
            <p:cNvSpPr/>
            <p:nvPr/>
          </p:nvSpPr>
          <p:spPr>
            <a:xfrm flipV="1">
              <a:off x="7423037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7" name="Straight Connector 726"/>
            <p:cNvSpPr/>
            <p:nvPr/>
          </p:nvSpPr>
          <p:spPr>
            <a:xfrm flipV="1">
              <a:off x="7473393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2" name="Group 731"/>
          <p:cNvGrpSpPr/>
          <p:nvPr/>
        </p:nvGrpSpPr>
        <p:grpSpPr>
          <a:xfrm>
            <a:off x="7707372" y="1065484"/>
            <a:ext cx="121704" cy="145106"/>
            <a:chOff x="7707372" y="1065484"/>
            <a:chExt cx="121704" cy="145106"/>
          </a:xfrm>
        </p:grpSpPr>
        <p:sp>
          <p:nvSpPr>
            <p:cNvPr id="729" name="Straight Connector 728"/>
            <p:cNvSpPr/>
            <p:nvPr/>
          </p:nvSpPr>
          <p:spPr>
            <a:xfrm>
              <a:off x="7707372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0" name="Straight Connector 729"/>
            <p:cNvSpPr/>
            <p:nvPr/>
          </p:nvSpPr>
          <p:spPr>
            <a:xfrm>
              <a:off x="7775442" y="1065484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1" name="Straight Connector 730"/>
            <p:cNvSpPr/>
            <p:nvPr/>
          </p:nvSpPr>
          <p:spPr>
            <a:xfrm>
              <a:off x="7725086" y="1065484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6" name="Group 73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733" name="Straight Connector 73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4" name="Straight Connector 73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5" name="Straight Connector 73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0" name="Group 739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737" name="Straight Connector 736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8" name="Straight Connector 737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9" name="Straight Connector 738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4" name="Group 743"/>
          <p:cNvGrpSpPr/>
          <p:nvPr/>
        </p:nvGrpSpPr>
        <p:grpSpPr>
          <a:xfrm>
            <a:off x="7103275" y="1065484"/>
            <a:ext cx="121703" cy="145106"/>
            <a:chOff x="7103275" y="1065484"/>
            <a:chExt cx="121703" cy="145106"/>
          </a:xfrm>
        </p:grpSpPr>
        <p:sp>
          <p:nvSpPr>
            <p:cNvPr id="741" name="Straight Connector 740"/>
            <p:cNvSpPr/>
            <p:nvPr/>
          </p:nvSpPr>
          <p:spPr>
            <a:xfrm>
              <a:off x="7103275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2" name="Straight Connector 741"/>
            <p:cNvSpPr/>
            <p:nvPr/>
          </p:nvSpPr>
          <p:spPr>
            <a:xfrm>
              <a:off x="7171344" y="1065484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3" name="Straight Connector 742"/>
            <p:cNvSpPr/>
            <p:nvPr/>
          </p:nvSpPr>
          <p:spPr>
            <a:xfrm>
              <a:off x="7120989" y="1065484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8" name="Group 747"/>
          <p:cNvGrpSpPr/>
          <p:nvPr/>
        </p:nvGrpSpPr>
        <p:grpSpPr>
          <a:xfrm>
            <a:off x="7404384" y="1032623"/>
            <a:ext cx="122643" cy="65721"/>
            <a:chOff x="7404384" y="1032623"/>
            <a:chExt cx="122643" cy="65721"/>
          </a:xfrm>
        </p:grpSpPr>
        <p:sp>
          <p:nvSpPr>
            <p:cNvPr id="745" name="Straight Connector 744"/>
            <p:cNvSpPr/>
            <p:nvPr/>
          </p:nvSpPr>
          <p:spPr>
            <a:xfrm>
              <a:off x="7405324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6" name="Straight Connector 745"/>
            <p:cNvSpPr/>
            <p:nvPr/>
          </p:nvSpPr>
          <p:spPr>
            <a:xfrm>
              <a:off x="7404384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7" name="Straight Connector 746"/>
            <p:cNvSpPr/>
            <p:nvPr/>
          </p:nvSpPr>
          <p:spPr>
            <a:xfrm flipV="1">
              <a:off x="7404384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2" name="Group 751"/>
          <p:cNvGrpSpPr/>
          <p:nvPr/>
        </p:nvGrpSpPr>
        <p:grpSpPr>
          <a:xfrm>
            <a:off x="7706433" y="1032623"/>
            <a:ext cx="122642" cy="65721"/>
            <a:chOff x="7706433" y="1032623"/>
            <a:chExt cx="122642" cy="65721"/>
          </a:xfrm>
        </p:grpSpPr>
        <p:sp>
          <p:nvSpPr>
            <p:cNvPr id="749" name="Straight Connector 748"/>
            <p:cNvSpPr/>
            <p:nvPr/>
          </p:nvSpPr>
          <p:spPr>
            <a:xfrm>
              <a:off x="7707372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0" name="Straight Connector 749"/>
            <p:cNvSpPr/>
            <p:nvPr/>
          </p:nvSpPr>
          <p:spPr>
            <a:xfrm>
              <a:off x="7706433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1" name="Straight Connector 750"/>
            <p:cNvSpPr/>
            <p:nvPr/>
          </p:nvSpPr>
          <p:spPr>
            <a:xfrm flipV="1">
              <a:off x="7706433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6" name="Group 75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753" name="Straight Connector 75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4" name="Straight Connector 75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5" name="Straight Connector 75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0" name="Group 759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757" name="Straight Connector 756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8" name="Straight Connector 757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9" name="Straight Connector 758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4" name="Group 763"/>
          <p:cNvGrpSpPr/>
          <p:nvPr/>
        </p:nvGrpSpPr>
        <p:grpSpPr>
          <a:xfrm>
            <a:off x="4355515" y="1210590"/>
            <a:ext cx="2747760" cy="1451067"/>
            <a:chOff x="4355515" y="1210590"/>
            <a:chExt cx="2747760" cy="1451067"/>
          </a:xfrm>
        </p:grpSpPr>
        <p:sp>
          <p:nvSpPr>
            <p:cNvPr id="761" name="Straight Connector 760"/>
            <p:cNvSpPr/>
            <p:nvPr/>
          </p:nvSpPr>
          <p:spPr>
            <a:xfrm>
              <a:off x="4355515" y="1210590"/>
              <a:ext cx="2747760" cy="145106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2" name="Straight Connector 761"/>
            <p:cNvSpPr/>
            <p:nvPr/>
          </p:nvSpPr>
          <p:spPr>
            <a:xfrm>
              <a:off x="4355515" y="2575329"/>
              <a:ext cx="93103" cy="8632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3" name="Straight Connector 762"/>
            <p:cNvSpPr/>
            <p:nvPr/>
          </p:nvSpPr>
          <p:spPr>
            <a:xfrm>
              <a:off x="4355515" y="2633444"/>
              <a:ext cx="123794" cy="2821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8" name="Group 767"/>
          <p:cNvGrpSpPr/>
          <p:nvPr/>
        </p:nvGrpSpPr>
        <p:grpSpPr>
          <a:xfrm>
            <a:off x="4535860" y="2226337"/>
            <a:ext cx="725801" cy="435320"/>
            <a:chOff x="4535860" y="2226337"/>
            <a:chExt cx="725801" cy="435320"/>
          </a:xfrm>
        </p:grpSpPr>
        <p:sp>
          <p:nvSpPr>
            <p:cNvPr id="765" name="Straight Connector 764"/>
            <p:cNvSpPr/>
            <p:nvPr/>
          </p:nvSpPr>
          <p:spPr>
            <a:xfrm>
              <a:off x="4535860" y="2226337"/>
              <a:ext cx="725800" cy="43532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6" name="Straight Connector 765"/>
            <p:cNvSpPr/>
            <p:nvPr/>
          </p:nvSpPr>
          <p:spPr>
            <a:xfrm>
              <a:off x="5173388" y="2226337"/>
              <a:ext cx="88272" cy="912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7" name="Straight Connector 766"/>
            <p:cNvSpPr/>
            <p:nvPr/>
          </p:nvSpPr>
          <p:spPr>
            <a:xfrm>
              <a:off x="5139584" y="2226337"/>
              <a:ext cx="122077" cy="3490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2" name="Group 771"/>
          <p:cNvGrpSpPr/>
          <p:nvPr/>
        </p:nvGrpSpPr>
        <p:grpSpPr>
          <a:xfrm>
            <a:off x="5442007" y="1065484"/>
            <a:ext cx="2387068" cy="1160853"/>
            <a:chOff x="5442007" y="1065484"/>
            <a:chExt cx="2387068" cy="1160853"/>
          </a:xfrm>
        </p:grpSpPr>
        <p:sp>
          <p:nvSpPr>
            <p:cNvPr id="769" name="Straight Connector 768"/>
            <p:cNvSpPr/>
            <p:nvPr/>
          </p:nvSpPr>
          <p:spPr>
            <a:xfrm>
              <a:off x="5442007" y="1065484"/>
              <a:ext cx="2387068" cy="116085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0" name="Straight Connector 769"/>
            <p:cNvSpPr/>
            <p:nvPr/>
          </p:nvSpPr>
          <p:spPr>
            <a:xfrm>
              <a:off x="7733155" y="1065484"/>
              <a:ext cx="95920" cy="8318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1" name="Straight Connector 770"/>
            <p:cNvSpPr/>
            <p:nvPr/>
          </p:nvSpPr>
          <p:spPr>
            <a:xfrm>
              <a:off x="7704412" y="1065484"/>
              <a:ext cx="124663" cy="24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6" name="Group 77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773" name="Straight Connector 77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4" name="Straight Connector 77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5" name="Straight Connector 77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0" name="Group 779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777" name="Straight Connector 776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8" name="Straight Connector 777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9" name="Straight Connector 778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4" name="Group 783"/>
          <p:cNvGrpSpPr/>
          <p:nvPr/>
        </p:nvGrpSpPr>
        <p:grpSpPr>
          <a:xfrm>
            <a:off x="4657563" y="1210590"/>
            <a:ext cx="2445711" cy="1305960"/>
            <a:chOff x="4657563" y="1210590"/>
            <a:chExt cx="2445711" cy="1305960"/>
          </a:xfrm>
        </p:grpSpPr>
        <p:sp>
          <p:nvSpPr>
            <p:cNvPr id="781" name="Straight Connector 780"/>
            <p:cNvSpPr/>
            <p:nvPr/>
          </p:nvSpPr>
          <p:spPr>
            <a:xfrm>
              <a:off x="4657563" y="1210590"/>
              <a:ext cx="2445711" cy="13059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2" name="Straight Connector 781"/>
            <p:cNvSpPr/>
            <p:nvPr/>
          </p:nvSpPr>
          <p:spPr>
            <a:xfrm>
              <a:off x="4657563" y="2429795"/>
              <a:ext cx="92706" cy="8675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3" name="Straight Connector 782"/>
            <p:cNvSpPr/>
            <p:nvPr/>
          </p:nvSpPr>
          <p:spPr>
            <a:xfrm>
              <a:off x="4657563" y="2487769"/>
              <a:ext cx="123663" cy="2878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8" name="Group 787"/>
          <p:cNvGrpSpPr/>
          <p:nvPr/>
        </p:nvGrpSpPr>
        <p:grpSpPr>
          <a:xfrm>
            <a:off x="4837909" y="2226337"/>
            <a:ext cx="423751" cy="290213"/>
            <a:chOff x="4837909" y="2226337"/>
            <a:chExt cx="423751" cy="290213"/>
          </a:xfrm>
        </p:grpSpPr>
        <p:sp>
          <p:nvSpPr>
            <p:cNvPr id="785" name="Straight Connector 784"/>
            <p:cNvSpPr/>
            <p:nvPr/>
          </p:nvSpPr>
          <p:spPr>
            <a:xfrm>
              <a:off x="4837909" y="2226337"/>
              <a:ext cx="423751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6" name="Straight Connector 785"/>
            <p:cNvSpPr/>
            <p:nvPr/>
          </p:nvSpPr>
          <p:spPr>
            <a:xfrm>
              <a:off x="5179042" y="2226337"/>
              <a:ext cx="82618" cy="9641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7" name="Straight Connector 786"/>
            <p:cNvSpPr/>
            <p:nvPr/>
          </p:nvSpPr>
          <p:spPr>
            <a:xfrm>
              <a:off x="5141906" y="2226337"/>
              <a:ext cx="119754" cy="4218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2" name="Group 791"/>
          <p:cNvGrpSpPr/>
          <p:nvPr/>
        </p:nvGrpSpPr>
        <p:grpSpPr>
          <a:xfrm>
            <a:off x="5442007" y="1065484"/>
            <a:ext cx="2387068" cy="1160853"/>
            <a:chOff x="5442007" y="1065484"/>
            <a:chExt cx="2387068" cy="1160853"/>
          </a:xfrm>
        </p:grpSpPr>
        <p:sp>
          <p:nvSpPr>
            <p:cNvPr id="789" name="Straight Connector 788"/>
            <p:cNvSpPr/>
            <p:nvPr/>
          </p:nvSpPr>
          <p:spPr>
            <a:xfrm>
              <a:off x="5442007" y="1065484"/>
              <a:ext cx="2387068" cy="116085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0" name="Straight Connector 789"/>
            <p:cNvSpPr/>
            <p:nvPr/>
          </p:nvSpPr>
          <p:spPr>
            <a:xfrm>
              <a:off x="7733155" y="1065484"/>
              <a:ext cx="95920" cy="8318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1" name="Straight Connector 790"/>
            <p:cNvSpPr/>
            <p:nvPr/>
          </p:nvSpPr>
          <p:spPr>
            <a:xfrm>
              <a:off x="7704412" y="1065484"/>
              <a:ext cx="124663" cy="24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6" name="Group 79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793" name="Straight Connector 79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4" name="Straight Connector 79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5" name="Straight Connector 79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0" name="Group 799"/>
          <p:cNvGrpSpPr/>
          <p:nvPr/>
        </p:nvGrpSpPr>
        <p:grpSpPr>
          <a:xfrm>
            <a:off x="6800287" y="1032623"/>
            <a:ext cx="122642" cy="65721"/>
            <a:chOff x="6800287" y="1032623"/>
            <a:chExt cx="122642" cy="65721"/>
          </a:xfrm>
        </p:grpSpPr>
        <p:sp>
          <p:nvSpPr>
            <p:cNvPr id="797" name="Straight Connector 796"/>
            <p:cNvSpPr/>
            <p:nvPr/>
          </p:nvSpPr>
          <p:spPr>
            <a:xfrm>
              <a:off x="6801226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8" name="Straight Connector 797"/>
            <p:cNvSpPr/>
            <p:nvPr/>
          </p:nvSpPr>
          <p:spPr>
            <a:xfrm>
              <a:off x="6800287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9" name="Straight Connector 798"/>
            <p:cNvSpPr/>
            <p:nvPr/>
          </p:nvSpPr>
          <p:spPr>
            <a:xfrm flipV="1">
              <a:off x="6800287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4" name="Group 803"/>
          <p:cNvGrpSpPr/>
          <p:nvPr/>
        </p:nvGrpSpPr>
        <p:grpSpPr>
          <a:xfrm>
            <a:off x="7102336" y="1032623"/>
            <a:ext cx="122642" cy="65721"/>
            <a:chOff x="7102336" y="1032623"/>
            <a:chExt cx="122642" cy="65721"/>
          </a:xfrm>
        </p:grpSpPr>
        <p:sp>
          <p:nvSpPr>
            <p:cNvPr id="801" name="Straight Connector 800"/>
            <p:cNvSpPr/>
            <p:nvPr/>
          </p:nvSpPr>
          <p:spPr>
            <a:xfrm>
              <a:off x="7103275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2" name="Straight Connector 801"/>
            <p:cNvSpPr/>
            <p:nvPr/>
          </p:nvSpPr>
          <p:spPr>
            <a:xfrm>
              <a:off x="7102336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3" name="Straight Connector 802"/>
            <p:cNvSpPr/>
            <p:nvPr/>
          </p:nvSpPr>
          <p:spPr>
            <a:xfrm flipV="1">
              <a:off x="7102336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8" name="Group 807"/>
          <p:cNvGrpSpPr/>
          <p:nvPr/>
        </p:nvGrpSpPr>
        <p:grpSpPr>
          <a:xfrm>
            <a:off x="7405324" y="1065484"/>
            <a:ext cx="133822" cy="725533"/>
            <a:chOff x="7405324" y="1065484"/>
            <a:chExt cx="133822" cy="725533"/>
          </a:xfrm>
        </p:grpSpPr>
        <p:sp>
          <p:nvSpPr>
            <p:cNvPr id="805" name="Straight Connector 804"/>
            <p:cNvSpPr/>
            <p:nvPr/>
          </p:nvSpPr>
          <p:spPr>
            <a:xfrm flipV="1">
              <a:off x="7405324" y="1065484"/>
              <a:ext cx="121703" cy="72553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6" name="Straight Connector 805"/>
            <p:cNvSpPr/>
            <p:nvPr/>
          </p:nvSpPr>
          <p:spPr>
            <a:xfrm flipV="1">
              <a:off x="7474330" y="1675501"/>
              <a:ext cx="52697" cy="11551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7" name="Straight Connector 806"/>
            <p:cNvSpPr/>
            <p:nvPr/>
          </p:nvSpPr>
          <p:spPr>
            <a:xfrm>
              <a:off x="7527027" y="1664629"/>
              <a:ext cx="12119" cy="1263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2" name="Group 811"/>
          <p:cNvGrpSpPr/>
          <p:nvPr/>
        </p:nvGrpSpPr>
        <p:grpSpPr>
          <a:xfrm>
            <a:off x="7707372" y="1065484"/>
            <a:ext cx="133823" cy="725533"/>
            <a:chOff x="7707372" y="1065484"/>
            <a:chExt cx="133823" cy="725533"/>
          </a:xfrm>
        </p:grpSpPr>
        <p:sp>
          <p:nvSpPr>
            <p:cNvPr id="809" name="Straight Connector 808"/>
            <p:cNvSpPr/>
            <p:nvPr/>
          </p:nvSpPr>
          <p:spPr>
            <a:xfrm>
              <a:off x="7707372" y="1065484"/>
              <a:ext cx="121703" cy="72553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0" name="Straight Connector 809"/>
            <p:cNvSpPr/>
            <p:nvPr/>
          </p:nvSpPr>
          <p:spPr>
            <a:xfrm flipV="1">
              <a:off x="7829076" y="1065484"/>
              <a:ext cx="12119" cy="1263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1" name="Straight Connector 810"/>
            <p:cNvSpPr/>
            <p:nvPr/>
          </p:nvSpPr>
          <p:spPr>
            <a:xfrm>
              <a:off x="7776379" y="1065484"/>
              <a:ext cx="52697" cy="11551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6" name="Group 81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813" name="Straight Connector 81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4" name="Straight Connector 81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5" name="Straight Connector 81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0" name="Group 819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817" name="Straight Connector 816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8" name="Straight Connector 817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9" name="Straight Connector 818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4" name="Group 823"/>
          <p:cNvGrpSpPr/>
          <p:nvPr/>
        </p:nvGrpSpPr>
        <p:grpSpPr>
          <a:xfrm>
            <a:off x="7103275" y="1065484"/>
            <a:ext cx="121703" cy="145106"/>
            <a:chOff x="7103275" y="1065484"/>
            <a:chExt cx="121703" cy="145106"/>
          </a:xfrm>
        </p:grpSpPr>
        <p:sp>
          <p:nvSpPr>
            <p:cNvPr id="821" name="Straight Connector 820"/>
            <p:cNvSpPr/>
            <p:nvPr/>
          </p:nvSpPr>
          <p:spPr>
            <a:xfrm>
              <a:off x="7103275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2" name="Straight Connector 821"/>
            <p:cNvSpPr/>
            <p:nvPr/>
          </p:nvSpPr>
          <p:spPr>
            <a:xfrm>
              <a:off x="7171344" y="1065484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3" name="Straight Connector 822"/>
            <p:cNvSpPr/>
            <p:nvPr/>
          </p:nvSpPr>
          <p:spPr>
            <a:xfrm>
              <a:off x="7120989" y="1065484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8" name="Group 827"/>
          <p:cNvGrpSpPr/>
          <p:nvPr/>
        </p:nvGrpSpPr>
        <p:grpSpPr>
          <a:xfrm>
            <a:off x="5261661" y="1065484"/>
            <a:ext cx="2143662" cy="1160853"/>
            <a:chOff x="5261661" y="1065484"/>
            <a:chExt cx="2143662" cy="1160853"/>
          </a:xfrm>
        </p:grpSpPr>
        <p:sp>
          <p:nvSpPr>
            <p:cNvPr id="825" name="Straight Connector 824"/>
            <p:cNvSpPr/>
            <p:nvPr/>
          </p:nvSpPr>
          <p:spPr>
            <a:xfrm>
              <a:off x="5261661" y="1065484"/>
              <a:ext cx="2143662" cy="116085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6" name="Straight Connector 825"/>
            <p:cNvSpPr/>
            <p:nvPr/>
          </p:nvSpPr>
          <p:spPr>
            <a:xfrm>
              <a:off x="5261661" y="2139040"/>
              <a:ext cx="92196" cy="8729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7" name="Straight Connector 826"/>
            <p:cNvSpPr/>
            <p:nvPr/>
          </p:nvSpPr>
          <p:spPr>
            <a:xfrm>
              <a:off x="5261661" y="2196832"/>
              <a:ext cx="123492" cy="2950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2" name="Group 831"/>
          <p:cNvGrpSpPr/>
          <p:nvPr/>
        </p:nvGrpSpPr>
        <p:grpSpPr>
          <a:xfrm>
            <a:off x="4959612" y="2226337"/>
            <a:ext cx="482394" cy="145106"/>
            <a:chOff x="4959612" y="2226337"/>
            <a:chExt cx="482394" cy="145106"/>
          </a:xfrm>
        </p:grpSpPr>
        <p:sp>
          <p:nvSpPr>
            <p:cNvPr id="829" name="Straight Connector 828"/>
            <p:cNvSpPr/>
            <p:nvPr/>
          </p:nvSpPr>
          <p:spPr>
            <a:xfrm>
              <a:off x="4959612" y="2226337"/>
              <a:ext cx="482394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0" name="Straight Connector 829"/>
            <p:cNvSpPr/>
            <p:nvPr/>
          </p:nvSpPr>
          <p:spPr>
            <a:xfrm>
              <a:off x="4959612" y="2304648"/>
              <a:ext cx="107978" cy="6679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1" name="Straight Connector 830"/>
            <p:cNvSpPr/>
            <p:nvPr/>
          </p:nvSpPr>
          <p:spPr>
            <a:xfrm>
              <a:off x="4959612" y="2367584"/>
              <a:ext cx="126909" cy="3859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6" name="Group 83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833" name="Straight Connector 83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4" name="Straight Connector 83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5" name="Straight Connector 83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0" name="Group 839"/>
          <p:cNvGrpSpPr/>
          <p:nvPr/>
        </p:nvGrpSpPr>
        <p:grpSpPr>
          <a:xfrm>
            <a:off x="6801226" y="1065484"/>
            <a:ext cx="139740" cy="1015747"/>
            <a:chOff x="6801226" y="1065484"/>
            <a:chExt cx="139740" cy="1015747"/>
          </a:xfrm>
        </p:grpSpPr>
        <p:sp>
          <p:nvSpPr>
            <p:cNvPr id="837" name="Straight Connector 836"/>
            <p:cNvSpPr/>
            <p:nvPr/>
          </p:nvSpPr>
          <p:spPr>
            <a:xfrm flipV="1">
              <a:off x="6801226" y="1065484"/>
              <a:ext cx="121703" cy="101574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8" name="Straight Connector 837"/>
            <p:cNvSpPr/>
            <p:nvPr/>
          </p:nvSpPr>
          <p:spPr>
            <a:xfrm flipV="1">
              <a:off x="6875712" y="1963369"/>
              <a:ext cx="47217" cy="1178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9" name="Straight Connector 838"/>
            <p:cNvSpPr/>
            <p:nvPr/>
          </p:nvSpPr>
          <p:spPr>
            <a:xfrm>
              <a:off x="6922929" y="1955550"/>
              <a:ext cx="18037" cy="1256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4" name="Group 843"/>
          <p:cNvGrpSpPr/>
          <p:nvPr/>
        </p:nvGrpSpPr>
        <p:grpSpPr>
          <a:xfrm>
            <a:off x="7103275" y="1065484"/>
            <a:ext cx="139740" cy="1015746"/>
            <a:chOff x="7103275" y="1065484"/>
            <a:chExt cx="139740" cy="1015746"/>
          </a:xfrm>
        </p:grpSpPr>
        <p:sp>
          <p:nvSpPr>
            <p:cNvPr id="841" name="Straight Connector 840"/>
            <p:cNvSpPr/>
            <p:nvPr/>
          </p:nvSpPr>
          <p:spPr>
            <a:xfrm>
              <a:off x="7103275" y="1065484"/>
              <a:ext cx="121703" cy="101574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2" name="Straight Connector 841"/>
            <p:cNvSpPr/>
            <p:nvPr/>
          </p:nvSpPr>
          <p:spPr>
            <a:xfrm flipV="1">
              <a:off x="7224978" y="1065484"/>
              <a:ext cx="18037" cy="1256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3" name="Straight Connector 842"/>
            <p:cNvSpPr/>
            <p:nvPr/>
          </p:nvSpPr>
          <p:spPr>
            <a:xfrm>
              <a:off x="7177760" y="1065484"/>
              <a:ext cx="47217" cy="1178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8" name="Group 847"/>
          <p:cNvGrpSpPr/>
          <p:nvPr/>
        </p:nvGrpSpPr>
        <p:grpSpPr>
          <a:xfrm>
            <a:off x="5865759" y="1065484"/>
            <a:ext cx="1539565" cy="299786"/>
            <a:chOff x="5865759" y="1065484"/>
            <a:chExt cx="1539565" cy="299786"/>
          </a:xfrm>
        </p:grpSpPr>
        <p:sp>
          <p:nvSpPr>
            <p:cNvPr id="845" name="Straight Connector 844"/>
            <p:cNvSpPr/>
            <p:nvPr/>
          </p:nvSpPr>
          <p:spPr>
            <a:xfrm>
              <a:off x="5865759" y="1065484"/>
              <a:ext cx="1539565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6" name="Straight Connector 845"/>
            <p:cNvSpPr/>
            <p:nvPr/>
          </p:nvSpPr>
          <p:spPr>
            <a:xfrm>
              <a:off x="5865759" y="1300687"/>
              <a:ext cx="114432" cy="550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7" name="Straight Connector 846"/>
            <p:cNvSpPr/>
            <p:nvPr/>
          </p:nvSpPr>
          <p:spPr>
            <a:xfrm flipV="1">
              <a:off x="5865759" y="1355697"/>
              <a:ext cx="126606" cy="9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2" name="Group 851"/>
          <p:cNvGrpSpPr/>
          <p:nvPr/>
        </p:nvGrpSpPr>
        <p:grpSpPr>
          <a:xfrm>
            <a:off x="4959612" y="1355697"/>
            <a:ext cx="1013938" cy="1015746"/>
            <a:chOff x="4959612" y="1355697"/>
            <a:chExt cx="1013938" cy="1015746"/>
          </a:xfrm>
        </p:grpSpPr>
        <p:sp>
          <p:nvSpPr>
            <p:cNvPr id="849" name="Straight Connector 848"/>
            <p:cNvSpPr/>
            <p:nvPr/>
          </p:nvSpPr>
          <p:spPr>
            <a:xfrm>
              <a:off x="4959612" y="1355697"/>
              <a:ext cx="1013938" cy="101574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0" name="Straight Connector 849"/>
            <p:cNvSpPr/>
            <p:nvPr/>
          </p:nvSpPr>
          <p:spPr>
            <a:xfrm>
              <a:off x="4959612" y="2261430"/>
              <a:ext cx="63387" cy="1100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1" name="Straight Connector 850"/>
            <p:cNvSpPr/>
            <p:nvPr/>
          </p:nvSpPr>
          <p:spPr>
            <a:xfrm>
              <a:off x="4959612" y="2307861"/>
              <a:ext cx="109900" cy="6358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6" name="Group 85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853" name="Straight Connector 85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4" name="Straight Connector 85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5" name="Straight Connector 85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0" name="Group 859"/>
          <p:cNvGrpSpPr/>
          <p:nvPr/>
        </p:nvGrpSpPr>
        <p:grpSpPr>
          <a:xfrm>
            <a:off x="6800287" y="1032623"/>
            <a:ext cx="122642" cy="65721"/>
            <a:chOff x="6800287" y="1032623"/>
            <a:chExt cx="122642" cy="65721"/>
          </a:xfrm>
        </p:grpSpPr>
        <p:sp>
          <p:nvSpPr>
            <p:cNvPr id="857" name="Straight Connector 856"/>
            <p:cNvSpPr/>
            <p:nvPr/>
          </p:nvSpPr>
          <p:spPr>
            <a:xfrm>
              <a:off x="6801226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8" name="Straight Connector 857"/>
            <p:cNvSpPr/>
            <p:nvPr/>
          </p:nvSpPr>
          <p:spPr>
            <a:xfrm>
              <a:off x="6800287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9" name="Straight Connector 858"/>
            <p:cNvSpPr/>
            <p:nvPr/>
          </p:nvSpPr>
          <p:spPr>
            <a:xfrm flipV="1">
              <a:off x="6800287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4" name="Group 863"/>
          <p:cNvGrpSpPr/>
          <p:nvPr/>
        </p:nvGrpSpPr>
        <p:grpSpPr>
          <a:xfrm>
            <a:off x="7103275" y="1065484"/>
            <a:ext cx="121703" cy="145106"/>
            <a:chOff x="7103275" y="1065484"/>
            <a:chExt cx="121703" cy="145106"/>
          </a:xfrm>
        </p:grpSpPr>
        <p:sp>
          <p:nvSpPr>
            <p:cNvPr id="861" name="Straight Connector 860"/>
            <p:cNvSpPr/>
            <p:nvPr/>
          </p:nvSpPr>
          <p:spPr>
            <a:xfrm flipV="1">
              <a:off x="7103275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2" name="Straight Connector 861"/>
            <p:cNvSpPr/>
            <p:nvPr/>
          </p:nvSpPr>
          <p:spPr>
            <a:xfrm flipV="1">
              <a:off x="7120989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3" name="Straight Connector 862"/>
            <p:cNvSpPr/>
            <p:nvPr/>
          </p:nvSpPr>
          <p:spPr>
            <a:xfrm flipV="1">
              <a:off x="7171344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8" name="Group 867"/>
          <p:cNvGrpSpPr/>
          <p:nvPr/>
        </p:nvGrpSpPr>
        <p:grpSpPr>
          <a:xfrm>
            <a:off x="5865759" y="1210590"/>
            <a:ext cx="1539565" cy="166314"/>
            <a:chOff x="5865759" y="1210590"/>
            <a:chExt cx="1539565" cy="166314"/>
          </a:xfrm>
        </p:grpSpPr>
        <p:sp>
          <p:nvSpPr>
            <p:cNvPr id="865" name="Straight Connector 864"/>
            <p:cNvSpPr/>
            <p:nvPr/>
          </p:nvSpPr>
          <p:spPr>
            <a:xfrm>
              <a:off x="5865759" y="1210590"/>
              <a:ext cx="1539565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6" name="Straight Connector 865"/>
            <p:cNvSpPr/>
            <p:nvPr/>
          </p:nvSpPr>
          <p:spPr>
            <a:xfrm>
              <a:off x="5865759" y="1311473"/>
              <a:ext cx="119017" cy="4422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7" name="Straight Connector 866"/>
            <p:cNvSpPr/>
            <p:nvPr/>
          </p:nvSpPr>
          <p:spPr>
            <a:xfrm flipV="1">
              <a:off x="5865759" y="1355697"/>
              <a:ext cx="125184" cy="2120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2" name="Group 871"/>
          <p:cNvGrpSpPr/>
          <p:nvPr/>
        </p:nvGrpSpPr>
        <p:grpSpPr>
          <a:xfrm>
            <a:off x="4959612" y="1355697"/>
            <a:ext cx="1013938" cy="1015746"/>
            <a:chOff x="4959612" y="1355697"/>
            <a:chExt cx="1013938" cy="1015746"/>
          </a:xfrm>
        </p:grpSpPr>
        <p:sp>
          <p:nvSpPr>
            <p:cNvPr id="869" name="Straight Connector 868"/>
            <p:cNvSpPr/>
            <p:nvPr/>
          </p:nvSpPr>
          <p:spPr>
            <a:xfrm>
              <a:off x="4959612" y="1355697"/>
              <a:ext cx="1013938" cy="101574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0" name="Straight Connector 869"/>
            <p:cNvSpPr/>
            <p:nvPr/>
          </p:nvSpPr>
          <p:spPr>
            <a:xfrm>
              <a:off x="4959612" y="2261430"/>
              <a:ext cx="63387" cy="1100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1" name="Straight Connector 870"/>
            <p:cNvSpPr/>
            <p:nvPr/>
          </p:nvSpPr>
          <p:spPr>
            <a:xfrm>
              <a:off x="4959612" y="2307861"/>
              <a:ext cx="109900" cy="6358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6" name="Group 87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873" name="Straight Connector 87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4" name="Straight Connector 87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5" name="Straight Connector 87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0" name="Group 879"/>
          <p:cNvGrpSpPr/>
          <p:nvPr/>
        </p:nvGrpSpPr>
        <p:grpSpPr>
          <a:xfrm>
            <a:off x="6800287" y="1032623"/>
            <a:ext cx="122642" cy="65721"/>
            <a:chOff x="6800287" y="1032623"/>
            <a:chExt cx="122642" cy="65721"/>
          </a:xfrm>
        </p:grpSpPr>
        <p:sp>
          <p:nvSpPr>
            <p:cNvPr id="877" name="Straight Connector 876"/>
            <p:cNvSpPr/>
            <p:nvPr/>
          </p:nvSpPr>
          <p:spPr>
            <a:xfrm>
              <a:off x="6801226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8" name="Straight Connector 877"/>
            <p:cNvSpPr/>
            <p:nvPr/>
          </p:nvSpPr>
          <p:spPr>
            <a:xfrm>
              <a:off x="6800287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9" name="Straight Connector 878"/>
            <p:cNvSpPr/>
            <p:nvPr/>
          </p:nvSpPr>
          <p:spPr>
            <a:xfrm flipV="1">
              <a:off x="6800287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4" name="Group 883"/>
          <p:cNvGrpSpPr/>
          <p:nvPr/>
        </p:nvGrpSpPr>
        <p:grpSpPr>
          <a:xfrm>
            <a:off x="7102336" y="1032623"/>
            <a:ext cx="122642" cy="65721"/>
            <a:chOff x="7102336" y="1032623"/>
            <a:chExt cx="122642" cy="65721"/>
          </a:xfrm>
        </p:grpSpPr>
        <p:sp>
          <p:nvSpPr>
            <p:cNvPr id="881" name="Straight Connector 880"/>
            <p:cNvSpPr/>
            <p:nvPr/>
          </p:nvSpPr>
          <p:spPr>
            <a:xfrm>
              <a:off x="7103275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2" name="Straight Connector 881"/>
            <p:cNvSpPr/>
            <p:nvPr/>
          </p:nvSpPr>
          <p:spPr>
            <a:xfrm>
              <a:off x="7102336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3" name="Straight Connector 882"/>
            <p:cNvSpPr/>
            <p:nvPr/>
          </p:nvSpPr>
          <p:spPr>
            <a:xfrm flipV="1">
              <a:off x="7102336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8" name="Group 887"/>
          <p:cNvGrpSpPr/>
          <p:nvPr/>
        </p:nvGrpSpPr>
        <p:grpSpPr>
          <a:xfrm>
            <a:off x="5865759" y="1065484"/>
            <a:ext cx="1539565" cy="299786"/>
            <a:chOff x="5865759" y="1065484"/>
            <a:chExt cx="1539565" cy="299786"/>
          </a:xfrm>
        </p:grpSpPr>
        <p:sp>
          <p:nvSpPr>
            <p:cNvPr id="885" name="Straight Connector 884"/>
            <p:cNvSpPr/>
            <p:nvPr/>
          </p:nvSpPr>
          <p:spPr>
            <a:xfrm>
              <a:off x="5865759" y="1065484"/>
              <a:ext cx="1539565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6" name="Straight Connector 885"/>
            <p:cNvSpPr/>
            <p:nvPr/>
          </p:nvSpPr>
          <p:spPr>
            <a:xfrm>
              <a:off x="5865759" y="1300687"/>
              <a:ext cx="114432" cy="550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7" name="Straight Connector 886"/>
            <p:cNvSpPr/>
            <p:nvPr/>
          </p:nvSpPr>
          <p:spPr>
            <a:xfrm flipV="1">
              <a:off x="5865759" y="1355697"/>
              <a:ext cx="126606" cy="9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2" name="Group 891"/>
          <p:cNvGrpSpPr/>
          <p:nvPr/>
        </p:nvGrpSpPr>
        <p:grpSpPr>
          <a:xfrm>
            <a:off x="5894141" y="1322836"/>
            <a:ext cx="122642" cy="65721"/>
            <a:chOff x="5894141" y="1322836"/>
            <a:chExt cx="122642" cy="65721"/>
          </a:xfrm>
        </p:grpSpPr>
        <p:sp>
          <p:nvSpPr>
            <p:cNvPr id="889" name="Straight Connector 888"/>
            <p:cNvSpPr/>
            <p:nvPr/>
          </p:nvSpPr>
          <p:spPr>
            <a:xfrm>
              <a:off x="5973551" y="1355697"/>
              <a:ext cx="4323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0" name="Straight Connector 889"/>
            <p:cNvSpPr/>
            <p:nvPr/>
          </p:nvSpPr>
          <p:spPr>
            <a:xfrm>
              <a:off x="5894141" y="1355697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1" name="Straight Connector 890"/>
            <p:cNvSpPr/>
            <p:nvPr/>
          </p:nvSpPr>
          <p:spPr>
            <a:xfrm flipV="1">
              <a:off x="5894141" y="1322836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6" name="Group 89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893" name="Straight Connector 89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4" name="Straight Connector 89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5" name="Straight Connector 89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0" name="Group 899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897" name="Straight Connector 896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8" name="Straight Connector 897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9" name="Straight Connector 898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4" name="Group 903"/>
          <p:cNvGrpSpPr/>
          <p:nvPr/>
        </p:nvGrpSpPr>
        <p:grpSpPr>
          <a:xfrm>
            <a:off x="7103275" y="1065484"/>
            <a:ext cx="121703" cy="145106"/>
            <a:chOff x="7103275" y="1065484"/>
            <a:chExt cx="121703" cy="145106"/>
          </a:xfrm>
        </p:grpSpPr>
        <p:sp>
          <p:nvSpPr>
            <p:cNvPr id="901" name="Straight Connector 900"/>
            <p:cNvSpPr/>
            <p:nvPr/>
          </p:nvSpPr>
          <p:spPr>
            <a:xfrm>
              <a:off x="7103275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2" name="Straight Connector 901"/>
            <p:cNvSpPr/>
            <p:nvPr/>
          </p:nvSpPr>
          <p:spPr>
            <a:xfrm>
              <a:off x="7171344" y="1065484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3" name="Straight Connector 902"/>
            <p:cNvSpPr/>
            <p:nvPr/>
          </p:nvSpPr>
          <p:spPr>
            <a:xfrm>
              <a:off x="7120989" y="1065484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8" name="Group 907"/>
          <p:cNvGrpSpPr/>
          <p:nvPr/>
        </p:nvGrpSpPr>
        <p:grpSpPr>
          <a:xfrm>
            <a:off x="5261661" y="1065484"/>
            <a:ext cx="2143662" cy="1160853"/>
            <a:chOff x="5261661" y="1065484"/>
            <a:chExt cx="2143662" cy="1160853"/>
          </a:xfrm>
        </p:grpSpPr>
        <p:sp>
          <p:nvSpPr>
            <p:cNvPr id="905" name="Straight Connector 904"/>
            <p:cNvSpPr/>
            <p:nvPr/>
          </p:nvSpPr>
          <p:spPr>
            <a:xfrm>
              <a:off x="5261661" y="1065484"/>
              <a:ext cx="2143662" cy="116085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6" name="Straight Connector 905"/>
            <p:cNvSpPr/>
            <p:nvPr/>
          </p:nvSpPr>
          <p:spPr>
            <a:xfrm>
              <a:off x="5261661" y="2139040"/>
              <a:ext cx="92196" cy="8729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7" name="Straight Connector 906"/>
            <p:cNvSpPr/>
            <p:nvPr/>
          </p:nvSpPr>
          <p:spPr>
            <a:xfrm>
              <a:off x="5261661" y="2196832"/>
              <a:ext cx="123492" cy="2950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2" name="Group 911"/>
          <p:cNvGrpSpPr/>
          <p:nvPr/>
        </p:nvGrpSpPr>
        <p:grpSpPr>
          <a:xfrm>
            <a:off x="5442007" y="1936124"/>
            <a:ext cx="121703" cy="290213"/>
            <a:chOff x="5442007" y="1936124"/>
            <a:chExt cx="121703" cy="290213"/>
          </a:xfrm>
        </p:grpSpPr>
        <p:sp>
          <p:nvSpPr>
            <p:cNvPr id="909" name="Straight Connector 908"/>
            <p:cNvSpPr/>
            <p:nvPr/>
          </p:nvSpPr>
          <p:spPr>
            <a:xfrm>
              <a:off x="5442007" y="1936124"/>
              <a:ext cx="121703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0" name="Straight Connector 909"/>
            <p:cNvSpPr/>
            <p:nvPr/>
          </p:nvSpPr>
          <p:spPr>
            <a:xfrm>
              <a:off x="5546585" y="1936124"/>
              <a:ext cx="17125" cy="12580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1" name="Straight Connector 910"/>
            <p:cNvSpPr/>
            <p:nvPr/>
          </p:nvSpPr>
          <p:spPr>
            <a:xfrm>
              <a:off x="5485976" y="1936124"/>
              <a:ext cx="77733" cy="10039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6" name="Group 91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913" name="Straight Connector 91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4" name="Straight Connector 91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5" name="Straight Connector 91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0" name="Group 919"/>
          <p:cNvGrpSpPr/>
          <p:nvPr/>
        </p:nvGrpSpPr>
        <p:grpSpPr>
          <a:xfrm>
            <a:off x="6801226" y="1065484"/>
            <a:ext cx="139740" cy="1015747"/>
            <a:chOff x="6801226" y="1065484"/>
            <a:chExt cx="139740" cy="1015747"/>
          </a:xfrm>
        </p:grpSpPr>
        <p:sp>
          <p:nvSpPr>
            <p:cNvPr id="917" name="Straight Connector 916"/>
            <p:cNvSpPr/>
            <p:nvPr/>
          </p:nvSpPr>
          <p:spPr>
            <a:xfrm flipV="1">
              <a:off x="6801226" y="1065484"/>
              <a:ext cx="121703" cy="101574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8" name="Straight Connector 917"/>
            <p:cNvSpPr/>
            <p:nvPr/>
          </p:nvSpPr>
          <p:spPr>
            <a:xfrm flipV="1">
              <a:off x="6875712" y="1963369"/>
              <a:ext cx="47217" cy="1178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9" name="Straight Connector 918"/>
            <p:cNvSpPr/>
            <p:nvPr/>
          </p:nvSpPr>
          <p:spPr>
            <a:xfrm>
              <a:off x="6922929" y="1955550"/>
              <a:ext cx="18037" cy="1256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4" name="Group 923"/>
          <p:cNvGrpSpPr/>
          <p:nvPr/>
        </p:nvGrpSpPr>
        <p:grpSpPr>
          <a:xfrm>
            <a:off x="7103275" y="1065484"/>
            <a:ext cx="139740" cy="1015746"/>
            <a:chOff x="7103275" y="1065484"/>
            <a:chExt cx="139740" cy="1015746"/>
          </a:xfrm>
        </p:grpSpPr>
        <p:sp>
          <p:nvSpPr>
            <p:cNvPr id="921" name="Straight Connector 920"/>
            <p:cNvSpPr/>
            <p:nvPr/>
          </p:nvSpPr>
          <p:spPr>
            <a:xfrm>
              <a:off x="7103275" y="1065484"/>
              <a:ext cx="121703" cy="101574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2" name="Straight Connector 921"/>
            <p:cNvSpPr/>
            <p:nvPr/>
          </p:nvSpPr>
          <p:spPr>
            <a:xfrm flipV="1">
              <a:off x="7224978" y="1065484"/>
              <a:ext cx="18037" cy="12568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3" name="Straight Connector 922"/>
            <p:cNvSpPr/>
            <p:nvPr/>
          </p:nvSpPr>
          <p:spPr>
            <a:xfrm>
              <a:off x="7177760" y="1065484"/>
              <a:ext cx="47217" cy="1178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8" name="Group 927"/>
          <p:cNvGrpSpPr/>
          <p:nvPr/>
        </p:nvGrpSpPr>
        <p:grpSpPr>
          <a:xfrm>
            <a:off x="5865759" y="1065484"/>
            <a:ext cx="1539565" cy="299786"/>
            <a:chOff x="5865759" y="1065484"/>
            <a:chExt cx="1539565" cy="299786"/>
          </a:xfrm>
        </p:grpSpPr>
        <p:sp>
          <p:nvSpPr>
            <p:cNvPr id="925" name="Straight Connector 924"/>
            <p:cNvSpPr/>
            <p:nvPr/>
          </p:nvSpPr>
          <p:spPr>
            <a:xfrm>
              <a:off x="5865759" y="1065484"/>
              <a:ext cx="1539565" cy="29021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6" name="Straight Connector 925"/>
            <p:cNvSpPr/>
            <p:nvPr/>
          </p:nvSpPr>
          <p:spPr>
            <a:xfrm>
              <a:off x="5865759" y="1300687"/>
              <a:ext cx="114432" cy="5501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7" name="Straight Connector 926"/>
            <p:cNvSpPr/>
            <p:nvPr/>
          </p:nvSpPr>
          <p:spPr>
            <a:xfrm flipV="1">
              <a:off x="5865759" y="1355697"/>
              <a:ext cx="126606" cy="957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2" name="Group 931"/>
          <p:cNvGrpSpPr/>
          <p:nvPr/>
        </p:nvGrpSpPr>
        <p:grpSpPr>
          <a:xfrm>
            <a:off x="5563710" y="1355697"/>
            <a:ext cx="409841" cy="580427"/>
            <a:chOff x="5563710" y="1355697"/>
            <a:chExt cx="409841" cy="580427"/>
          </a:xfrm>
        </p:grpSpPr>
        <p:sp>
          <p:nvSpPr>
            <p:cNvPr id="929" name="Straight Connector 928"/>
            <p:cNvSpPr/>
            <p:nvPr/>
          </p:nvSpPr>
          <p:spPr>
            <a:xfrm>
              <a:off x="5563710" y="1355697"/>
              <a:ext cx="409841" cy="5804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0" name="Straight Connector 929"/>
            <p:cNvSpPr/>
            <p:nvPr/>
          </p:nvSpPr>
          <p:spPr>
            <a:xfrm>
              <a:off x="5563710" y="1816985"/>
              <a:ext cx="43897" cy="1191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1" name="Straight Connector 930"/>
            <p:cNvSpPr/>
            <p:nvPr/>
          </p:nvSpPr>
          <p:spPr>
            <a:xfrm>
              <a:off x="5563710" y="1854894"/>
              <a:ext cx="97583" cy="8123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6" name="Group 93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933" name="Straight Connector 93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4" name="Straight Connector 93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5" name="Straight Connector 93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0" name="Group 939"/>
          <p:cNvGrpSpPr/>
          <p:nvPr/>
        </p:nvGrpSpPr>
        <p:grpSpPr>
          <a:xfrm>
            <a:off x="6800287" y="1032623"/>
            <a:ext cx="122642" cy="65721"/>
            <a:chOff x="6800287" y="1032623"/>
            <a:chExt cx="122642" cy="65721"/>
          </a:xfrm>
        </p:grpSpPr>
        <p:sp>
          <p:nvSpPr>
            <p:cNvPr id="937" name="Straight Connector 936"/>
            <p:cNvSpPr/>
            <p:nvPr/>
          </p:nvSpPr>
          <p:spPr>
            <a:xfrm>
              <a:off x="6801226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8" name="Straight Connector 937"/>
            <p:cNvSpPr/>
            <p:nvPr/>
          </p:nvSpPr>
          <p:spPr>
            <a:xfrm>
              <a:off x="6800287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9" name="Straight Connector 938"/>
            <p:cNvSpPr/>
            <p:nvPr/>
          </p:nvSpPr>
          <p:spPr>
            <a:xfrm flipV="1">
              <a:off x="6800287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4" name="Group 943"/>
          <p:cNvGrpSpPr/>
          <p:nvPr/>
        </p:nvGrpSpPr>
        <p:grpSpPr>
          <a:xfrm>
            <a:off x="7103275" y="1065484"/>
            <a:ext cx="121703" cy="145106"/>
            <a:chOff x="7103275" y="1065484"/>
            <a:chExt cx="121703" cy="145106"/>
          </a:xfrm>
        </p:grpSpPr>
        <p:sp>
          <p:nvSpPr>
            <p:cNvPr id="941" name="Straight Connector 940"/>
            <p:cNvSpPr/>
            <p:nvPr/>
          </p:nvSpPr>
          <p:spPr>
            <a:xfrm flipV="1">
              <a:off x="7103275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2" name="Straight Connector 941"/>
            <p:cNvSpPr/>
            <p:nvPr/>
          </p:nvSpPr>
          <p:spPr>
            <a:xfrm flipV="1">
              <a:off x="7120989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3" name="Straight Connector 942"/>
            <p:cNvSpPr/>
            <p:nvPr/>
          </p:nvSpPr>
          <p:spPr>
            <a:xfrm flipV="1">
              <a:off x="7171344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8" name="Group 947"/>
          <p:cNvGrpSpPr/>
          <p:nvPr/>
        </p:nvGrpSpPr>
        <p:grpSpPr>
          <a:xfrm>
            <a:off x="5865759" y="1210590"/>
            <a:ext cx="1539565" cy="166314"/>
            <a:chOff x="5865759" y="1210590"/>
            <a:chExt cx="1539565" cy="166314"/>
          </a:xfrm>
        </p:grpSpPr>
        <p:sp>
          <p:nvSpPr>
            <p:cNvPr id="945" name="Straight Connector 944"/>
            <p:cNvSpPr/>
            <p:nvPr/>
          </p:nvSpPr>
          <p:spPr>
            <a:xfrm>
              <a:off x="5865759" y="1210590"/>
              <a:ext cx="1539565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6" name="Straight Connector 945"/>
            <p:cNvSpPr/>
            <p:nvPr/>
          </p:nvSpPr>
          <p:spPr>
            <a:xfrm>
              <a:off x="5865759" y="1311473"/>
              <a:ext cx="119017" cy="4422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7" name="Straight Connector 946"/>
            <p:cNvSpPr/>
            <p:nvPr/>
          </p:nvSpPr>
          <p:spPr>
            <a:xfrm flipV="1">
              <a:off x="5865759" y="1355697"/>
              <a:ext cx="125184" cy="2120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2" name="Group 951"/>
          <p:cNvGrpSpPr/>
          <p:nvPr/>
        </p:nvGrpSpPr>
        <p:grpSpPr>
          <a:xfrm>
            <a:off x="5563710" y="1355697"/>
            <a:ext cx="409841" cy="580427"/>
            <a:chOff x="5563710" y="1355697"/>
            <a:chExt cx="409841" cy="580427"/>
          </a:xfrm>
        </p:grpSpPr>
        <p:sp>
          <p:nvSpPr>
            <p:cNvPr id="949" name="Straight Connector 948"/>
            <p:cNvSpPr/>
            <p:nvPr/>
          </p:nvSpPr>
          <p:spPr>
            <a:xfrm>
              <a:off x="5563710" y="1355697"/>
              <a:ext cx="409841" cy="5804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0" name="Straight Connector 949"/>
            <p:cNvSpPr/>
            <p:nvPr/>
          </p:nvSpPr>
          <p:spPr>
            <a:xfrm>
              <a:off x="5563710" y="1816985"/>
              <a:ext cx="43897" cy="11913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1" name="Straight Connector 950"/>
            <p:cNvSpPr/>
            <p:nvPr/>
          </p:nvSpPr>
          <p:spPr>
            <a:xfrm>
              <a:off x="5563710" y="1854894"/>
              <a:ext cx="97583" cy="8123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6" name="Group 95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953" name="Straight Connector 95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4" name="Straight Connector 95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5" name="Straight Connector 95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0" name="Group 959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957" name="Straight Connector 956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8" name="Straight Connector 957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9" name="Straight Connector 958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4" name="Group 963"/>
          <p:cNvGrpSpPr/>
          <p:nvPr/>
        </p:nvGrpSpPr>
        <p:grpSpPr>
          <a:xfrm>
            <a:off x="7102336" y="1177730"/>
            <a:ext cx="122642" cy="65720"/>
            <a:chOff x="7102336" y="1177730"/>
            <a:chExt cx="122642" cy="65720"/>
          </a:xfrm>
        </p:grpSpPr>
        <p:sp>
          <p:nvSpPr>
            <p:cNvPr id="961" name="Straight Connector 960"/>
            <p:cNvSpPr/>
            <p:nvPr/>
          </p:nvSpPr>
          <p:spPr>
            <a:xfrm>
              <a:off x="7103275" y="1210590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2" name="Straight Connector 961"/>
            <p:cNvSpPr/>
            <p:nvPr/>
          </p:nvSpPr>
          <p:spPr>
            <a:xfrm>
              <a:off x="7102336" y="121059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3" name="Straight Connector 962"/>
            <p:cNvSpPr/>
            <p:nvPr/>
          </p:nvSpPr>
          <p:spPr>
            <a:xfrm flipV="1">
              <a:off x="7102336" y="117773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8" name="Group 967"/>
          <p:cNvGrpSpPr/>
          <p:nvPr/>
        </p:nvGrpSpPr>
        <p:grpSpPr>
          <a:xfrm>
            <a:off x="7405324" y="1210590"/>
            <a:ext cx="128696" cy="580427"/>
            <a:chOff x="7405324" y="1210590"/>
            <a:chExt cx="128696" cy="580427"/>
          </a:xfrm>
        </p:grpSpPr>
        <p:sp>
          <p:nvSpPr>
            <p:cNvPr id="965" name="Straight Connector 964"/>
            <p:cNvSpPr/>
            <p:nvPr/>
          </p:nvSpPr>
          <p:spPr>
            <a:xfrm flipV="1">
              <a:off x="7405324" y="1210590"/>
              <a:ext cx="121703" cy="5804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6" name="Straight Connector 965"/>
            <p:cNvSpPr/>
            <p:nvPr/>
          </p:nvSpPr>
          <p:spPr>
            <a:xfrm flipV="1">
              <a:off x="7469697" y="1677729"/>
              <a:ext cx="57329" cy="1132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7" name="Straight Connector 966"/>
            <p:cNvSpPr/>
            <p:nvPr/>
          </p:nvSpPr>
          <p:spPr>
            <a:xfrm>
              <a:off x="7527027" y="1664242"/>
              <a:ext cx="6993" cy="12677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2" name="Group 971"/>
          <p:cNvGrpSpPr/>
          <p:nvPr/>
        </p:nvGrpSpPr>
        <p:grpSpPr>
          <a:xfrm>
            <a:off x="7707372" y="1065484"/>
            <a:ext cx="133823" cy="725533"/>
            <a:chOff x="7707372" y="1065484"/>
            <a:chExt cx="133823" cy="725533"/>
          </a:xfrm>
        </p:grpSpPr>
        <p:sp>
          <p:nvSpPr>
            <p:cNvPr id="969" name="Straight Connector 968"/>
            <p:cNvSpPr/>
            <p:nvPr/>
          </p:nvSpPr>
          <p:spPr>
            <a:xfrm>
              <a:off x="7707372" y="1065484"/>
              <a:ext cx="121703" cy="725533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0" name="Straight Connector 969"/>
            <p:cNvSpPr/>
            <p:nvPr/>
          </p:nvSpPr>
          <p:spPr>
            <a:xfrm flipV="1">
              <a:off x="7829076" y="1065484"/>
              <a:ext cx="12119" cy="1263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1" name="Straight Connector 970"/>
            <p:cNvSpPr/>
            <p:nvPr/>
          </p:nvSpPr>
          <p:spPr>
            <a:xfrm>
              <a:off x="7776379" y="1065484"/>
              <a:ext cx="52697" cy="11551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6" name="Group 97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973" name="Straight Connector 97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4" name="Straight Connector 97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5" name="Straight Connector 97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0" name="Group 979"/>
          <p:cNvGrpSpPr/>
          <p:nvPr/>
        </p:nvGrpSpPr>
        <p:grpSpPr>
          <a:xfrm>
            <a:off x="6800287" y="1032623"/>
            <a:ext cx="122642" cy="65721"/>
            <a:chOff x="6800287" y="1032623"/>
            <a:chExt cx="122642" cy="65721"/>
          </a:xfrm>
        </p:grpSpPr>
        <p:sp>
          <p:nvSpPr>
            <p:cNvPr id="977" name="Straight Connector 976"/>
            <p:cNvSpPr/>
            <p:nvPr/>
          </p:nvSpPr>
          <p:spPr>
            <a:xfrm>
              <a:off x="6801226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8" name="Straight Connector 977"/>
            <p:cNvSpPr/>
            <p:nvPr/>
          </p:nvSpPr>
          <p:spPr>
            <a:xfrm>
              <a:off x="6800287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9" name="Straight Connector 978"/>
            <p:cNvSpPr/>
            <p:nvPr/>
          </p:nvSpPr>
          <p:spPr>
            <a:xfrm flipV="1">
              <a:off x="6800287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4" name="Group 983"/>
          <p:cNvGrpSpPr/>
          <p:nvPr/>
        </p:nvGrpSpPr>
        <p:grpSpPr>
          <a:xfrm>
            <a:off x="7102336" y="1032623"/>
            <a:ext cx="122642" cy="65721"/>
            <a:chOff x="7102336" y="1032623"/>
            <a:chExt cx="122642" cy="65721"/>
          </a:xfrm>
        </p:grpSpPr>
        <p:sp>
          <p:nvSpPr>
            <p:cNvPr id="981" name="Straight Connector 980"/>
            <p:cNvSpPr/>
            <p:nvPr/>
          </p:nvSpPr>
          <p:spPr>
            <a:xfrm>
              <a:off x="7103275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2" name="Straight Connector 981"/>
            <p:cNvSpPr/>
            <p:nvPr/>
          </p:nvSpPr>
          <p:spPr>
            <a:xfrm>
              <a:off x="7102336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3" name="Straight Connector 982"/>
            <p:cNvSpPr/>
            <p:nvPr/>
          </p:nvSpPr>
          <p:spPr>
            <a:xfrm flipV="1">
              <a:off x="7102336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8" name="Group 987"/>
          <p:cNvGrpSpPr/>
          <p:nvPr/>
        </p:nvGrpSpPr>
        <p:grpSpPr>
          <a:xfrm>
            <a:off x="7405324" y="1065484"/>
            <a:ext cx="128696" cy="580426"/>
            <a:chOff x="7405324" y="1065484"/>
            <a:chExt cx="128696" cy="580426"/>
          </a:xfrm>
        </p:grpSpPr>
        <p:sp>
          <p:nvSpPr>
            <p:cNvPr id="985" name="Straight Connector 984"/>
            <p:cNvSpPr/>
            <p:nvPr/>
          </p:nvSpPr>
          <p:spPr>
            <a:xfrm flipV="1">
              <a:off x="7405324" y="1065484"/>
              <a:ext cx="121703" cy="5804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6" name="Straight Connector 985"/>
            <p:cNvSpPr/>
            <p:nvPr/>
          </p:nvSpPr>
          <p:spPr>
            <a:xfrm flipV="1">
              <a:off x="7469697" y="1532622"/>
              <a:ext cx="57329" cy="1132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7" name="Straight Connector 986"/>
            <p:cNvSpPr/>
            <p:nvPr/>
          </p:nvSpPr>
          <p:spPr>
            <a:xfrm>
              <a:off x="7527027" y="1519135"/>
              <a:ext cx="6993" cy="12677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2" name="Group 991"/>
          <p:cNvGrpSpPr/>
          <p:nvPr/>
        </p:nvGrpSpPr>
        <p:grpSpPr>
          <a:xfrm>
            <a:off x="7707372" y="1065484"/>
            <a:ext cx="128697" cy="580426"/>
            <a:chOff x="7707372" y="1065484"/>
            <a:chExt cx="128697" cy="580426"/>
          </a:xfrm>
        </p:grpSpPr>
        <p:sp>
          <p:nvSpPr>
            <p:cNvPr id="989" name="Straight Connector 988"/>
            <p:cNvSpPr/>
            <p:nvPr/>
          </p:nvSpPr>
          <p:spPr>
            <a:xfrm>
              <a:off x="7707372" y="1065484"/>
              <a:ext cx="121703" cy="5804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0" name="Straight Connector 989"/>
            <p:cNvSpPr/>
            <p:nvPr/>
          </p:nvSpPr>
          <p:spPr>
            <a:xfrm flipV="1">
              <a:off x="7829076" y="1065484"/>
              <a:ext cx="6993" cy="12677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1" name="Straight Connector 990"/>
            <p:cNvSpPr/>
            <p:nvPr/>
          </p:nvSpPr>
          <p:spPr>
            <a:xfrm>
              <a:off x="7771746" y="1065484"/>
              <a:ext cx="57329" cy="1132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6" name="Group 99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993" name="Straight Connector 99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4" name="Straight Connector 99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5" name="Straight Connector 99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0" name="Group 999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997" name="Straight Connector 996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8" name="Straight Connector 997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9" name="Straight Connector 998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4" name="Group 1003"/>
          <p:cNvGrpSpPr/>
          <p:nvPr/>
        </p:nvGrpSpPr>
        <p:grpSpPr>
          <a:xfrm>
            <a:off x="7102336" y="1177730"/>
            <a:ext cx="122642" cy="65720"/>
            <a:chOff x="7102336" y="1177730"/>
            <a:chExt cx="122642" cy="65720"/>
          </a:xfrm>
        </p:grpSpPr>
        <p:sp>
          <p:nvSpPr>
            <p:cNvPr id="1001" name="Straight Connector 1000"/>
            <p:cNvSpPr/>
            <p:nvPr/>
          </p:nvSpPr>
          <p:spPr>
            <a:xfrm>
              <a:off x="7103275" y="1210590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2" name="Straight Connector 1001"/>
            <p:cNvSpPr/>
            <p:nvPr/>
          </p:nvSpPr>
          <p:spPr>
            <a:xfrm>
              <a:off x="7102336" y="121059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3" name="Straight Connector 1002"/>
            <p:cNvSpPr/>
            <p:nvPr/>
          </p:nvSpPr>
          <p:spPr>
            <a:xfrm flipV="1">
              <a:off x="7102336" y="117773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8" name="Group 1007"/>
          <p:cNvGrpSpPr/>
          <p:nvPr/>
        </p:nvGrpSpPr>
        <p:grpSpPr>
          <a:xfrm>
            <a:off x="7405324" y="1210590"/>
            <a:ext cx="121703" cy="435320"/>
            <a:chOff x="7405324" y="1210590"/>
            <a:chExt cx="121703" cy="435320"/>
          </a:xfrm>
        </p:grpSpPr>
        <p:sp>
          <p:nvSpPr>
            <p:cNvPr id="1005" name="Straight Connector 1004"/>
            <p:cNvSpPr/>
            <p:nvPr/>
          </p:nvSpPr>
          <p:spPr>
            <a:xfrm flipV="1">
              <a:off x="7405324" y="1210590"/>
              <a:ext cx="121703" cy="43532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6" name="Straight Connector 1005"/>
            <p:cNvSpPr/>
            <p:nvPr/>
          </p:nvSpPr>
          <p:spPr>
            <a:xfrm flipV="1">
              <a:off x="7462358" y="1536645"/>
              <a:ext cx="64668" cy="10926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7" name="Straight Connector 1006"/>
            <p:cNvSpPr/>
            <p:nvPr/>
          </p:nvSpPr>
          <p:spPr>
            <a:xfrm flipV="1">
              <a:off x="7525653" y="1518950"/>
              <a:ext cx="1373" cy="1269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2" name="Group 1011"/>
          <p:cNvGrpSpPr/>
          <p:nvPr/>
        </p:nvGrpSpPr>
        <p:grpSpPr>
          <a:xfrm>
            <a:off x="7707372" y="1065484"/>
            <a:ext cx="128697" cy="580426"/>
            <a:chOff x="7707372" y="1065484"/>
            <a:chExt cx="128697" cy="580426"/>
          </a:xfrm>
        </p:grpSpPr>
        <p:sp>
          <p:nvSpPr>
            <p:cNvPr id="1009" name="Straight Connector 1008"/>
            <p:cNvSpPr/>
            <p:nvPr/>
          </p:nvSpPr>
          <p:spPr>
            <a:xfrm>
              <a:off x="7707372" y="1065484"/>
              <a:ext cx="121703" cy="58042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0" name="Straight Connector 1009"/>
            <p:cNvSpPr/>
            <p:nvPr/>
          </p:nvSpPr>
          <p:spPr>
            <a:xfrm flipV="1">
              <a:off x="7829076" y="1065484"/>
              <a:ext cx="6993" cy="12677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1" name="Straight Connector 1010"/>
            <p:cNvSpPr/>
            <p:nvPr/>
          </p:nvSpPr>
          <p:spPr>
            <a:xfrm>
              <a:off x="7771746" y="1065484"/>
              <a:ext cx="57329" cy="113288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6" name="Group 1015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1013" name="Straight Connector 1012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4" name="Straight Connector 1013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5" name="Straight Connector 1014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0" name="Group 1019"/>
          <p:cNvGrpSpPr/>
          <p:nvPr/>
        </p:nvGrpSpPr>
        <p:grpSpPr>
          <a:xfrm>
            <a:off x="6801226" y="1065484"/>
            <a:ext cx="725800" cy="435320"/>
            <a:chOff x="6801226" y="1065484"/>
            <a:chExt cx="725800" cy="435320"/>
          </a:xfrm>
        </p:grpSpPr>
        <p:sp>
          <p:nvSpPr>
            <p:cNvPr id="1017" name="Straight Connector 1016"/>
            <p:cNvSpPr/>
            <p:nvPr/>
          </p:nvSpPr>
          <p:spPr>
            <a:xfrm flipV="1">
              <a:off x="6801226" y="1065484"/>
              <a:ext cx="725800" cy="43532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8" name="Straight Connector 1017"/>
            <p:cNvSpPr/>
            <p:nvPr/>
          </p:nvSpPr>
          <p:spPr>
            <a:xfrm flipV="1">
              <a:off x="7404949" y="1465903"/>
              <a:ext cx="122077" cy="34901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9" name="Straight Connector 1018"/>
            <p:cNvSpPr/>
            <p:nvPr/>
          </p:nvSpPr>
          <p:spPr>
            <a:xfrm flipV="1">
              <a:off x="7438754" y="1409541"/>
              <a:ext cx="88272" cy="91262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4" name="Group 1023"/>
          <p:cNvGrpSpPr/>
          <p:nvPr/>
        </p:nvGrpSpPr>
        <p:grpSpPr>
          <a:xfrm>
            <a:off x="7707372" y="1065484"/>
            <a:ext cx="121703" cy="435320"/>
            <a:chOff x="7707372" y="1065484"/>
            <a:chExt cx="121703" cy="435320"/>
          </a:xfrm>
        </p:grpSpPr>
        <p:sp>
          <p:nvSpPr>
            <p:cNvPr id="1021" name="Straight Connector 1020"/>
            <p:cNvSpPr/>
            <p:nvPr/>
          </p:nvSpPr>
          <p:spPr>
            <a:xfrm>
              <a:off x="7707372" y="1065484"/>
              <a:ext cx="121703" cy="43532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2" name="Straight Connector 1021"/>
            <p:cNvSpPr/>
            <p:nvPr/>
          </p:nvSpPr>
          <p:spPr>
            <a:xfrm>
              <a:off x="7827702" y="1065484"/>
              <a:ext cx="1373" cy="1269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3" name="Straight Connector 1022"/>
            <p:cNvSpPr/>
            <p:nvPr/>
          </p:nvSpPr>
          <p:spPr>
            <a:xfrm>
              <a:off x="7764407" y="1065484"/>
              <a:ext cx="64668" cy="10926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8" name="Group 1027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1025" name="Straight Connector 1024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6" name="Straight Connector 1025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7" name="Straight Connector 1026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2" name="Group 1031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1029" name="Straight Connector 1028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0" name="Straight Connector 1029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1" name="Straight Connector 1030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6" name="Group 1035"/>
          <p:cNvGrpSpPr/>
          <p:nvPr/>
        </p:nvGrpSpPr>
        <p:grpSpPr>
          <a:xfrm>
            <a:off x="7102336" y="1177730"/>
            <a:ext cx="122642" cy="65720"/>
            <a:chOff x="7102336" y="1177730"/>
            <a:chExt cx="122642" cy="65720"/>
          </a:xfrm>
        </p:grpSpPr>
        <p:sp>
          <p:nvSpPr>
            <p:cNvPr id="1033" name="Straight Connector 1032"/>
            <p:cNvSpPr/>
            <p:nvPr/>
          </p:nvSpPr>
          <p:spPr>
            <a:xfrm>
              <a:off x="7103275" y="1210590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4" name="Straight Connector 1033"/>
            <p:cNvSpPr/>
            <p:nvPr/>
          </p:nvSpPr>
          <p:spPr>
            <a:xfrm>
              <a:off x="7102336" y="121059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5" name="Straight Connector 1034"/>
            <p:cNvSpPr/>
            <p:nvPr/>
          </p:nvSpPr>
          <p:spPr>
            <a:xfrm flipV="1">
              <a:off x="7102336" y="117773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0" name="Group 1039"/>
          <p:cNvGrpSpPr/>
          <p:nvPr/>
        </p:nvGrpSpPr>
        <p:grpSpPr>
          <a:xfrm>
            <a:off x="5865759" y="1210590"/>
            <a:ext cx="1539565" cy="166314"/>
            <a:chOff x="5865759" y="1210590"/>
            <a:chExt cx="1539565" cy="166314"/>
          </a:xfrm>
        </p:grpSpPr>
        <p:sp>
          <p:nvSpPr>
            <p:cNvPr id="1037" name="Straight Connector 1036"/>
            <p:cNvSpPr/>
            <p:nvPr/>
          </p:nvSpPr>
          <p:spPr>
            <a:xfrm>
              <a:off x="5865759" y="1210590"/>
              <a:ext cx="1539565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8" name="Straight Connector 1037"/>
            <p:cNvSpPr/>
            <p:nvPr/>
          </p:nvSpPr>
          <p:spPr>
            <a:xfrm>
              <a:off x="5865759" y="1311473"/>
              <a:ext cx="119017" cy="4422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9" name="Straight Connector 1038"/>
            <p:cNvSpPr/>
            <p:nvPr/>
          </p:nvSpPr>
          <p:spPr>
            <a:xfrm flipV="1">
              <a:off x="5865759" y="1355697"/>
              <a:ext cx="125184" cy="21207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4" name="Group 1043"/>
          <p:cNvGrpSpPr/>
          <p:nvPr/>
        </p:nvGrpSpPr>
        <p:grpSpPr>
          <a:xfrm>
            <a:off x="5894141" y="1322836"/>
            <a:ext cx="122642" cy="65721"/>
            <a:chOff x="5894141" y="1322836"/>
            <a:chExt cx="122642" cy="65721"/>
          </a:xfrm>
        </p:grpSpPr>
        <p:sp>
          <p:nvSpPr>
            <p:cNvPr id="1041" name="Straight Connector 1040"/>
            <p:cNvSpPr/>
            <p:nvPr/>
          </p:nvSpPr>
          <p:spPr>
            <a:xfrm>
              <a:off x="5973551" y="1355697"/>
              <a:ext cx="4323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2" name="Straight Connector 1041"/>
            <p:cNvSpPr/>
            <p:nvPr/>
          </p:nvSpPr>
          <p:spPr>
            <a:xfrm>
              <a:off x="5894141" y="1355697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3" name="Straight Connector 1042"/>
            <p:cNvSpPr/>
            <p:nvPr/>
          </p:nvSpPr>
          <p:spPr>
            <a:xfrm flipV="1">
              <a:off x="5894141" y="1322836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8" name="Group 1047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1045" name="Straight Connector 1044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6" name="Straight Connector 1045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7" name="Straight Connector 1046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2" name="Group 1051"/>
          <p:cNvGrpSpPr/>
          <p:nvPr/>
        </p:nvGrpSpPr>
        <p:grpSpPr>
          <a:xfrm>
            <a:off x="6800287" y="1032623"/>
            <a:ext cx="122642" cy="65721"/>
            <a:chOff x="6800287" y="1032623"/>
            <a:chExt cx="122642" cy="65721"/>
          </a:xfrm>
        </p:grpSpPr>
        <p:sp>
          <p:nvSpPr>
            <p:cNvPr id="1049" name="Straight Connector 1048"/>
            <p:cNvSpPr/>
            <p:nvPr/>
          </p:nvSpPr>
          <p:spPr>
            <a:xfrm>
              <a:off x="6801226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0" name="Straight Connector 1049"/>
            <p:cNvSpPr/>
            <p:nvPr/>
          </p:nvSpPr>
          <p:spPr>
            <a:xfrm>
              <a:off x="6800287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1" name="Straight Connector 1050"/>
            <p:cNvSpPr/>
            <p:nvPr/>
          </p:nvSpPr>
          <p:spPr>
            <a:xfrm flipV="1">
              <a:off x="6800287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6" name="Group 1055"/>
          <p:cNvGrpSpPr/>
          <p:nvPr/>
        </p:nvGrpSpPr>
        <p:grpSpPr>
          <a:xfrm>
            <a:off x="7102336" y="1032623"/>
            <a:ext cx="122642" cy="65721"/>
            <a:chOff x="7102336" y="1032623"/>
            <a:chExt cx="122642" cy="65721"/>
          </a:xfrm>
        </p:grpSpPr>
        <p:sp>
          <p:nvSpPr>
            <p:cNvPr id="1053" name="Straight Connector 1052"/>
            <p:cNvSpPr/>
            <p:nvPr/>
          </p:nvSpPr>
          <p:spPr>
            <a:xfrm>
              <a:off x="7103275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4" name="Straight Connector 1053"/>
            <p:cNvSpPr/>
            <p:nvPr/>
          </p:nvSpPr>
          <p:spPr>
            <a:xfrm>
              <a:off x="7102336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5" name="Straight Connector 1054"/>
            <p:cNvSpPr/>
            <p:nvPr/>
          </p:nvSpPr>
          <p:spPr>
            <a:xfrm flipV="1">
              <a:off x="7102336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0" name="Group 1059"/>
          <p:cNvGrpSpPr/>
          <p:nvPr/>
        </p:nvGrpSpPr>
        <p:grpSpPr>
          <a:xfrm>
            <a:off x="7405324" y="1065484"/>
            <a:ext cx="121703" cy="145106"/>
            <a:chOff x="7405324" y="1065484"/>
            <a:chExt cx="121703" cy="145106"/>
          </a:xfrm>
        </p:grpSpPr>
        <p:sp>
          <p:nvSpPr>
            <p:cNvPr id="1057" name="Straight Connector 1056"/>
            <p:cNvSpPr/>
            <p:nvPr/>
          </p:nvSpPr>
          <p:spPr>
            <a:xfrm flipV="1">
              <a:off x="7405324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8" name="Straight Connector 1057"/>
            <p:cNvSpPr/>
            <p:nvPr/>
          </p:nvSpPr>
          <p:spPr>
            <a:xfrm flipV="1">
              <a:off x="7423037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9" name="Straight Connector 1058"/>
            <p:cNvSpPr/>
            <p:nvPr/>
          </p:nvSpPr>
          <p:spPr>
            <a:xfrm flipV="1">
              <a:off x="7473393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4" name="Group 1063"/>
          <p:cNvGrpSpPr/>
          <p:nvPr/>
        </p:nvGrpSpPr>
        <p:grpSpPr>
          <a:xfrm>
            <a:off x="7707372" y="1065484"/>
            <a:ext cx="121704" cy="145106"/>
            <a:chOff x="7707372" y="1065484"/>
            <a:chExt cx="121704" cy="145106"/>
          </a:xfrm>
        </p:grpSpPr>
        <p:sp>
          <p:nvSpPr>
            <p:cNvPr id="1061" name="Straight Connector 1060"/>
            <p:cNvSpPr/>
            <p:nvPr/>
          </p:nvSpPr>
          <p:spPr>
            <a:xfrm>
              <a:off x="7707372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2" name="Straight Connector 1061"/>
            <p:cNvSpPr/>
            <p:nvPr/>
          </p:nvSpPr>
          <p:spPr>
            <a:xfrm>
              <a:off x="7775442" y="1065484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3" name="Straight Connector 1062"/>
            <p:cNvSpPr/>
            <p:nvPr/>
          </p:nvSpPr>
          <p:spPr>
            <a:xfrm>
              <a:off x="7725086" y="1065484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8" name="Group 1067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1065" name="Straight Connector 1064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6" name="Straight Connector 1065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7" name="Straight Connector 1066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2" name="Group 1071"/>
          <p:cNvGrpSpPr/>
          <p:nvPr/>
        </p:nvGrpSpPr>
        <p:grpSpPr>
          <a:xfrm>
            <a:off x="6801226" y="1065484"/>
            <a:ext cx="121703" cy="145106"/>
            <a:chOff x="6801226" y="1065484"/>
            <a:chExt cx="121703" cy="145106"/>
          </a:xfrm>
        </p:grpSpPr>
        <p:sp>
          <p:nvSpPr>
            <p:cNvPr id="1069" name="Straight Connector 1068"/>
            <p:cNvSpPr/>
            <p:nvPr/>
          </p:nvSpPr>
          <p:spPr>
            <a:xfrm flipV="1">
              <a:off x="6801226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0" name="Straight Connector 1069"/>
            <p:cNvSpPr/>
            <p:nvPr/>
          </p:nvSpPr>
          <p:spPr>
            <a:xfrm flipV="1">
              <a:off x="6818940" y="1137740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1" name="Straight Connector 1070"/>
            <p:cNvSpPr/>
            <p:nvPr/>
          </p:nvSpPr>
          <p:spPr>
            <a:xfrm flipV="1">
              <a:off x="6869295" y="1095506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6" name="Group 1075"/>
          <p:cNvGrpSpPr/>
          <p:nvPr/>
        </p:nvGrpSpPr>
        <p:grpSpPr>
          <a:xfrm>
            <a:off x="7102336" y="1177730"/>
            <a:ext cx="122642" cy="65720"/>
            <a:chOff x="7102336" y="1177730"/>
            <a:chExt cx="122642" cy="65720"/>
          </a:xfrm>
        </p:grpSpPr>
        <p:sp>
          <p:nvSpPr>
            <p:cNvPr id="1073" name="Straight Connector 1072"/>
            <p:cNvSpPr/>
            <p:nvPr/>
          </p:nvSpPr>
          <p:spPr>
            <a:xfrm>
              <a:off x="7103275" y="1210590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4" name="Straight Connector 1073"/>
            <p:cNvSpPr/>
            <p:nvPr/>
          </p:nvSpPr>
          <p:spPr>
            <a:xfrm>
              <a:off x="7102336" y="121059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5" name="Straight Connector 1074"/>
            <p:cNvSpPr/>
            <p:nvPr/>
          </p:nvSpPr>
          <p:spPr>
            <a:xfrm flipV="1">
              <a:off x="7102336" y="117773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0" name="Group 1079"/>
          <p:cNvGrpSpPr/>
          <p:nvPr/>
        </p:nvGrpSpPr>
        <p:grpSpPr>
          <a:xfrm>
            <a:off x="7404384" y="1177730"/>
            <a:ext cx="122643" cy="65720"/>
            <a:chOff x="7404384" y="1177730"/>
            <a:chExt cx="122643" cy="65720"/>
          </a:xfrm>
        </p:grpSpPr>
        <p:sp>
          <p:nvSpPr>
            <p:cNvPr id="1077" name="Straight Connector 1076"/>
            <p:cNvSpPr/>
            <p:nvPr/>
          </p:nvSpPr>
          <p:spPr>
            <a:xfrm>
              <a:off x="7405324" y="1210590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8" name="Straight Connector 1077"/>
            <p:cNvSpPr/>
            <p:nvPr/>
          </p:nvSpPr>
          <p:spPr>
            <a:xfrm>
              <a:off x="7404384" y="121059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9" name="Straight Connector 1078"/>
            <p:cNvSpPr/>
            <p:nvPr/>
          </p:nvSpPr>
          <p:spPr>
            <a:xfrm flipV="1">
              <a:off x="7404384" y="1177730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4" name="Group 1083"/>
          <p:cNvGrpSpPr/>
          <p:nvPr/>
        </p:nvGrpSpPr>
        <p:grpSpPr>
          <a:xfrm>
            <a:off x="7707372" y="1065484"/>
            <a:ext cx="121704" cy="145106"/>
            <a:chOff x="7707372" y="1065484"/>
            <a:chExt cx="121704" cy="145106"/>
          </a:xfrm>
        </p:grpSpPr>
        <p:sp>
          <p:nvSpPr>
            <p:cNvPr id="1081" name="Straight Connector 1080"/>
            <p:cNvSpPr/>
            <p:nvPr/>
          </p:nvSpPr>
          <p:spPr>
            <a:xfrm>
              <a:off x="7707372" y="1065484"/>
              <a:ext cx="121703" cy="145106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2" name="Straight Connector 1081"/>
            <p:cNvSpPr/>
            <p:nvPr/>
          </p:nvSpPr>
          <p:spPr>
            <a:xfrm>
              <a:off x="7775442" y="1065484"/>
              <a:ext cx="53634" cy="115084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3" name="Straight Connector 1082"/>
            <p:cNvSpPr/>
            <p:nvPr/>
          </p:nvSpPr>
          <p:spPr>
            <a:xfrm>
              <a:off x="7725086" y="1065484"/>
              <a:ext cx="103989" cy="7285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8" name="Group 1087"/>
          <p:cNvGrpSpPr/>
          <p:nvPr/>
        </p:nvGrpSpPr>
        <p:grpSpPr>
          <a:xfrm>
            <a:off x="6498238" y="1032623"/>
            <a:ext cx="122642" cy="65721"/>
            <a:chOff x="6498238" y="1032623"/>
            <a:chExt cx="122642" cy="65721"/>
          </a:xfrm>
        </p:grpSpPr>
        <p:sp>
          <p:nvSpPr>
            <p:cNvPr id="1085" name="Straight Connector 1084"/>
            <p:cNvSpPr/>
            <p:nvPr/>
          </p:nvSpPr>
          <p:spPr>
            <a:xfrm>
              <a:off x="6499177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6" name="Straight Connector 1085"/>
            <p:cNvSpPr/>
            <p:nvPr/>
          </p:nvSpPr>
          <p:spPr>
            <a:xfrm>
              <a:off x="6498238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7" name="Straight Connector 1086"/>
            <p:cNvSpPr/>
            <p:nvPr/>
          </p:nvSpPr>
          <p:spPr>
            <a:xfrm flipV="1">
              <a:off x="6498238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2" name="Group 1091"/>
          <p:cNvGrpSpPr/>
          <p:nvPr/>
        </p:nvGrpSpPr>
        <p:grpSpPr>
          <a:xfrm>
            <a:off x="6800287" y="1032623"/>
            <a:ext cx="122642" cy="65721"/>
            <a:chOff x="6800287" y="1032623"/>
            <a:chExt cx="122642" cy="65721"/>
          </a:xfrm>
        </p:grpSpPr>
        <p:sp>
          <p:nvSpPr>
            <p:cNvPr id="1089" name="Straight Connector 1088"/>
            <p:cNvSpPr/>
            <p:nvPr/>
          </p:nvSpPr>
          <p:spPr>
            <a:xfrm>
              <a:off x="6801226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0" name="Straight Connector 1089"/>
            <p:cNvSpPr/>
            <p:nvPr/>
          </p:nvSpPr>
          <p:spPr>
            <a:xfrm>
              <a:off x="6800287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1" name="Straight Connector 1090"/>
            <p:cNvSpPr/>
            <p:nvPr/>
          </p:nvSpPr>
          <p:spPr>
            <a:xfrm flipV="1">
              <a:off x="6800287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6" name="Group 1095"/>
          <p:cNvGrpSpPr/>
          <p:nvPr/>
        </p:nvGrpSpPr>
        <p:grpSpPr>
          <a:xfrm>
            <a:off x="7102336" y="1032623"/>
            <a:ext cx="122642" cy="65721"/>
            <a:chOff x="7102336" y="1032623"/>
            <a:chExt cx="122642" cy="65721"/>
          </a:xfrm>
        </p:grpSpPr>
        <p:sp>
          <p:nvSpPr>
            <p:cNvPr id="1093" name="Straight Connector 1092"/>
            <p:cNvSpPr/>
            <p:nvPr/>
          </p:nvSpPr>
          <p:spPr>
            <a:xfrm>
              <a:off x="7103275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4" name="Straight Connector 1093"/>
            <p:cNvSpPr/>
            <p:nvPr/>
          </p:nvSpPr>
          <p:spPr>
            <a:xfrm>
              <a:off x="7102336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5" name="Straight Connector 1094"/>
            <p:cNvSpPr/>
            <p:nvPr/>
          </p:nvSpPr>
          <p:spPr>
            <a:xfrm flipV="1">
              <a:off x="7102336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0" name="Group 1099"/>
          <p:cNvGrpSpPr/>
          <p:nvPr/>
        </p:nvGrpSpPr>
        <p:grpSpPr>
          <a:xfrm>
            <a:off x="7404384" y="1032623"/>
            <a:ext cx="122643" cy="65721"/>
            <a:chOff x="7404384" y="1032623"/>
            <a:chExt cx="122643" cy="65721"/>
          </a:xfrm>
        </p:grpSpPr>
        <p:sp>
          <p:nvSpPr>
            <p:cNvPr id="1097" name="Straight Connector 1096"/>
            <p:cNvSpPr/>
            <p:nvPr/>
          </p:nvSpPr>
          <p:spPr>
            <a:xfrm>
              <a:off x="7405324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8" name="Straight Connector 1097"/>
            <p:cNvSpPr/>
            <p:nvPr/>
          </p:nvSpPr>
          <p:spPr>
            <a:xfrm>
              <a:off x="7404384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9" name="Straight Connector 1098"/>
            <p:cNvSpPr/>
            <p:nvPr/>
          </p:nvSpPr>
          <p:spPr>
            <a:xfrm flipV="1">
              <a:off x="7404384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4" name="Group 1103"/>
          <p:cNvGrpSpPr/>
          <p:nvPr/>
        </p:nvGrpSpPr>
        <p:grpSpPr>
          <a:xfrm>
            <a:off x="7706433" y="1032623"/>
            <a:ext cx="122642" cy="65721"/>
            <a:chOff x="7706433" y="1032623"/>
            <a:chExt cx="122642" cy="65721"/>
          </a:xfrm>
        </p:grpSpPr>
        <p:sp>
          <p:nvSpPr>
            <p:cNvPr id="1101" name="Straight Connector 1100"/>
            <p:cNvSpPr/>
            <p:nvPr/>
          </p:nvSpPr>
          <p:spPr>
            <a:xfrm>
              <a:off x="7707372" y="1065484"/>
              <a:ext cx="12170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2" name="Straight Connector 1101"/>
            <p:cNvSpPr/>
            <p:nvPr/>
          </p:nvSpPr>
          <p:spPr>
            <a:xfrm>
              <a:off x="7706433" y="1065484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3" name="Straight Connector 1102"/>
            <p:cNvSpPr/>
            <p:nvPr/>
          </p:nvSpPr>
          <p:spPr>
            <a:xfrm flipV="1">
              <a:off x="7706433" y="1032623"/>
              <a:ext cx="122642" cy="3286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05" name="TextBox 1104"/>
          <p:cNvSpPr txBox="1"/>
          <p:nvPr/>
        </p:nvSpPr>
        <p:spPr>
          <a:xfrm>
            <a:off x="8074227" y="1246820"/>
            <a:ext cx="1481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2,3,4,9,38,76,91</a:t>
            </a:r>
          </a:p>
        </p:txBody>
      </p:sp>
      <p:sp>
        <p:nvSpPr>
          <p:cNvPr id="1106" name="TextBox 1105"/>
          <p:cNvSpPr txBox="1"/>
          <p:nvPr/>
        </p:nvSpPr>
        <p:spPr>
          <a:xfrm>
            <a:off x="8074227" y="1246820"/>
            <a:ext cx="1481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07" name="TextBox 1106"/>
          <p:cNvSpPr txBox="1"/>
          <p:nvPr/>
        </p:nvSpPr>
        <p:spPr>
          <a:xfrm>
            <a:off x="8074227" y="3858741"/>
            <a:ext cx="246857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6</a:t>
            </a:r>
          </a:p>
        </p:txBody>
      </p:sp>
      <p:sp>
        <p:nvSpPr>
          <p:cNvPr id="1108" name="TextBox 1107"/>
          <p:cNvSpPr txBox="1"/>
          <p:nvPr/>
        </p:nvSpPr>
        <p:spPr>
          <a:xfrm>
            <a:off x="8074227" y="3858741"/>
            <a:ext cx="246857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09" name="TextBox 1108"/>
          <p:cNvSpPr txBox="1"/>
          <p:nvPr/>
        </p:nvSpPr>
        <p:spPr>
          <a:xfrm>
            <a:off x="8074227" y="2117461"/>
            <a:ext cx="1481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7,15,17,40,41,78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8074227" y="2117461"/>
            <a:ext cx="1481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11" name="TextBox 1110"/>
          <p:cNvSpPr txBox="1"/>
          <p:nvPr/>
        </p:nvSpPr>
        <p:spPr>
          <a:xfrm>
            <a:off x="8074227" y="1972354"/>
            <a:ext cx="740571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8,33,79</a:t>
            </a:r>
          </a:p>
        </p:txBody>
      </p:sp>
      <p:sp>
        <p:nvSpPr>
          <p:cNvPr id="1112" name="TextBox 1111"/>
          <p:cNvSpPr txBox="1"/>
          <p:nvPr/>
        </p:nvSpPr>
        <p:spPr>
          <a:xfrm>
            <a:off x="8074227" y="1972354"/>
            <a:ext cx="740571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13" name="TextBox 1112"/>
          <p:cNvSpPr txBox="1"/>
          <p:nvPr/>
        </p:nvSpPr>
        <p:spPr>
          <a:xfrm>
            <a:off x="8074227" y="2552781"/>
            <a:ext cx="822857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13,35,62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8074227" y="2552781"/>
            <a:ext cx="822857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15" name="TextBox 1114"/>
          <p:cNvSpPr txBox="1"/>
          <p:nvPr/>
        </p:nvSpPr>
        <p:spPr>
          <a:xfrm>
            <a:off x="8074227" y="2407674"/>
            <a:ext cx="822857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16,46,66</a:t>
            </a:r>
          </a:p>
        </p:txBody>
      </p:sp>
      <p:sp>
        <p:nvSpPr>
          <p:cNvPr id="1116" name="TextBox 1115"/>
          <p:cNvSpPr txBox="1"/>
          <p:nvPr/>
        </p:nvSpPr>
        <p:spPr>
          <a:xfrm>
            <a:off x="8074227" y="2407674"/>
            <a:ext cx="822857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17" name="TextBox 1116"/>
          <p:cNvSpPr txBox="1"/>
          <p:nvPr/>
        </p:nvSpPr>
        <p:spPr>
          <a:xfrm>
            <a:off x="8074227" y="3713634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18</a:t>
            </a:r>
          </a:p>
        </p:txBody>
      </p:sp>
      <p:sp>
        <p:nvSpPr>
          <p:cNvPr id="1118" name="TextBox 1117"/>
          <p:cNvSpPr txBox="1"/>
          <p:nvPr/>
        </p:nvSpPr>
        <p:spPr>
          <a:xfrm>
            <a:off x="8074227" y="3713634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19" name="TextBox 1118"/>
          <p:cNvSpPr txBox="1"/>
          <p:nvPr/>
        </p:nvSpPr>
        <p:spPr>
          <a:xfrm>
            <a:off x="8074227" y="3568527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23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8074227" y="3568527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21" name="TextBox 1120"/>
          <p:cNvSpPr txBox="1"/>
          <p:nvPr/>
        </p:nvSpPr>
        <p:spPr>
          <a:xfrm>
            <a:off x="8074227" y="2262567"/>
            <a:ext cx="1563428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25,43,44,73,74,75</a:t>
            </a:r>
          </a:p>
        </p:txBody>
      </p:sp>
      <p:sp>
        <p:nvSpPr>
          <p:cNvPr id="1122" name="TextBox 1121"/>
          <p:cNvSpPr txBox="1"/>
          <p:nvPr/>
        </p:nvSpPr>
        <p:spPr>
          <a:xfrm>
            <a:off x="8074227" y="2262567"/>
            <a:ext cx="1563428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23" name="TextBox 1122"/>
          <p:cNvSpPr txBox="1"/>
          <p:nvPr/>
        </p:nvSpPr>
        <p:spPr>
          <a:xfrm>
            <a:off x="8074227" y="1827247"/>
            <a:ext cx="1069714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26,47,48,80</a:t>
            </a:r>
          </a:p>
        </p:txBody>
      </p:sp>
      <p:sp>
        <p:nvSpPr>
          <p:cNvPr id="1124" name="TextBox 1123"/>
          <p:cNvSpPr txBox="1"/>
          <p:nvPr/>
        </p:nvSpPr>
        <p:spPr>
          <a:xfrm>
            <a:off x="8074227" y="1827247"/>
            <a:ext cx="1069714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25" name="TextBox 1124"/>
          <p:cNvSpPr txBox="1"/>
          <p:nvPr/>
        </p:nvSpPr>
        <p:spPr>
          <a:xfrm>
            <a:off x="8074227" y="3423421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27</a:t>
            </a:r>
          </a:p>
        </p:txBody>
      </p:sp>
      <p:sp>
        <p:nvSpPr>
          <p:cNvPr id="1126" name="TextBox 1125"/>
          <p:cNvSpPr txBox="1"/>
          <p:nvPr/>
        </p:nvSpPr>
        <p:spPr>
          <a:xfrm>
            <a:off x="8074227" y="3423421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27" name="TextBox 1126"/>
          <p:cNvSpPr txBox="1"/>
          <p:nvPr/>
        </p:nvSpPr>
        <p:spPr>
          <a:xfrm>
            <a:off x="8074227" y="3278314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28</a:t>
            </a:r>
          </a:p>
        </p:txBody>
      </p:sp>
      <p:sp>
        <p:nvSpPr>
          <p:cNvPr id="1128" name="TextBox 1127"/>
          <p:cNvSpPr txBox="1"/>
          <p:nvPr/>
        </p:nvSpPr>
        <p:spPr>
          <a:xfrm>
            <a:off x="8074227" y="3278314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29" name="TextBox 1128"/>
          <p:cNvSpPr txBox="1"/>
          <p:nvPr/>
        </p:nvSpPr>
        <p:spPr>
          <a:xfrm>
            <a:off x="8074227" y="3133207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29</a:t>
            </a:r>
          </a:p>
        </p:txBody>
      </p:sp>
      <p:sp>
        <p:nvSpPr>
          <p:cNvPr id="1130" name="TextBox 1129"/>
          <p:cNvSpPr txBox="1"/>
          <p:nvPr/>
        </p:nvSpPr>
        <p:spPr>
          <a:xfrm>
            <a:off x="8074227" y="3133207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31" name="TextBox 1130"/>
          <p:cNvSpPr txBox="1"/>
          <p:nvPr/>
        </p:nvSpPr>
        <p:spPr>
          <a:xfrm>
            <a:off x="8074227" y="2988101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30</a:t>
            </a:r>
          </a:p>
        </p:txBody>
      </p:sp>
      <p:sp>
        <p:nvSpPr>
          <p:cNvPr id="1132" name="TextBox 1131"/>
          <p:cNvSpPr txBox="1"/>
          <p:nvPr/>
        </p:nvSpPr>
        <p:spPr>
          <a:xfrm>
            <a:off x="8074227" y="2988101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33" name="TextBox 1132"/>
          <p:cNvSpPr txBox="1"/>
          <p:nvPr/>
        </p:nvSpPr>
        <p:spPr>
          <a:xfrm>
            <a:off x="8074227" y="1682140"/>
            <a:ext cx="822857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32,68,81</a:t>
            </a:r>
          </a:p>
        </p:txBody>
      </p:sp>
      <p:sp>
        <p:nvSpPr>
          <p:cNvPr id="1134" name="TextBox 1133"/>
          <p:cNvSpPr txBox="1"/>
          <p:nvPr/>
        </p:nvSpPr>
        <p:spPr>
          <a:xfrm>
            <a:off x="8074227" y="1682140"/>
            <a:ext cx="822857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35" name="TextBox 1134"/>
          <p:cNvSpPr txBox="1"/>
          <p:nvPr/>
        </p:nvSpPr>
        <p:spPr>
          <a:xfrm>
            <a:off x="8074227" y="2842994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37</a:t>
            </a:r>
          </a:p>
        </p:txBody>
      </p:sp>
      <p:sp>
        <p:nvSpPr>
          <p:cNvPr id="1136" name="TextBox 1135"/>
          <p:cNvSpPr txBox="1"/>
          <p:nvPr/>
        </p:nvSpPr>
        <p:spPr>
          <a:xfrm>
            <a:off x="8074227" y="2842994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37" name="TextBox 1136"/>
          <p:cNvSpPr txBox="1"/>
          <p:nvPr/>
        </p:nvSpPr>
        <p:spPr>
          <a:xfrm>
            <a:off x="8074227" y="1537034"/>
            <a:ext cx="822857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39,82,87</a:t>
            </a:r>
          </a:p>
        </p:txBody>
      </p:sp>
      <p:sp>
        <p:nvSpPr>
          <p:cNvPr id="1138" name="TextBox 1137"/>
          <p:cNvSpPr txBox="1"/>
          <p:nvPr/>
        </p:nvSpPr>
        <p:spPr>
          <a:xfrm>
            <a:off x="8074227" y="1537034"/>
            <a:ext cx="822857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39" name="TextBox 1138"/>
          <p:cNvSpPr txBox="1"/>
          <p:nvPr/>
        </p:nvSpPr>
        <p:spPr>
          <a:xfrm>
            <a:off x="8074227" y="2697887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45</a:t>
            </a:r>
          </a:p>
        </p:txBody>
      </p:sp>
      <p:sp>
        <p:nvSpPr>
          <p:cNvPr id="1140" name="TextBox 1139"/>
          <p:cNvSpPr txBox="1"/>
          <p:nvPr/>
        </p:nvSpPr>
        <p:spPr>
          <a:xfrm>
            <a:off x="8074227" y="2697887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41" name="TextBox 1140"/>
          <p:cNvSpPr txBox="1"/>
          <p:nvPr/>
        </p:nvSpPr>
        <p:spPr>
          <a:xfrm>
            <a:off x="8074227" y="1101714"/>
            <a:ext cx="1069714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56,61,92,95</a:t>
            </a:r>
          </a:p>
        </p:txBody>
      </p:sp>
      <p:sp>
        <p:nvSpPr>
          <p:cNvPr id="1142" name="TextBox 1141"/>
          <p:cNvSpPr txBox="1"/>
          <p:nvPr/>
        </p:nvSpPr>
        <p:spPr>
          <a:xfrm>
            <a:off x="8074227" y="1101714"/>
            <a:ext cx="1069714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43" name="TextBox 1142"/>
          <p:cNvSpPr txBox="1"/>
          <p:nvPr/>
        </p:nvSpPr>
        <p:spPr>
          <a:xfrm>
            <a:off x="8074227" y="1391927"/>
            <a:ext cx="329142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89</a:t>
            </a:r>
          </a:p>
        </p:txBody>
      </p:sp>
      <p:sp>
        <p:nvSpPr>
          <p:cNvPr id="1144" name="TextBox 1143"/>
          <p:cNvSpPr txBox="1"/>
          <p:nvPr/>
        </p:nvSpPr>
        <p:spPr>
          <a:xfrm>
            <a:off x="8074227" y="1391927"/>
            <a:ext cx="329142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45" name="TextBox 1144"/>
          <p:cNvSpPr txBox="1"/>
          <p:nvPr/>
        </p:nvSpPr>
        <p:spPr>
          <a:xfrm>
            <a:off x="8074227" y="956607"/>
            <a:ext cx="411428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100</a:t>
            </a:r>
          </a:p>
        </p:txBody>
      </p:sp>
      <p:sp>
        <p:nvSpPr>
          <p:cNvPr id="1146" name="TextBox 1145"/>
          <p:cNvSpPr txBox="1"/>
          <p:nvPr/>
        </p:nvSpPr>
        <p:spPr>
          <a:xfrm>
            <a:off x="8074227" y="956607"/>
            <a:ext cx="411428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47" name="TextBox 1146"/>
          <p:cNvSpPr txBox="1"/>
          <p:nvPr/>
        </p:nvSpPr>
        <p:spPr>
          <a:xfrm>
            <a:off x="2301986" y="4148954"/>
            <a:ext cx="2303999" cy="205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42">
                <a:latin typeface="Times-Bold"/>
              </a:rPr>
              <a:t>21 routes over 100 queries</a:t>
            </a:r>
          </a:p>
        </p:txBody>
      </p:sp>
      <p:sp>
        <p:nvSpPr>
          <p:cNvPr id="1148" name="TextBox 1147"/>
          <p:cNvSpPr txBox="1"/>
          <p:nvPr/>
        </p:nvSpPr>
        <p:spPr>
          <a:xfrm>
            <a:off x="2301986" y="4148954"/>
            <a:ext cx="2303999" cy="2057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49" name="TextBox 1148"/>
          <p:cNvSpPr txBox="1"/>
          <p:nvPr/>
        </p:nvSpPr>
        <p:spPr>
          <a:xfrm>
            <a:off x="2301986" y="4475441"/>
            <a:ext cx="82944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Routes start at similarity of 0.69(100),0.49(18),0.69(23),0.68(27),0.68(28),0.68(29),0.68(30),</a:t>
            </a:r>
          </a:p>
        </p:txBody>
      </p:sp>
      <p:sp>
        <p:nvSpPr>
          <p:cNvPr id="1150" name="TextBox 1149"/>
          <p:cNvSpPr txBox="1"/>
          <p:nvPr/>
        </p:nvSpPr>
        <p:spPr>
          <a:xfrm>
            <a:off x="2301986" y="4475441"/>
            <a:ext cx="82944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51" name="TextBox 1150"/>
          <p:cNvSpPr txBox="1"/>
          <p:nvPr/>
        </p:nvSpPr>
        <p:spPr>
          <a:xfrm>
            <a:off x="2301986" y="4475441"/>
            <a:ext cx="86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0.69(37),0.68(45),0.63(6),0.69(62),0.69(66),0.69(75),0.69(78),0.69(79),0.69(80),0.69(81),0.69(87),</a:t>
            </a:r>
          </a:p>
        </p:txBody>
      </p:sp>
      <p:sp>
        <p:nvSpPr>
          <p:cNvPr id="1152" name="TextBox 1151"/>
          <p:cNvSpPr txBox="1"/>
          <p:nvPr/>
        </p:nvSpPr>
        <p:spPr>
          <a:xfrm>
            <a:off x="2301986" y="4475441"/>
            <a:ext cx="86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1153" name="TextBox 1152"/>
          <p:cNvSpPr txBox="1"/>
          <p:nvPr/>
        </p:nvSpPr>
        <p:spPr>
          <a:xfrm>
            <a:off x="2301986" y="4475441"/>
            <a:ext cx="2505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0.69(89),0.69(91),0.69(95),</a:t>
            </a:r>
          </a:p>
        </p:txBody>
      </p:sp>
      <p:sp>
        <p:nvSpPr>
          <p:cNvPr id="1154" name="TextBox 1153"/>
          <p:cNvSpPr txBox="1"/>
          <p:nvPr/>
        </p:nvSpPr>
        <p:spPr>
          <a:xfrm>
            <a:off x="2301986" y="4475441"/>
            <a:ext cx="2505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13460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8862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343821"/>
            <a:ext cx="914172" cy="16430"/>
            <a:chOff x="1526239" y="234382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3520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3520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3438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128254"/>
            <a:ext cx="920520" cy="447563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441162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51568" y="1029698"/>
            <a:ext cx="914172" cy="16430"/>
            <a:chOff x="7951568" y="1029698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51568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835079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835079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810958"/>
            <a:ext cx="920520" cy="453911"/>
          </a:xfrm>
          <a:prstGeom prst="rect">
            <a:avLst/>
          </a:prstGeom>
        </p:spPr>
      </p:pic>
      <p:pic>
        <p:nvPicPr>
          <p:cNvPr id="15" name="Picture 14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50782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1029698"/>
            <a:ext cx="914172" cy="16430"/>
            <a:chOff x="6142269" y="102969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804609"/>
            <a:ext cx="920520" cy="466608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714144"/>
            <a:ext cx="349162" cy="26028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1029698"/>
            <a:ext cx="571357" cy="16430"/>
            <a:chOff x="4647216" y="102969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80778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81254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1029698"/>
            <a:ext cx="571357" cy="16430"/>
            <a:chOff x="3123596" y="102969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6651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50147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1029698"/>
            <a:ext cx="914172" cy="16430"/>
            <a:chOff x="1285729" y="102969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74429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746977"/>
            <a:ext cx="920520" cy="434866"/>
          </a:xfrm>
          <a:prstGeom prst="rect">
            <a:avLst/>
          </a:prstGeom>
        </p:spPr>
      </p:pic>
      <p:pic>
        <p:nvPicPr>
          <p:cNvPr id="42" name="Picture 41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301000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4956195"/>
            <a:ext cx="914172" cy="16430"/>
            <a:chOff x="1526239" y="4956195"/>
            <a:chExt cx="914172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496441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496441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495619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740628"/>
            <a:ext cx="920520" cy="447563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3053536"/>
            <a:ext cx="634841" cy="53326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951568" y="3642072"/>
            <a:ext cx="914172" cy="16430"/>
            <a:chOff x="7951568" y="3642072"/>
            <a:chExt cx="914172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951568" y="365028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835079" y="365028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835079" y="36420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3423331"/>
            <a:ext cx="920520" cy="453911"/>
          </a:xfrm>
          <a:prstGeom prst="rect">
            <a:avLst/>
          </a:prstGeom>
        </p:spPr>
      </p:pic>
      <p:pic>
        <p:nvPicPr>
          <p:cNvPr id="54" name="Picture 53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3120195"/>
            <a:ext cx="634841" cy="466608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42269" y="3642072"/>
            <a:ext cx="914172" cy="16430"/>
            <a:chOff x="6142269" y="3642072"/>
            <a:chExt cx="91417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42269" y="365028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7025780" y="365028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7025780" y="36420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416983"/>
            <a:ext cx="920520" cy="466608"/>
          </a:xfrm>
          <a:prstGeom prst="rect">
            <a:avLst/>
          </a:prstGeom>
        </p:spPr>
      </p:pic>
      <p:pic>
        <p:nvPicPr>
          <p:cNvPr id="60" name="Picture 59" descr="e3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8314" y="3272557"/>
            <a:ext cx="349162" cy="314246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642072"/>
            <a:ext cx="571357" cy="16430"/>
            <a:chOff x="4647216" y="3642072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65028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65028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6420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420157"/>
            <a:ext cx="920520" cy="460260"/>
          </a:xfrm>
          <a:prstGeom prst="rect">
            <a:avLst/>
          </a:prstGeom>
        </p:spPr>
      </p:pic>
      <p:pic>
        <p:nvPicPr>
          <p:cNvPr id="66" name="Picture 65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424919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642072"/>
            <a:ext cx="571357" cy="16430"/>
            <a:chOff x="3123596" y="3642072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65028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65028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6420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378893"/>
            <a:ext cx="920520" cy="542789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113846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642072"/>
            <a:ext cx="914172" cy="16430"/>
            <a:chOff x="1285729" y="3642072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65028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65028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6420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356673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837640"/>
            <a:ext cx="691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837640"/>
            <a:ext cx="691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13460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8862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343821"/>
            <a:ext cx="914172" cy="16430"/>
            <a:chOff x="1526239" y="234382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3520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3520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3438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128254"/>
            <a:ext cx="920520" cy="447563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554" y="441162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665889" y="1029698"/>
            <a:ext cx="914172" cy="16430"/>
            <a:chOff x="7665889" y="1029698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66588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54940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54940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810958"/>
            <a:ext cx="920520" cy="453911"/>
          </a:xfrm>
          <a:prstGeom prst="rect">
            <a:avLst/>
          </a:prstGeom>
        </p:spPr>
      </p:pic>
      <p:pic>
        <p:nvPicPr>
          <p:cNvPr id="15" name="Picture 14" descr="e4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856984"/>
            <a:ext cx="349162" cy="117445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70837" y="1029698"/>
            <a:ext cx="571357" cy="16430"/>
            <a:chOff x="6170837" y="1029698"/>
            <a:chExt cx="571357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70837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711534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6711534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804609"/>
            <a:ext cx="920520" cy="466608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714144"/>
            <a:ext cx="349162" cy="26028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1029698"/>
            <a:ext cx="571357" cy="16430"/>
            <a:chOff x="4647216" y="102969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80778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81254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1029698"/>
            <a:ext cx="571357" cy="16430"/>
            <a:chOff x="3123596" y="102969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6651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50147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1029698"/>
            <a:ext cx="914172" cy="16430"/>
            <a:chOff x="1285729" y="102969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74429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8023" y="6654676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213" y="6208700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706548" y="6863894"/>
            <a:ext cx="914172" cy="16430"/>
            <a:chOff x="6706548" y="6863894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6706548" y="6872109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7590060" y="68721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7590060" y="68638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724" y="6648328"/>
            <a:ext cx="920520" cy="447563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6914" y="6275358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4897249" y="6863894"/>
            <a:ext cx="914172" cy="16430"/>
            <a:chOff x="4897249" y="6863894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4897249" y="6872109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5780761" y="68721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5780761" y="68638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9425" y="6645154"/>
            <a:ext cx="920520" cy="453911"/>
          </a:xfrm>
          <a:prstGeom prst="rect">
            <a:avLst/>
          </a:prstGeom>
        </p:spPr>
      </p:pic>
      <p:pic>
        <p:nvPicPr>
          <p:cNvPr id="15" name="Picture 14" descr="e14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9525" y="6653089"/>
            <a:ext cx="260285" cy="155536"/>
          </a:xfrm>
          <a:prstGeom prst="rect">
            <a:avLst/>
          </a:prstGeom>
        </p:spPr>
      </p:pic>
      <p:pic>
        <p:nvPicPr>
          <p:cNvPr id="16" name="Picture 15" descr="e14x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3294" y="6640392"/>
            <a:ext cx="349162" cy="168233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3046050" y="6863894"/>
            <a:ext cx="959881" cy="16430"/>
            <a:chOff x="3046050" y="6863894"/>
            <a:chExt cx="959881" cy="16430"/>
          </a:xfrm>
        </p:grpSpPr>
        <p:sp>
          <p:nvSpPr>
            <p:cNvPr id="17" name="Straight Connector 16"/>
            <p:cNvSpPr/>
            <p:nvPr/>
          </p:nvSpPr>
          <p:spPr>
            <a:xfrm>
              <a:off x="3046050" y="6872109"/>
              <a:ext cx="95988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>
              <a:off x="3975271" y="68721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3975271" y="68638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1" name="Picture 20" descr="e13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2036" y="6645154"/>
            <a:ext cx="920520" cy="453911"/>
          </a:xfrm>
          <a:prstGeom prst="rect">
            <a:avLst/>
          </a:prstGeom>
        </p:spPr>
      </p:pic>
      <p:pic>
        <p:nvPicPr>
          <p:cNvPr id="22" name="Picture 21" descr="e3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5904" y="6494379"/>
            <a:ext cx="349162" cy="314246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1554807" y="6863894"/>
            <a:ext cx="571357" cy="16430"/>
            <a:chOff x="1554807" y="6863894"/>
            <a:chExt cx="571357" cy="16430"/>
          </a:xfrm>
        </p:grpSpPr>
        <p:sp>
          <p:nvSpPr>
            <p:cNvPr id="23" name="Straight Connector 22"/>
            <p:cNvSpPr/>
            <p:nvPr/>
          </p:nvSpPr>
          <p:spPr>
            <a:xfrm>
              <a:off x="1554807" y="6872109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>
              <a:off x="2095504" y="687210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2095504" y="686389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7" name="Picture 26" descr="e12x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415" y="6648328"/>
            <a:ext cx="920520" cy="447563"/>
          </a:xfrm>
          <a:prstGeom prst="rect">
            <a:avLst/>
          </a:prstGeom>
        </p:spPr>
      </p:pic>
      <p:pic>
        <p:nvPicPr>
          <p:cNvPr id="28" name="Picture 27" descr="e12x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1886" y="3999450"/>
            <a:ext cx="349162" cy="130142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8350788" y="4184862"/>
            <a:ext cx="571357" cy="16430"/>
            <a:chOff x="8350788" y="4184862"/>
            <a:chExt cx="571357" cy="16430"/>
          </a:xfrm>
        </p:grpSpPr>
        <p:sp>
          <p:nvSpPr>
            <p:cNvPr id="29" name="Straight Connector 28"/>
            <p:cNvSpPr/>
            <p:nvPr/>
          </p:nvSpPr>
          <p:spPr>
            <a:xfrm>
              <a:off x="8350788" y="419307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>
              <a:off x="8891485" y="41930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Straight Connector 30"/>
            <p:cNvSpPr/>
            <p:nvPr/>
          </p:nvSpPr>
          <p:spPr>
            <a:xfrm flipV="1">
              <a:off x="8891485" y="41848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3" name="Picture 32" descr="e11x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28718" y="3716946"/>
            <a:ext cx="1206199" cy="952262"/>
          </a:xfrm>
          <a:prstGeom prst="rect">
            <a:avLst/>
          </a:prstGeom>
        </p:spPr>
      </p:pic>
      <p:pic>
        <p:nvPicPr>
          <p:cNvPr id="34" name="Picture 33" descr="e1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66908" y="3631242"/>
            <a:ext cx="634841" cy="498350"/>
          </a:xfrm>
          <a:prstGeom prst="rect">
            <a:avLst/>
          </a:prstGeom>
        </p:spPr>
      </p:pic>
      <p:grpSp>
        <p:nvGrpSpPr>
          <p:cNvPr id="38" name="Group 37"/>
          <p:cNvGrpSpPr/>
          <p:nvPr/>
        </p:nvGrpSpPr>
        <p:grpSpPr>
          <a:xfrm>
            <a:off x="6227243" y="4184862"/>
            <a:ext cx="914172" cy="16430"/>
            <a:chOff x="6227243" y="4184862"/>
            <a:chExt cx="914172" cy="16430"/>
          </a:xfrm>
        </p:grpSpPr>
        <p:sp>
          <p:nvSpPr>
            <p:cNvPr id="35" name="Straight Connector 34"/>
            <p:cNvSpPr/>
            <p:nvPr/>
          </p:nvSpPr>
          <p:spPr>
            <a:xfrm>
              <a:off x="6227243" y="419307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>
              <a:off x="7110754" y="41930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Straight Connector 36"/>
            <p:cNvSpPr/>
            <p:nvPr/>
          </p:nvSpPr>
          <p:spPr>
            <a:xfrm flipV="1">
              <a:off x="7110754" y="41848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9" name="Picture 38" descr="e10x5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48061" y="3618545"/>
            <a:ext cx="1491878" cy="1149063"/>
          </a:xfrm>
          <a:prstGeom prst="rect">
            <a:avLst/>
          </a:prstGeom>
        </p:spPr>
      </p:pic>
      <p:pic>
        <p:nvPicPr>
          <p:cNvPr id="40" name="Picture 39" descr="e10x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65656" y="3974057"/>
            <a:ext cx="257110" cy="155536"/>
          </a:xfrm>
          <a:prstGeom prst="rect">
            <a:avLst/>
          </a:prstGeom>
        </p:spPr>
      </p:pic>
      <p:pic>
        <p:nvPicPr>
          <p:cNvPr id="41" name="Picture 40" descr="e10x3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86251" y="3828043"/>
            <a:ext cx="634841" cy="301549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3493931" y="4184862"/>
            <a:ext cx="1298886" cy="16430"/>
            <a:chOff x="3493931" y="4184862"/>
            <a:chExt cx="1298886" cy="16430"/>
          </a:xfrm>
        </p:grpSpPr>
        <p:sp>
          <p:nvSpPr>
            <p:cNvPr id="42" name="Straight Connector 41"/>
            <p:cNvSpPr/>
            <p:nvPr/>
          </p:nvSpPr>
          <p:spPr>
            <a:xfrm>
              <a:off x="3493931" y="4193077"/>
              <a:ext cx="12988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Straight Connector 42"/>
            <p:cNvSpPr/>
            <p:nvPr/>
          </p:nvSpPr>
          <p:spPr>
            <a:xfrm>
              <a:off x="4762157" y="41930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 flipV="1">
              <a:off x="4762157" y="41848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6" name="Picture 45" descr="e9x3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32488" y="3680442"/>
            <a:ext cx="1206199" cy="1025269"/>
          </a:xfrm>
          <a:prstGeom prst="rect">
            <a:avLst/>
          </a:prstGeom>
        </p:spPr>
      </p:pic>
      <p:grpSp>
        <p:nvGrpSpPr>
          <p:cNvPr id="50" name="Group 49"/>
          <p:cNvGrpSpPr/>
          <p:nvPr/>
        </p:nvGrpSpPr>
        <p:grpSpPr>
          <a:xfrm>
            <a:off x="1850008" y="4184862"/>
            <a:ext cx="457086" cy="16430"/>
            <a:chOff x="1850008" y="4184862"/>
            <a:chExt cx="457086" cy="16430"/>
          </a:xfrm>
        </p:grpSpPr>
        <p:sp>
          <p:nvSpPr>
            <p:cNvPr id="47" name="Straight Connector 46"/>
            <p:cNvSpPr/>
            <p:nvPr/>
          </p:nvSpPr>
          <p:spPr>
            <a:xfrm>
              <a:off x="1850008" y="4193077"/>
              <a:ext cx="4570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Straight Connector 47"/>
            <p:cNvSpPr/>
            <p:nvPr/>
          </p:nvSpPr>
          <p:spPr>
            <a:xfrm>
              <a:off x="2276434" y="41930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Straight Connector 48"/>
            <p:cNvSpPr/>
            <p:nvPr/>
          </p:nvSpPr>
          <p:spPr>
            <a:xfrm flipV="1">
              <a:off x="2276434" y="41848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1" name="Picture 50" descr="e8x4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8415" y="3705836"/>
            <a:ext cx="1206199" cy="974482"/>
          </a:xfrm>
          <a:prstGeom prst="rect">
            <a:avLst/>
          </a:prstGeom>
        </p:spPr>
      </p:pic>
      <p:pic>
        <p:nvPicPr>
          <p:cNvPr id="52" name="Picture 51" descr="e8x2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23870" y="1955260"/>
            <a:ext cx="634841" cy="466608"/>
          </a:xfrm>
          <a:prstGeom prst="rect">
            <a:avLst/>
          </a:prstGeom>
        </p:spPr>
      </p:pic>
      <p:grpSp>
        <p:nvGrpSpPr>
          <p:cNvPr id="56" name="Group 55"/>
          <p:cNvGrpSpPr/>
          <p:nvPr/>
        </p:nvGrpSpPr>
        <p:grpSpPr>
          <a:xfrm>
            <a:off x="7684204" y="2477138"/>
            <a:ext cx="914172" cy="16430"/>
            <a:chOff x="7684204" y="2477138"/>
            <a:chExt cx="914172" cy="16430"/>
          </a:xfrm>
        </p:grpSpPr>
        <p:sp>
          <p:nvSpPr>
            <p:cNvPr id="53" name="Straight Connector 52"/>
            <p:cNvSpPr/>
            <p:nvPr/>
          </p:nvSpPr>
          <p:spPr>
            <a:xfrm>
              <a:off x="7684204" y="248535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Straight Connector 53"/>
            <p:cNvSpPr/>
            <p:nvPr/>
          </p:nvSpPr>
          <p:spPr>
            <a:xfrm>
              <a:off x="8567716" y="248535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Straight Connector 54"/>
            <p:cNvSpPr/>
            <p:nvPr/>
          </p:nvSpPr>
          <p:spPr>
            <a:xfrm flipV="1">
              <a:off x="8567716" y="247713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7" name="Picture 56" descr="e7x5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90702" y="1994937"/>
            <a:ext cx="1206199" cy="980830"/>
          </a:xfrm>
          <a:prstGeom prst="rect">
            <a:avLst/>
          </a:prstGeom>
        </p:spPr>
      </p:pic>
      <p:pic>
        <p:nvPicPr>
          <p:cNvPr id="58" name="Picture 57" descr="e7x1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44887" y="2088577"/>
            <a:ext cx="634841" cy="333291"/>
          </a:xfrm>
          <a:prstGeom prst="rect">
            <a:avLst/>
          </a:prstGeom>
        </p:spPr>
      </p:pic>
      <p:pic>
        <p:nvPicPr>
          <p:cNvPr id="59" name="Picture 58" descr="e7x3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43213" y="1967957"/>
            <a:ext cx="920520" cy="453911"/>
          </a:xfrm>
          <a:prstGeom prst="rect">
            <a:avLst/>
          </a:prstGeom>
        </p:spPr>
      </p:pic>
      <p:grpSp>
        <p:nvGrpSpPr>
          <p:cNvPr id="63" name="Group 62"/>
          <p:cNvGrpSpPr/>
          <p:nvPr/>
        </p:nvGrpSpPr>
        <p:grpSpPr>
          <a:xfrm>
            <a:off x="4506821" y="2477138"/>
            <a:ext cx="2094978" cy="16430"/>
            <a:chOff x="4506821" y="2477138"/>
            <a:chExt cx="2094978" cy="16430"/>
          </a:xfrm>
        </p:grpSpPr>
        <p:sp>
          <p:nvSpPr>
            <p:cNvPr id="60" name="Straight Connector 59"/>
            <p:cNvSpPr/>
            <p:nvPr/>
          </p:nvSpPr>
          <p:spPr>
            <a:xfrm>
              <a:off x="4506821" y="2485353"/>
              <a:ext cx="209497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Straight Connector 60"/>
            <p:cNvSpPr/>
            <p:nvPr/>
          </p:nvSpPr>
          <p:spPr>
            <a:xfrm>
              <a:off x="6571139" y="248535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 flipV="1">
              <a:off x="6571139" y="247713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4" name="Picture 63" descr="e6x5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11719" y="2220306"/>
            <a:ext cx="1206199" cy="530092"/>
          </a:xfrm>
          <a:prstGeom prst="rect">
            <a:avLst/>
          </a:prstGeom>
        </p:spPr>
      </p:pic>
      <p:pic>
        <p:nvPicPr>
          <p:cNvPr id="65" name="Picture 64" descr="e6x2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65904" y="2028267"/>
            <a:ext cx="634841" cy="393601"/>
          </a:xfrm>
          <a:prstGeom prst="rect">
            <a:avLst/>
          </a:prstGeom>
        </p:spPr>
      </p:pic>
      <p:pic>
        <p:nvPicPr>
          <p:cNvPr id="66" name="Picture 65" descr="e6x3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364230" y="1936215"/>
            <a:ext cx="920520" cy="485653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1427839" y="2477138"/>
            <a:ext cx="2094977" cy="16430"/>
            <a:chOff x="1427839" y="2477138"/>
            <a:chExt cx="209497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1427839" y="2485353"/>
              <a:ext cx="209497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492156" y="248535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492156" y="247713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5x3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8415" y="2264745"/>
            <a:ext cx="920520" cy="441215"/>
          </a:xfrm>
          <a:prstGeom prst="rect">
            <a:avLst/>
          </a:prstGeom>
        </p:spPr>
      </p:pic>
      <p:grpSp>
        <p:nvGrpSpPr>
          <p:cNvPr id="75" name="Group 74"/>
          <p:cNvGrpSpPr/>
          <p:nvPr/>
        </p:nvGrpSpPr>
        <p:grpSpPr>
          <a:xfrm>
            <a:off x="8599106" y="1131273"/>
            <a:ext cx="457086" cy="16430"/>
            <a:chOff x="8599106" y="1131273"/>
            <a:chExt cx="457086" cy="16430"/>
          </a:xfrm>
        </p:grpSpPr>
        <p:sp>
          <p:nvSpPr>
            <p:cNvPr id="72" name="Straight Connector 71"/>
            <p:cNvSpPr/>
            <p:nvPr/>
          </p:nvSpPr>
          <p:spPr>
            <a:xfrm>
              <a:off x="8599106" y="1139488"/>
              <a:ext cx="4570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Straight Connector 72"/>
            <p:cNvSpPr/>
            <p:nvPr/>
          </p:nvSpPr>
          <p:spPr>
            <a:xfrm>
              <a:off x="9025532" y="1139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 flipV="1">
              <a:off x="9025532" y="1131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6" name="Picture 75" descr="e4x5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53192" y="915706"/>
            <a:ext cx="920520" cy="447563"/>
          </a:xfrm>
          <a:prstGeom prst="rect">
            <a:avLst/>
          </a:prstGeom>
        </p:spPr>
      </p:pic>
      <p:pic>
        <p:nvPicPr>
          <p:cNvPr id="77" name="Picture 76" descr="e4x1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96181" y="914119"/>
            <a:ext cx="238065" cy="161884"/>
          </a:xfrm>
          <a:prstGeom prst="rect">
            <a:avLst/>
          </a:prstGeom>
        </p:spPr>
      </p:pic>
      <p:pic>
        <p:nvPicPr>
          <p:cNvPr id="78" name="Picture 77" descr="e4x2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897730" y="441162"/>
            <a:ext cx="628493" cy="634841"/>
          </a:xfrm>
          <a:prstGeom prst="rect">
            <a:avLst/>
          </a:prstGeom>
        </p:spPr>
      </p:pic>
      <p:grpSp>
        <p:nvGrpSpPr>
          <p:cNvPr id="82" name="Group 81"/>
          <p:cNvGrpSpPr/>
          <p:nvPr/>
        </p:nvGrpSpPr>
        <p:grpSpPr>
          <a:xfrm>
            <a:off x="6426995" y="1131273"/>
            <a:ext cx="1268414" cy="16430"/>
            <a:chOff x="6426995" y="1131273"/>
            <a:chExt cx="1268414" cy="16430"/>
          </a:xfrm>
        </p:grpSpPr>
        <p:sp>
          <p:nvSpPr>
            <p:cNvPr id="79" name="Straight Connector 78"/>
            <p:cNvSpPr/>
            <p:nvPr/>
          </p:nvSpPr>
          <p:spPr>
            <a:xfrm>
              <a:off x="6426995" y="1139488"/>
              <a:ext cx="126841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Straight Connector 79"/>
            <p:cNvSpPr/>
            <p:nvPr/>
          </p:nvSpPr>
          <p:spPr>
            <a:xfrm>
              <a:off x="7664749" y="1139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Straight Connector 80"/>
            <p:cNvSpPr/>
            <p:nvPr/>
          </p:nvSpPr>
          <p:spPr>
            <a:xfrm flipV="1">
              <a:off x="7664749" y="1131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3" name="Picture 82" descr="e3x4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263013" y="830003"/>
            <a:ext cx="1206199" cy="618970"/>
          </a:xfrm>
          <a:prstGeom prst="rect">
            <a:avLst/>
          </a:prstGeom>
        </p:spPr>
      </p:pic>
      <p:pic>
        <p:nvPicPr>
          <p:cNvPr id="84" name="Picture 83" descr="e3x2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812275" y="726841"/>
            <a:ext cx="323769" cy="349162"/>
          </a:xfrm>
          <a:prstGeom prst="rect">
            <a:avLst/>
          </a:prstGeom>
        </p:spPr>
      </p:pic>
      <p:grpSp>
        <p:nvGrpSpPr>
          <p:cNvPr id="88" name="Group 87"/>
          <p:cNvGrpSpPr/>
          <p:nvPr/>
        </p:nvGrpSpPr>
        <p:grpSpPr>
          <a:xfrm>
            <a:off x="4703717" y="1131273"/>
            <a:ext cx="540885" cy="16430"/>
            <a:chOff x="4703717" y="1131273"/>
            <a:chExt cx="540885" cy="16430"/>
          </a:xfrm>
        </p:grpSpPr>
        <p:sp>
          <p:nvSpPr>
            <p:cNvPr id="85" name="Straight Connector 84"/>
            <p:cNvSpPr/>
            <p:nvPr/>
          </p:nvSpPr>
          <p:spPr>
            <a:xfrm>
              <a:off x="4703717" y="1139488"/>
              <a:ext cx="54088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Straight Connector 85"/>
            <p:cNvSpPr/>
            <p:nvPr/>
          </p:nvSpPr>
          <p:spPr>
            <a:xfrm>
              <a:off x="5213942" y="1139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Straight Connector 86"/>
            <p:cNvSpPr/>
            <p:nvPr/>
          </p:nvSpPr>
          <p:spPr>
            <a:xfrm flipV="1">
              <a:off x="5213942" y="1131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9" name="Picture 88" descr="e2x4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764786" y="904597"/>
            <a:ext cx="920520" cy="469782"/>
          </a:xfrm>
          <a:prstGeom prst="rect">
            <a:avLst/>
          </a:prstGeom>
        </p:spPr>
      </p:pic>
      <p:pic>
        <p:nvPicPr>
          <p:cNvPr id="90" name="Picture 89" descr="e3x2.jp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288655" y="815719"/>
            <a:ext cx="349162" cy="260285"/>
          </a:xfrm>
          <a:prstGeom prst="rect">
            <a:avLst/>
          </a:prstGeom>
        </p:spPr>
      </p:pic>
      <p:grpSp>
        <p:nvGrpSpPr>
          <p:cNvPr id="94" name="Group 93"/>
          <p:cNvGrpSpPr/>
          <p:nvPr/>
        </p:nvGrpSpPr>
        <p:grpSpPr>
          <a:xfrm>
            <a:off x="3177558" y="1131273"/>
            <a:ext cx="571357" cy="16430"/>
            <a:chOff x="3177558" y="1131273"/>
            <a:chExt cx="571357" cy="16430"/>
          </a:xfrm>
        </p:grpSpPr>
        <p:sp>
          <p:nvSpPr>
            <p:cNvPr id="91" name="Straight Connector 90"/>
            <p:cNvSpPr/>
            <p:nvPr/>
          </p:nvSpPr>
          <p:spPr>
            <a:xfrm>
              <a:off x="3177558" y="1139488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Straight Connector 91"/>
            <p:cNvSpPr/>
            <p:nvPr/>
          </p:nvSpPr>
          <p:spPr>
            <a:xfrm>
              <a:off x="3718255" y="1139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Straight Connector 92"/>
            <p:cNvSpPr/>
            <p:nvPr/>
          </p:nvSpPr>
          <p:spPr>
            <a:xfrm flipV="1">
              <a:off x="3718255" y="1131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5" name="Picture 94" descr="e1x5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241166" y="937926"/>
            <a:ext cx="920520" cy="403124"/>
          </a:xfrm>
          <a:prstGeom prst="rect">
            <a:avLst/>
          </a:prstGeom>
        </p:spPr>
      </p:pic>
      <p:pic>
        <p:nvPicPr>
          <p:cNvPr id="96" name="Picture 95" descr="e1x1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25394" y="920468"/>
            <a:ext cx="276156" cy="155536"/>
          </a:xfrm>
          <a:prstGeom prst="rect">
            <a:avLst/>
          </a:prstGeom>
        </p:spPr>
      </p:pic>
      <p:pic>
        <p:nvPicPr>
          <p:cNvPr id="97" name="Picture 96" descr="e1x3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765035" y="739538"/>
            <a:ext cx="349162" cy="336466"/>
          </a:xfrm>
          <a:prstGeom prst="rect">
            <a:avLst/>
          </a:prstGeom>
        </p:spPr>
      </p:pic>
      <p:grpSp>
        <p:nvGrpSpPr>
          <p:cNvPr id="101" name="Group 100"/>
          <p:cNvGrpSpPr/>
          <p:nvPr/>
        </p:nvGrpSpPr>
        <p:grpSpPr>
          <a:xfrm>
            <a:off x="1280333" y="1131273"/>
            <a:ext cx="978926" cy="16430"/>
            <a:chOff x="1280333" y="1131273"/>
            <a:chExt cx="978926" cy="16430"/>
          </a:xfrm>
        </p:grpSpPr>
        <p:sp>
          <p:nvSpPr>
            <p:cNvPr id="98" name="Straight Connector 97"/>
            <p:cNvSpPr/>
            <p:nvPr/>
          </p:nvSpPr>
          <p:spPr>
            <a:xfrm>
              <a:off x="1280333" y="1139488"/>
              <a:ext cx="97892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Straight Connector 98"/>
            <p:cNvSpPr/>
            <p:nvPr/>
          </p:nvSpPr>
          <p:spPr>
            <a:xfrm>
              <a:off x="2228598" y="1139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Straight Connector 99"/>
            <p:cNvSpPr/>
            <p:nvPr/>
          </p:nvSpPr>
          <p:spPr>
            <a:xfrm flipV="1">
              <a:off x="2228598" y="1131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2" name="Picture 101" descr="e1x2.jp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77905" y="931577"/>
            <a:ext cx="920520" cy="415821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7429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67944"/>
            <a:ext cx="920520" cy="447563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625266"/>
            <a:ext cx="349162" cy="288853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80136" y="969388"/>
            <a:ext cx="571357" cy="16430"/>
            <a:chOff x="7980136" y="969388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8013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52083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52083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750648"/>
            <a:ext cx="920520" cy="453911"/>
          </a:xfrm>
          <a:prstGeom prst="rect">
            <a:avLst/>
          </a:prstGeom>
        </p:spPr>
      </p:pic>
      <p:pic>
        <p:nvPicPr>
          <p:cNvPr id="15" name="Picture 14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44751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969388"/>
            <a:ext cx="914172" cy="16430"/>
            <a:chOff x="6142269" y="96938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4299"/>
            <a:ext cx="920520" cy="466608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653834"/>
            <a:ext cx="349162" cy="26028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4747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0620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686667"/>
            <a:ext cx="920520" cy="434866"/>
          </a:xfrm>
          <a:prstGeom prst="rect">
            <a:avLst/>
          </a:prstGeom>
        </p:spPr>
      </p:pic>
      <p:pic>
        <p:nvPicPr>
          <p:cNvPr id="42" name="Picture 41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240690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4895885"/>
            <a:ext cx="914172" cy="16430"/>
            <a:chOff x="1526239" y="4895885"/>
            <a:chExt cx="914172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490410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490410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489588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680318"/>
            <a:ext cx="920520" cy="447563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80136" y="2993226"/>
            <a:ext cx="634841" cy="53326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840470" y="3581762"/>
            <a:ext cx="914172" cy="16430"/>
            <a:chOff x="7840470" y="3581762"/>
            <a:chExt cx="914172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840470" y="358997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723982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723982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647" y="3363021"/>
            <a:ext cx="920520" cy="453911"/>
          </a:xfrm>
          <a:prstGeom prst="rect">
            <a:avLst/>
          </a:prstGeom>
        </p:spPr>
      </p:pic>
      <p:pic>
        <p:nvPicPr>
          <p:cNvPr id="54" name="Picture 53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837" y="3059885"/>
            <a:ext cx="634841" cy="466608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031171" y="3581762"/>
            <a:ext cx="914172" cy="16430"/>
            <a:chOff x="6031171" y="3581762"/>
            <a:chExt cx="91417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031171" y="358997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6914683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6914683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3348" y="3356673"/>
            <a:ext cx="920520" cy="466608"/>
          </a:xfrm>
          <a:prstGeom prst="rect">
            <a:avLst/>
          </a:prstGeom>
        </p:spPr>
      </p:pic>
      <p:pic>
        <p:nvPicPr>
          <p:cNvPr id="60" name="Picture 59" descr="e4x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8314" y="3364609"/>
            <a:ext cx="238065" cy="161884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58326" y="3581762"/>
            <a:ext cx="438040" cy="16430"/>
            <a:chOff x="4658326" y="3581762"/>
            <a:chExt cx="438040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58326" y="3589977"/>
              <a:ext cx="43804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065706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065706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359847"/>
            <a:ext cx="920520" cy="460260"/>
          </a:xfrm>
          <a:prstGeom prst="rect">
            <a:avLst/>
          </a:prstGeom>
        </p:spPr>
      </p:pic>
      <p:pic>
        <p:nvPicPr>
          <p:cNvPr id="66" name="Picture 65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364609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581762"/>
            <a:ext cx="571357" cy="16430"/>
            <a:chOff x="3123596" y="3581762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58997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318583"/>
            <a:ext cx="920520" cy="542789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053536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581762"/>
            <a:ext cx="914172" cy="16430"/>
            <a:chOff x="1285729" y="3581762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58997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296363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777330"/>
            <a:ext cx="691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777330"/>
            <a:ext cx="691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13460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8862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343821"/>
            <a:ext cx="914172" cy="16430"/>
            <a:chOff x="1526239" y="234382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3520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3520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3438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128254"/>
            <a:ext cx="920520" cy="447563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554" y="441162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665889" y="1029698"/>
            <a:ext cx="914172" cy="16430"/>
            <a:chOff x="7665889" y="1029698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66588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54940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54940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810958"/>
            <a:ext cx="920520" cy="453911"/>
          </a:xfrm>
          <a:prstGeom prst="rect">
            <a:avLst/>
          </a:prstGeom>
        </p:spPr>
      </p:pic>
      <p:pic>
        <p:nvPicPr>
          <p:cNvPr id="15" name="Picture 14" descr="e4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856984"/>
            <a:ext cx="349162" cy="117445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70837" y="1029698"/>
            <a:ext cx="571357" cy="16430"/>
            <a:chOff x="6170837" y="1029698"/>
            <a:chExt cx="571357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70837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711534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6711534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804609"/>
            <a:ext cx="920520" cy="466608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660183"/>
            <a:ext cx="349162" cy="31424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1029698"/>
            <a:ext cx="571357" cy="16430"/>
            <a:chOff x="4647216" y="102969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80778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81254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1029698"/>
            <a:ext cx="571357" cy="16430"/>
            <a:chOff x="3123596" y="102969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6651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50147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1029698"/>
            <a:ext cx="914172" cy="16430"/>
            <a:chOff x="1285729" y="102969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74429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6912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746977"/>
            <a:ext cx="920520" cy="434866"/>
          </a:xfrm>
          <a:prstGeom prst="rect">
            <a:avLst/>
          </a:prstGeom>
        </p:spPr>
      </p:pic>
      <p:pic>
        <p:nvPicPr>
          <p:cNvPr id="42" name="Picture 41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301000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4956195"/>
            <a:ext cx="914172" cy="16430"/>
            <a:chOff x="1526239" y="4956195"/>
            <a:chExt cx="914172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496441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496441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495619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740628"/>
            <a:ext cx="920520" cy="447563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201" y="3053536"/>
            <a:ext cx="634841" cy="53326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8078536" y="3642072"/>
            <a:ext cx="914172" cy="16430"/>
            <a:chOff x="8078536" y="3642072"/>
            <a:chExt cx="914172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8078536" y="365028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962048" y="365028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962048" y="36420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712" y="3423331"/>
            <a:ext cx="920520" cy="453911"/>
          </a:xfrm>
          <a:prstGeom prst="rect">
            <a:avLst/>
          </a:prstGeom>
        </p:spPr>
      </p:pic>
      <p:pic>
        <p:nvPicPr>
          <p:cNvPr id="54" name="Picture 53" descr="e4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3469357"/>
            <a:ext cx="349162" cy="117445"/>
          </a:xfrm>
          <a:prstGeom prst="rect">
            <a:avLst/>
          </a:prstGeom>
        </p:spPr>
      </p:pic>
      <p:pic>
        <p:nvPicPr>
          <p:cNvPr id="55" name="Picture 54" descr="e4x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4581" y="3269382"/>
            <a:ext cx="349162" cy="317420"/>
          </a:xfrm>
          <a:prstGeom prst="rect">
            <a:avLst/>
          </a:prstGeom>
        </p:spPr>
      </p:pic>
      <p:grpSp>
        <p:nvGrpSpPr>
          <p:cNvPr id="59" name="Group 58"/>
          <p:cNvGrpSpPr/>
          <p:nvPr/>
        </p:nvGrpSpPr>
        <p:grpSpPr>
          <a:xfrm>
            <a:off x="6129572" y="3642072"/>
            <a:ext cx="1066534" cy="16430"/>
            <a:chOff x="6129572" y="3642072"/>
            <a:chExt cx="1066534" cy="16430"/>
          </a:xfrm>
        </p:grpSpPr>
        <p:sp>
          <p:nvSpPr>
            <p:cNvPr id="56" name="Straight Connector 55"/>
            <p:cNvSpPr/>
            <p:nvPr/>
          </p:nvSpPr>
          <p:spPr>
            <a:xfrm>
              <a:off x="6129572" y="3650287"/>
              <a:ext cx="1066534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>
              <a:off x="7165446" y="365028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Straight Connector 57"/>
            <p:cNvSpPr/>
            <p:nvPr/>
          </p:nvSpPr>
          <p:spPr>
            <a:xfrm flipV="1">
              <a:off x="7165446" y="36420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0" name="Picture 5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416983"/>
            <a:ext cx="920520" cy="466608"/>
          </a:xfrm>
          <a:prstGeom prst="rect">
            <a:avLst/>
          </a:prstGeom>
        </p:spPr>
      </p:pic>
      <p:pic>
        <p:nvPicPr>
          <p:cNvPr id="61" name="Picture 60" descr="e3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8314" y="3326518"/>
            <a:ext cx="349162" cy="260285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4647216" y="3642072"/>
            <a:ext cx="571357" cy="16430"/>
            <a:chOff x="4647216" y="3642072"/>
            <a:chExt cx="571357" cy="16430"/>
          </a:xfrm>
        </p:grpSpPr>
        <p:sp>
          <p:nvSpPr>
            <p:cNvPr id="62" name="Straight Connector 61"/>
            <p:cNvSpPr/>
            <p:nvPr/>
          </p:nvSpPr>
          <p:spPr>
            <a:xfrm>
              <a:off x="4647216" y="365028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>
              <a:off x="5187913" y="365028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Straight Connector 63"/>
            <p:cNvSpPr/>
            <p:nvPr/>
          </p:nvSpPr>
          <p:spPr>
            <a:xfrm flipV="1">
              <a:off x="5187913" y="36420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6" name="Picture 6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420157"/>
            <a:ext cx="920520" cy="460260"/>
          </a:xfrm>
          <a:prstGeom prst="rect">
            <a:avLst/>
          </a:prstGeom>
        </p:spPr>
      </p:pic>
      <p:pic>
        <p:nvPicPr>
          <p:cNvPr id="67" name="Picture 6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424919"/>
            <a:ext cx="349162" cy="161884"/>
          </a:xfrm>
          <a:prstGeom prst="rect">
            <a:avLst/>
          </a:prstGeom>
        </p:spPr>
      </p:pic>
      <p:grpSp>
        <p:nvGrpSpPr>
          <p:cNvPr id="71" name="Group 70"/>
          <p:cNvGrpSpPr/>
          <p:nvPr/>
        </p:nvGrpSpPr>
        <p:grpSpPr>
          <a:xfrm>
            <a:off x="3123596" y="3642072"/>
            <a:ext cx="571357" cy="16430"/>
            <a:chOff x="3123596" y="3642072"/>
            <a:chExt cx="571357" cy="16430"/>
          </a:xfrm>
        </p:grpSpPr>
        <p:sp>
          <p:nvSpPr>
            <p:cNvPr id="68" name="Straight Connector 67"/>
            <p:cNvSpPr/>
            <p:nvPr/>
          </p:nvSpPr>
          <p:spPr>
            <a:xfrm>
              <a:off x="3123596" y="365028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>
              <a:off x="3664293" y="365028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Straight Connector 69"/>
            <p:cNvSpPr/>
            <p:nvPr/>
          </p:nvSpPr>
          <p:spPr>
            <a:xfrm flipV="1">
              <a:off x="3664293" y="36420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2" name="Picture 7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378893"/>
            <a:ext cx="920520" cy="542789"/>
          </a:xfrm>
          <a:prstGeom prst="rect">
            <a:avLst/>
          </a:prstGeom>
        </p:spPr>
      </p:pic>
      <p:pic>
        <p:nvPicPr>
          <p:cNvPr id="73" name="Picture 7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113846"/>
            <a:ext cx="634841" cy="472957"/>
          </a:xfrm>
          <a:prstGeom prst="rect">
            <a:avLst/>
          </a:prstGeom>
        </p:spPr>
      </p:pic>
      <p:grpSp>
        <p:nvGrpSpPr>
          <p:cNvPr id="77" name="Group 76"/>
          <p:cNvGrpSpPr/>
          <p:nvPr/>
        </p:nvGrpSpPr>
        <p:grpSpPr>
          <a:xfrm>
            <a:off x="1285729" y="3642072"/>
            <a:ext cx="914172" cy="16430"/>
            <a:chOff x="1285729" y="3642072"/>
            <a:chExt cx="914172" cy="16430"/>
          </a:xfrm>
        </p:grpSpPr>
        <p:sp>
          <p:nvSpPr>
            <p:cNvPr id="74" name="Straight Connector 73"/>
            <p:cNvSpPr/>
            <p:nvPr/>
          </p:nvSpPr>
          <p:spPr>
            <a:xfrm>
              <a:off x="1285729" y="365028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>
              <a:off x="2169241" y="365028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Straight Connector 75"/>
            <p:cNvSpPr/>
            <p:nvPr/>
          </p:nvSpPr>
          <p:spPr>
            <a:xfrm flipV="1">
              <a:off x="2169241" y="36420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8" name="Picture 7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356673"/>
            <a:ext cx="920520" cy="58722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504874" y="2837640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4874" y="2837640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7429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67944"/>
            <a:ext cx="920520" cy="447563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625266"/>
            <a:ext cx="349162" cy="288853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80136" y="969388"/>
            <a:ext cx="571357" cy="16430"/>
            <a:chOff x="7980136" y="969388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8013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52083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52083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750648"/>
            <a:ext cx="920520" cy="453911"/>
          </a:xfrm>
          <a:prstGeom prst="rect">
            <a:avLst/>
          </a:prstGeom>
        </p:spPr>
      </p:pic>
      <p:pic>
        <p:nvPicPr>
          <p:cNvPr id="15" name="Picture 14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44751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969388"/>
            <a:ext cx="914172" cy="16430"/>
            <a:chOff x="6142269" y="96938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4299"/>
            <a:ext cx="920520" cy="466608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599873"/>
            <a:ext cx="349162" cy="31424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4747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0620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009" y="4626357"/>
            <a:ext cx="920520" cy="434866"/>
          </a:xfrm>
          <a:prstGeom prst="rect">
            <a:avLst/>
          </a:prstGeom>
        </p:spPr>
      </p:pic>
      <p:pic>
        <p:nvPicPr>
          <p:cNvPr id="42" name="Picture 41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199" y="4180380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2351533" y="4835575"/>
            <a:ext cx="914172" cy="16430"/>
            <a:chOff x="2351533" y="4835575"/>
            <a:chExt cx="914172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2351533" y="484379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3235045" y="484379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3235045" y="483557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710" y="4620008"/>
            <a:ext cx="920520" cy="447563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1900" y="4247039"/>
            <a:ext cx="634841" cy="53326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542234" y="4835575"/>
            <a:ext cx="914172" cy="16430"/>
            <a:chOff x="542234" y="4835575"/>
            <a:chExt cx="914172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542234" y="484379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1425746" y="484379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1425746" y="483557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081" y="3302712"/>
            <a:ext cx="920520" cy="453911"/>
          </a:xfrm>
          <a:prstGeom prst="rect">
            <a:avLst/>
          </a:prstGeom>
        </p:spPr>
      </p:pic>
      <p:pic>
        <p:nvPicPr>
          <p:cNvPr id="54" name="Picture 53" descr="e4x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1934" y="3266208"/>
            <a:ext cx="288853" cy="199975"/>
          </a:xfrm>
          <a:prstGeom prst="rect">
            <a:avLst/>
          </a:prstGeom>
        </p:spPr>
      </p:pic>
      <p:pic>
        <p:nvPicPr>
          <p:cNvPr id="55" name="Picture 54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4271" y="2999575"/>
            <a:ext cx="634841" cy="466608"/>
          </a:xfrm>
          <a:prstGeom prst="rect">
            <a:avLst/>
          </a:prstGeom>
        </p:spPr>
      </p:pic>
      <p:grpSp>
        <p:nvGrpSpPr>
          <p:cNvPr id="59" name="Group 58"/>
          <p:cNvGrpSpPr/>
          <p:nvPr/>
        </p:nvGrpSpPr>
        <p:grpSpPr>
          <a:xfrm>
            <a:off x="6107035" y="3521452"/>
            <a:ext cx="1336976" cy="16430"/>
            <a:chOff x="6107035" y="3521452"/>
            <a:chExt cx="1336976" cy="16430"/>
          </a:xfrm>
        </p:grpSpPr>
        <p:sp>
          <p:nvSpPr>
            <p:cNvPr id="56" name="Straight Connector 55"/>
            <p:cNvSpPr/>
            <p:nvPr/>
          </p:nvSpPr>
          <p:spPr>
            <a:xfrm>
              <a:off x="6107035" y="3529667"/>
              <a:ext cx="133697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>
              <a:off x="7413351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Straight Connector 57"/>
            <p:cNvSpPr/>
            <p:nvPr/>
          </p:nvSpPr>
          <p:spPr>
            <a:xfrm flipV="1">
              <a:off x="7413351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0" name="Picture 5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296363"/>
            <a:ext cx="920520" cy="466608"/>
          </a:xfrm>
          <a:prstGeom prst="rect">
            <a:avLst/>
          </a:prstGeom>
        </p:spPr>
      </p:pic>
      <p:pic>
        <p:nvPicPr>
          <p:cNvPr id="61" name="Picture 60" descr="e3x2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58314" y="3205898"/>
            <a:ext cx="349162" cy="260285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4647216" y="3521452"/>
            <a:ext cx="571357" cy="16430"/>
            <a:chOff x="4647216" y="3521452"/>
            <a:chExt cx="571357" cy="16430"/>
          </a:xfrm>
        </p:grpSpPr>
        <p:sp>
          <p:nvSpPr>
            <p:cNvPr id="62" name="Straight Connector 61"/>
            <p:cNvSpPr/>
            <p:nvPr/>
          </p:nvSpPr>
          <p:spPr>
            <a:xfrm>
              <a:off x="4647216" y="352966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>
              <a:off x="5187913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Straight Connector 63"/>
            <p:cNvSpPr/>
            <p:nvPr/>
          </p:nvSpPr>
          <p:spPr>
            <a:xfrm flipV="1">
              <a:off x="5187913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6" name="Picture 6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299537"/>
            <a:ext cx="920520" cy="460260"/>
          </a:xfrm>
          <a:prstGeom prst="rect">
            <a:avLst/>
          </a:prstGeom>
        </p:spPr>
      </p:pic>
      <p:pic>
        <p:nvPicPr>
          <p:cNvPr id="67" name="Picture 6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304299"/>
            <a:ext cx="349162" cy="161884"/>
          </a:xfrm>
          <a:prstGeom prst="rect">
            <a:avLst/>
          </a:prstGeom>
        </p:spPr>
      </p:pic>
      <p:grpSp>
        <p:nvGrpSpPr>
          <p:cNvPr id="71" name="Group 70"/>
          <p:cNvGrpSpPr/>
          <p:nvPr/>
        </p:nvGrpSpPr>
        <p:grpSpPr>
          <a:xfrm>
            <a:off x="3123596" y="3521452"/>
            <a:ext cx="571357" cy="16430"/>
            <a:chOff x="3123596" y="3521452"/>
            <a:chExt cx="571357" cy="16430"/>
          </a:xfrm>
        </p:grpSpPr>
        <p:sp>
          <p:nvSpPr>
            <p:cNvPr id="68" name="Straight Connector 67"/>
            <p:cNvSpPr/>
            <p:nvPr/>
          </p:nvSpPr>
          <p:spPr>
            <a:xfrm>
              <a:off x="3123596" y="352966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>
              <a:off x="3664293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Straight Connector 69"/>
            <p:cNvSpPr/>
            <p:nvPr/>
          </p:nvSpPr>
          <p:spPr>
            <a:xfrm flipV="1">
              <a:off x="3664293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2" name="Picture 7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258273"/>
            <a:ext cx="920520" cy="542789"/>
          </a:xfrm>
          <a:prstGeom prst="rect">
            <a:avLst/>
          </a:prstGeom>
        </p:spPr>
      </p:pic>
      <p:pic>
        <p:nvPicPr>
          <p:cNvPr id="73" name="Picture 7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2993226"/>
            <a:ext cx="634841" cy="472957"/>
          </a:xfrm>
          <a:prstGeom prst="rect">
            <a:avLst/>
          </a:prstGeom>
        </p:spPr>
      </p:pic>
      <p:grpSp>
        <p:nvGrpSpPr>
          <p:cNvPr id="77" name="Group 76"/>
          <p:cNvGrpSpPr/>
          <p:nvPr/>
        </p:nvGrpSpPr>
        <p:grpSpPr>
          <a:xfrm>
            <a:off x="1285729" y="3521452"/>
            <a:ext cx="914172" cy="16430"/>
            <a:chOff x="1285729" y="3521452"/>
            <a:chExt cx="914172" cy="16430"/>
          </a:xfrm>
        </p:grpSpPr>
        <p:sp>
          <p:nvSpPr>
            <p:cNvPr id="74" name="Straight Connector 73"/>
            <p:cNvSpPr/>
            <p:nvPr/>
          </p:nvSpPr>
          <p:spPr>
            <a:xfrm>
              <a:off x="1285729" y="352966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>
              <a:off x="2169241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Straight Connector 75"/>
            <p:cNvSpPr/>
            <p:nvPr/>
          </p:nvSpPr>
          <p:spPr>
            <a:xfrm flipV="1">
              <a:off x="2169241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8" name="Picture 7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236053"/>
            <a:ext cx="920520" cy="58722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Route16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7429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67944"/>
            <a:ext cx="920520" cy="447563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554" y="625266"/>
            <a:ext cx="349162" cy="288853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694457" y="969388"/>
            <a:ext cx="571357" cy="16430"/>
            <a:chOff x="7694457" y="969388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694457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235154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235154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750648"/>
            <a:ext cx="920520" cy="453911"/>
          </a:xfrm>
          <a:prstGeom prst="rect">
            <a:avLst/>
          </a:prstGeom>
        </p:spPr>
      </p:pic>
      <p:pic>
        <p:nvPicPr>
          <p:cNvPr id="15" name="Picture 14" descr="e4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796674"/>
            <a:ext cx="349162" cy="117445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70837" y="969388"/>
            <a:ext cx="571357" cy="16430"/>
            <a:chOff x="6170837" y="969388"/>
            <a:chExt cx="571357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70837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711534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6711534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4299"/>
            <a:ext cx="920520" cy="466608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653834"/>
            <a:ext cx="349162" cy="26028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4747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0620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019" y="6530882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209" y="608490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5722543" y="6740100"/>
            <a:ext cx="914172" cy="16430"/>
            <a:chOff x="5722543" y="6740100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5722543" y="6748315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6606055" y="674831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6606055" y="674010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720" y="6524534"/>
            <a:ext cx="920520" cy="447563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2909" y="6151564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3913244" y="6740100"/>
            <a:ext cx="914172" cy="16430"/>
            <a:chOff x="3913244" y="6740100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3913244" y="6748315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4796756" y="674831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4796756" y="674010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5420" y="6521359"/>
            <a:ext cx="920520" cy="453911"/>
          </a:xfrm>
          <a:prstGeom prst="rect">
            <a:avLst/>
          </a:prstGeom>
        </p:spPr>
      </p:pic>
      <p:pic>
        <p:nvPicPr>
          <p:cNvPr id="15" name="Picture 14" descr="e14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5520" y="6529295"/>
            <a:ext cx="260285" cy="155536"/>
          </a:xfrm>
          <a:prstGeom prst="rect">
            <a:avLst/>
          </a:prstGeom>
        </p:spPr>
      </p:pic>
      <p:pic>
        <p:nvPicPr>
          <p:cNvPr id="16" name="Picture 15" descr="e14x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29289" y="6516598"/>
            <a:ext cx="349162" cy="168233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2062046" y="6740100"/>
            <a:ext cx="959880" cy="16430"/>
            <a:chOff x="2062046" y="6740100"/>
            <a:chExt cx="959880" cy="16430"/>
          </a:xfrm>
        </p:grpSpPr>
        <p:sp>
          <p:nvSpPr>
            <p:cNvPr id="17" name="Straight Connector 16"/>
            <p:cNvSpPr/>
            <p:nvPr/>
          </p:nvSpPr>
          <p:spPr>
            <a:xfrm>
              <a:off x="2062046" y="6748315"/>
              <a:ext cx="95988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>
              <a:off x="2991266" y="674831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2991266" y="674010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1" name="Picture 20" descr="e13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8031" y="6521359"/>
            <a:ext cx="920520" cy="453911"/>
          </a:xfrm>
          <a:prstGeom prst="rect">
            <a:avLst/>
          </a:prstGeom>
        </p:spPr>
      </p:pic>
      <p:pic>
        <p:nvPicPr>
          <p:cNvPr id="22" name="Picture 21" descr="e3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900" y="6370584"/>
            <a:ext cx="349162" cy="314246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570802" y="6740100"/>
            <a:ext cx="571357" cy="16430"/>
            <a:chOff x="570802" y="6740100"/>
            <a:chExt cx="571357" cy="16430"/>
          </a:xfrm>
        </p:grpSpPr>
        <p:sp>
          <p:nvSpPr>
            <p:cNvPr id="23" name="Straight Connector 22"/>
            <p:cNvSpPr/>
            <p:nvPr/>
          </p:nvSpPr>
          <p:spPr>
            <a:xfrm>
              <a:off x="570802" y="6748315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>
              <a:off x="1111499" y="674831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1111499" y="674010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7" name="Picture 26" descr="e12x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9238" y="3969295"/>
            <a:ext cx="920520" cy="447563"/>
          </a:xfrm>
          <a:prstGeom prst="rect">
            <a:avLst/>
          </a:prstGeom>
        </p:spPr>
      </p:pic>
      <p:pic>
        <p:nvPicPr>
          <p:cNvPr id="28" name="Picture 27" descr="e12x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73107" y="3999450"/>
            <a:ext cx="349162" cy="130142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7462010" y="4184862"/>
            <a:ext cx="571357" cy="16430"/>
            <a:chOff x="7462010" y="4184862"/>
            <a:chExt cx="571357" cy="16430"/>
          </a:xfrm>
        </p:grpSpPr>
        <p:sp>
          <p:nvSpPr>
            <p:cNvPr id="29" name="Straight Connector 28"/>
            <p:cNvSpPr/>
            <p:nvPr/>
          </p:nvSpPr>
          <p:spPr>
            <a:xfrm>
              <a:off x="7462010" y="419307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>
              <a:off x="8002707" y="41930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Straight Connector 30"/>
            <p:cNvSpPr/>
            <p:nvPr/>
          </p:nvSpPr>
          <p:spPr>
            <a:xfrm flipV="1">
              <a:off x="8002707" y="41848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3" name="Picture 32" descr="e11x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9939" y="3716946"/>
            <a:ext cx="1206199" cy="952262"/>
          </a:xfrm>
          <a:prstGeom prst="rect">
            <a:avLst/>
          </a:prstGeom>
        </p:spPr>
      </p:pic>
      <p:pic>
        <p:nvPicPr>
          <p:cNvPr id="34" name="Picture 33" descr="e12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63808" y="3828043"/>
            <a:ext cx="349162" cy="301549"/>
          </a:xfrm>
          <a:prstGeom prst="rect">
            <a:avLst/>
          </a:prstGeom>
        </p:spPr>
      </p:pic>
      <p:grpSp>
        <p:nvGrpSpPr>
          <p:cNvPr id="38" name="Group 37"/>
          <p:cNvGrpSpPr/>
          <p:nvPr/>
        </p:nvGrpSpPr>
        <p:grpSpPr>
          <a:xfrm>
            <a:off x="5652711" y="4184862"/>
            <a:ext cx="571357" cy="16430"/>
            <a:chOff x="5652711" y="4184862"/>
            <a:chExt cx="571357" cy="16430"/>
          </a:xfrm>
        </p:grpSpPr>
        <p:sp>
          <p:nvSpPr>
            <p:cNvPr id="35" name="Straight Connector 34"/>
            <p:cNvSpPr/>
            <p:nvPr/>
          </p:nvSpPr>
          <p:spPr>
            <a:xfrm>
              <a:off x="5652711" y="419307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>
              <a:off x="6193408" y="41930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Straight Connector 36"/>
            <p:cNvSpPr/>
            <p:nvPr/>
          </p:nvSpPr>
          <p:spPr>
            <a:xfrm flipV="1">
              <a:off x="6193408" y="41848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9" name="Picture 38" descr="e11x5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0640" y="3740752"/>
            <a:ext cx="1206199" cy="904649"/>
          </a:xfrm>
          <a:prstGeom prst="rect">
            <a:avLst/>
          </a:prstGeom>
        </p:spPr>
      </p:pic>
      <p:pic>
        <p:nvPicPr>
          <p:cNvPr id="40" name="Picture 39" descr="e10x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46561" y="3974057"/>
            <a:ext cx="257110" cy="155536"/>
          </a:xfrm>
          <a:prstGeom prst="rect">
            <a:avLst/>
          </a:prstGeom>
        </p:spPr>
      </p:pic>
      <p:grpSp>
        <p:nvGrpSpPr>
          <p:cNvPr id="44" name="Group 43"/>
          <p:cNvGrpSpPr/>
          <p:nvPr/>
        </p:nvGrpSpPr>
        <p:grpSpPr>
          <a:xfrm>
            <a:off x="3944669" y="4184862"/>
            <a:ext cx="460895" cy="16430"/>
            <a:chOff x="3944669" y="4184862"/>
            <a:chExt cx="460895" cy="16430"/>
          </a:xfrm>
        </p:grpSpPr>
        <p:sp>
          <p:nvSpPr>
            <p:cNvPr id="41" name="Straight Connector 40"/>
            <p:cNvSpPr/>
            <p:nvPr/>
          </p:nvSpPr>
          <p:spPr>
            <a:xfrm>
              <a:off x="3944669" y="4193077"/>
              <a:ext cx="46089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Straight Connector 41"/>
            <p:cNvSpPr/>
            <p:nvPr/>
          </p:nvSpPr>
          <p:spPr>
            <a:xfrm>
              <a:off x="4374903" y="41930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Straight Connector 42"/>
            <p:cNvSpPr/>
            <p:nvPr/>
          </p:nvSpPr>
          <p:spPr>
            <a:xfrm flipV="1">
              <a:off x="4374903" y="41848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5" name="Picture 44" descr="e9x3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13393" y="3680442"/>
            <a:ext cx="1206199" cy="1025269"/>
          </a:xfrm>
          <a:prstGeom prst="rect">
            <a:avLst/>
          </a:prstGeom>
        </p:spPr>
      </p:pic>
      <p:pic>
        <p:nvPicPr>
          <p:cNvPr id="46" name="Picture 45" descr="e11x1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51583" y="3631242"/>
            <a:ext cx="634841" cy="498350"/>
          </a:xfrm>
          <a:prstGeom prst="rect">
            <a:avLst/>
          </a:prstGeom>
        </p:spPr>
      </p:pic>
      <p:grpSp>
        <p:nvGrpSpPr>
          <p:cNvPr id="50" name="Group 49"/>
          <p:cNvGrpSpPr/>
          <p:nvPr/>
        </p:nvGrpSpPr>
        <p:grpSpPr>
          <a:xfrm>
            <a:off x="1811918" y="4184862"/>
            <a:ext cx="914172" cy="16430"/>
            <a:chOff x="1811918" y="4184862"/>
            <a:chExt cx="914172" cy="16430"/>
          </a:xfrm>
        </p:grpSpPr>
        <p:sp>
          <p:nvSpPr>
            <p:cNvPr id="47" name="Straight Connector 46"/>
            <p:cNvSpPr/>
            <p:nvPr/>
          </p:nvSpPr>
          <p:spPr>
            <a:xfrm>
              <a:off x="1811918" y="419307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Straight Connector 47"/>
            <p:cNvSpPr/>
            <p:nvPr/>
          </p:nvSpPr>
          <p:spPr>
            <a:xfrm>
              <a:off x="2695430" y="41930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Straight Connector 48"/>
            <p:cNvSpPr/>
            <p:nvPr/>
          </p:nvSpPr>
          <p:spPr>
            <a:xfrm flipV="1">
              <a:off x="2695430" y="41848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1" name="Picture 50" descr="e8x4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8415" y="3705836"/>
            <a:ext cx="1206199" cy="974482"/>
          </a:xfrm>
          <a:prstGeom prst="rect">
            <a:avLst/>
          </a:prstGeom>
        </p:spPr>
      </p:pic>
      <p:pic>
        <p:nvPicPr>
          <p:cNvPr id="52" name="Picture 51" descr="e8x2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23870" y="1955260"/>
            <a:ext cx="634841" cy="466608"/>
          </a:xfrm>
          <a:prstGeom prst="rect">
            <a:avLst/>
          </a:prstGeom>
        </p:spPr>
      </p:pic>
      <p:grpSp>
        <p:nvGrpSpPr>
          <p:cNvPr id="56" name="Group 55"/>
          <p:cNvGrpSpPr/>
          <p:nvPr/>
        </p:nvGrpSpPr>
        <p:grpSpPr>
          <a:xfrm>
            <a:off x="7684204" y="2477138"/>
            <a:ext cx="914172" cy="16430"/>
            <a:chOff x="7684204" y="2477138"/>
            <a:chExt cx="914172" cy="16430"/>
          </a:xfrm>
        </p:grpSpPr>
        <p:sp>
          <p:nvSpPr>
            <p:cNvPr id="53" name="Straight Connector 52"/>
            <p:cNvSpPr/>
            <p:nvPr/>
          </p:nvSpPr>
          <p:spPr>
            <a:xfrm>
              <a:off x="7684204" y="248535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Straight Connector 53"/>
            <p:cNvSpPr/>
            <p:nvPr/>
          </p:nvSpPr>
          <p:spPr>
            <a:xfrm>
              <a:off x="8567716" y="248535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Straight Connector 54"/>
            <p:cNvSpPr/>
            <p:nvPr/>
          </p:nvSpPr>
          <p:spPr>
            <a:xfrm flipV="1">
              <a:off x="8567716" y="247713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7" name="Picture 56" descr="e7x5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90702" y="1994937"/>
            <a:ext cx="1206199" cy="980830"/>
          </a:xfrm>
          <a:prstGeom prst="rect">
            <a:avLst/>
          </a:prstGeom>
        </p:spPr>
      </p:pic>
      <p:pic>
        <p:nvPicPr>
          <p:cNvPr id="58" name="Picture 57" descr="e7x1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44887" y="2088577"/>
            <a:ext cx="634841" cy="333291"/>
          </a:xfrm>
          <a:prstGeom prst="rect">
            <a:avLst/>
          </a:prstGeom>
        </p:spPr>
      </p:pic>
      <p:pic>
        <p:nvPicPr>
          <p:cNvPr id="59" name="Picture 58" descr="e7x3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443213" y="1967957"/>
            <a:ext cx="920520" cy="453911"/>
          </a:xfrm>
          <a:prstGeom prst="rect">
            <a:avLst/>
          </a:prstGeom>
        </p:spPr>
      </p:pic>
      <p:grpSp>
        <p:nvGrpSpPr>
          <p:cNvPr id="63" name="Group 62"/>
          <p:cNvGrpSpPr/>
          <p:nvPr/>
        </p:nvGrpSpPr>
        <p:grpSpPr>
          <a:xfrm>
            <a:off x="4506821" y="2477138"/>
            <a:ext cx="2094978" cy="16430"/>
            <a:chOff x="4506821" y="2477138"/>
            <a:chExt cx="2094978" cy="16430"/>
          </a:xfrm>
        </p:grpSpPr>
        <p:sp>
          <p:nvSpPr>
            <p:cNvPr id="60" name="Straight Connector 59"/>
            <p:cNvSpPr/>
            <p:nvPr/>
          </p:nvSpPr>
          <p:spPr>
            <a:xfrm>
              <a:off x="4506821" y="2485353"/>
              <a:ext cx="209497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Straight Connector 60"/>
            <p:cNvSpPr/>
            <p:nvPr/>
          </p:nvSpPr>
          <p:spPr>
            <a:xfrm>
              <a:off x="6571139" y="248535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 flipV="1">
              <a:off x="6571139" y="247713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4" name="Picture 63" descr="e6x5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11719" y="2220306"/>
            <a:ext cx="1206199" cy="530092"/>
          </a:xfrm>
          <a:prstGeom prst="rect">
            <a:avLst/>
          </a:prstGeom>
        </p:spPr>
      </p:pic>
      <p:pic>
        <p:nvPicPr>
          <p:cNvPr id="65" name="Picture 64" descr="e6x2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65904" y="2028267"/>
            <a:ext cx="634841" cy="393601"/>
          </a:xfrm>
          <a:prstGeom prst="rect">
            <a:avLst/>
          </a:prstGeom>
        </p:spPr>
      </p:pic>
      <p:pic>
        <p:nvPicPr>
          <p:cNvPr id="66" name="Picture 65" descr="e6x3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364230" y="1936215"/>
            <a:ext cx="920520" cy="485653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1427839" y="2477138"/>
            <a:ext cx="2094977" cy="16430"/>
            <a:chOff x="1427839" y="2477138"/>
            <a:chExt cx="209497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1427839" y="2485353"/>
              <a:ext cx="209497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492156" y="248535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492156" y="247713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5x3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18415" y="2264745"/>
            <a:ext cx="920520" cy="441215"/>
          </a:xfrm>
          <a:prstGeom prst="rect">
            <a:avLst/>
          </a:prstGeom>
        </p:spPr>
      </p:pic>
      <p:grpSp>
        <p:nvGrpSpPr>
          <p:cNvPr id="75" name="Group 74"/>
          <p:cNvGrpSpPr/>
          <p:nvPr/>
        </p:nvGrpSpPr>
        <p:grpSpPr>
          <a:xfrm>
            <a:off x="8599106" y="1131273"/>
            <a:ext cx="457086" cy="16430"/>
            <a:chOff x="8599106" y="1131273"/>
            <a:chExt cx="457086" cy="16430"/>
          </a:xfrm>
        </p:grpSpPr>
        <p:sp>
          <p:nvSpPr>
            <p:cNvPr id="72" name="Straight Connector 71"/>
            <p:cNvSpPr/>
            <p:nvPr/>
          </p:nvSpPr>
          <p:spPr>
            <a:xfrm>
              <a:off x="8599106" y="1139488"/>
              <a:ext cx="4570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Straight Connector 72"/>
            <p:cNvSpPr/>
            <p:nvPr/>
          </p:nvSpPr>
          <p:spPr>
            <a:xfrm>
              <a:off x="9025532" y="1139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 flipV="1">
              <a:off x="9025532" y="1131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6" name="Picture 75" descr="e4x5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53192" y="915706"/>
            <a:ext cx="920520" cy="447563"/>
          </a:xfrm>
          <a:prstGeom prst="rect">
            <a:avLst/>
          </a:prstGeom>
        </p:spPr>
      </p:pic>
      <p:pic>
        <p:nvPicPr>
          <p:cNvPr id="77" name="Picture 76" descr="e4x1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96181" y="914119"/>
            <a:ext cx="238065" cy="161884"/>
          </a:xfrm>
          <a:prstGeom prst="rect">
            <a:avLst/>
          </a:prstGeom>
        </p:spPr>
      </p:pic>
      <p:pic>
        <p:nvPicPr>
          <p:cNvPr id="78" name="Picture 77" descr="e4x2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897730" y="441162"/>
            <a:ext cx="628493" cy="634841"/>
          </a:xfrm>
          <a:prstGeom prst="rect">
            <a:avLst/>
          </a:prstGeom>
        </p:spPr>
      </p:pic>
      <p:grpSp>
        <p:nvGrpSpPr>
          <p:cNvPr id="82" name="Group 81"/>
          <p:cNvGrpSpPr/>
          <p:nvPr/>
        </p:nvGrpSpPr>
        <p:grpSpPr>
          <a:xfrm>
            <a:off x="6426995" y="1131273"/>
            <a:ext cx="1268414" cy="16430"/>
            <a:chOff x="6426995" y="1131273"/>
            <a:chExt cx="1268414" cy="16430"/>
          </a:xfrm>
        </p:grpSpPr>
        <p:sp>
          <p:nvSpPr>
            <p:cNvPr id="79" name="Straight Connector 78"/>
            <p:cNvSpPr/>
            <p:nvPr/>
          </p:nvSpPr>
          <p:spPr>
            <a:xfrm>
              <a:off x="6426995" y="1139488"/>
              <a:ext cx="1268413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Straight Connector 79"/>
            <p:cNvSpPr/>
            <p:nvPr/>
          </p:nvSpPr>
          <p:spPr>
            <a:xfrm>
              <a:off x="7664749" y="1139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Straight Connector 80"/>
            <p:cNvSpPr/>
            <p:nvPr/>
          </p:nvSpPr>
          <p:spPr>
            <a:xfrm flipV="1">
              <a:off x="7664749" y="1131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3" name="Picture 82" descr="e3x4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263013" y="830003"/>
            <a:ext cx="1206199" cy="618970"/>
          </a:xfrm>
          <a:prstGeom prst="rect">
            <a:avLst/>
          </a:prstGeom>
        </p:spPr>
      </p:pic>
      <p:pic>
        <p:nvPicPr>
          <p:cNvPr id="84" name="Picture 83" descr="e3x2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812275" y="726841"/>
            <a:ext cx="323769" cy="349162"/>
          </a:xfrm>
          <a:prstGeom prst="rect">
            <a:avLst/>
          </a:prstGeom>
        </p:spPr>
      </p:pic>
      <p:grpSp>
        <p:nvGrpSpPr>
          <p:cNvPr id="88" name="Group 87"/>
          <p:cNvGrpSpPr/>
          <p:nvPr/>
        </p:nvGrpSpPr>
        <p:grpSpPr>
          <a:xfrm>
            <a:off x="4703717" y="1131273"/>
            <a:ext cx="540885" cy="16430"/>
            <a:chOff x="4703717" y="1131273"/>
            <a:chExt cx="540885" cy="16430"/>
          </a:xfrm>
        </p:grpSpPr>
        <p:sp>
          <p:nvSpPr>
            <p:cNvPr id="85" name="Straight Connector 84"/>
            <p:cNvSpPr/>
            <p:nvPr/>
          </p:nvSpPr>
          <p:spPr>
            <a:xfrm>
              <a:off x="4703717" y="1139488"/>
              <a:ext cx="54088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Straight Connector 85"/>
            <p:cNvSpPr/>
            <p:nvPr/>
          </p:nvSpPr>
          <p:spPr>
            <a:xfrm>
              <a:off x="5213942" y="1139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Straight Connector 86"/>
            <p:cNvSpPr/>
            <p:nvPr/>
          </p:nvSpPr>
          <p:spPr>
            <a:xfrm flipV="1">
              <a:off x="5213942" y="1131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9" name="Picture 88" descr="e2x4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764786" y="904597"/>
            <a:ext cx="920520" cy="469782"/>
          </a:xfrm>
          <a:prstGeom prst="rect">
            <a:avLst/>
          </a:prstGeom>
        </p:spPr>
      </p:pic>
      <p:pic>
        <p:nvPicPr>
          <p:cNvPr id="90" name="Picture 89" descr="e3x2.jp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288655" y="815719"/>
            <a:ext cx="349162" cy="260285"/>
          </a:xfrm>
          <a:prstGeom prst="rect">
            <a:avLst/>
          </a:prstGeom>
        </p:spPr>
      </p:pic>
      <p:grpSp>
        <p:nvGrpSpPr>
          <p:cNvPr id="94" name="Group 93"/>
          <p:cNvGrpSpPr/>
          <p:nvPr/>
        </p:nvGrpSpPr>
        <p:grpSpPr>
          <a:xfrm>
            <a:off x="3177558" y="1131273"/>
            <a:ext cx="571357" cy="16430"/>
            <a:chOff x="3177558" y="1131273"/>
            <a:chExt cx="571357" cy="16430"/>
          </a:xfrm>
        </p:grpSpPr>
        <p:sp>
          <p:nvSpPr>
            <p:cNvPr id="91" name="Straight Connector 90"/>
            <p:cNvSpPr/>
            <p:nvPr/>
          </p:nvSpPr>
          <p:spPr>
            <a:xfrm>
              <a:off x="3177558" y="1139488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Straight Connector 91"/>
            <p:cNvSpPr/>
            <p:nvPr/>
          </p:nvSpPr>
          <p:spPr>
            <a:xfrm>
              <a:off x="3718255" y="1139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Straight Connector 92"/>
            <p:cNvSpPr/>
            <p:nvPr/>
          </p:nvSpPr>
          <p:spPr>
            <a:xfrm flipV="1">
              <a:off x="3718255" y="1131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5" name="Picture 94" descr="e1x5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241166" y="937926"/>
            <a:ext cx="920520" cy="403124"/>
          </a:xfrm>
          <a:prstGeom prst="rect">
            <a:avLst/>
          </a:prstGeom>
        </p:spPr>
      </p:pic>
      <p:pic>
        <p:nvPicPr>
          <p:cNvPr id="96" name="Picture 95" descr="e1x1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425394" y="920468"/>
            <a:ext cx="276156" cy="155536"/>
          </a:xfrm>
          <a:prstGeom prst="rect">
            <a:avLst/>
          </a:prstGeom>
        </p:spPr>
      </p:pic>
      <p:pic>
        <p:nvPicPr>
          <p:cNvPr id="97" name="Picture 96" descr="e1x3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765035" y="739538"/>
            <a:ext cx="349162" cy="336466"/>
          </a:xfrm>
          <a:prstGeom prst="rect">
            <a:avLst/>
          </a:prstGeom>
        </p:spPr>
      </p:pic>
      <p:grpSp>
        <p:nvGrpSpPr>
          <p:cNvPr id="101" name="Group 100"/>
          <p:cNvGrpSpPr/>
          <p:nvPr/>
        </p:nvGrpSpPr>
        <p:grpSpPr>
          <a:xfrm>
            <a:off x="1280333" y="1131273"/>
            <a:ext cx="978926" cy="16430"/>
            <a:chOff x="1280333" y="1131273"/>
            <a:chExt cx="978926" cy="16430"/>
          </a:xfrm>
        </p:grpSpPr>
        <p:sp>
          <p:nvSpPr>
            <p:cNvPr id="98" name="Straight Connector 97"/>
            <p:cNvSpPr/>
            <p:nvPr/>
          </p:nvSpPr>
          <p:spPr>
            <a:xfrm>
              <a:off x="1280333" y="1139488"/>
              <a:ext cx="97892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Straight Connector 98"/>
            <p:cNvSpPr/>
            <p:nvPr/>
          </p:nvSpPr>
          <p:spPr>
            <a:xfrm>
              <a:off x="2228598" y="1139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Straight Connector 99"/>
            <p:cNvSpPr/>
            <p:nvPr/>
          </p:nvSpPr>
          <p:spPr>
            <a:xfrm flipV="1">
              <a:off x="2228598" y="1131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2" name="Picture 101" descr="e1x2.jp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77905" y="931577"/>
            <a:ext cx="920520" cy="415821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Route18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744" y="887139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34" y="441162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142269" y="1096357"/>
            <a:ext cx="914172" cy="16430"/>
            <a:chOff x="6142269" y="1096357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6142269" y="110457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7025780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7025780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445" y="880790"/>
            <a:ext cx="920520" cy="447563"/>
          </a:xfrm>
          <a:prstGeom prst="rect">
            <a:avLst/>
          </a:prstGeom>
        </p:spPr>
      </p:pic>
      <p:pic>
        <p:nvPicPr>
          <p:cNvPr id="9" name="Picture 8" descr="e4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8314" y="923642"/>
            <a:ext cx="349162" cy="117445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4647216" y="1096357"/>
            <a:ext cx="571357" cy="16430"/>
            <a:chOff x="4647216" y="1096357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4647216" y="1104572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5187913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5187913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825" y="874442"/>
            <a:ext cx="920520" cy="460260"/>
          </a:xfrm>
          <a:prstGeom prst="rect">
            <a:avLst/>
          </a:prstGeom>
        </p:spPr>
      </p:pic>
      <p:pic>
        <p:nvPicPr>
          <p:cNvPr id="15" name="Picture 14" descr="e2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693" y="879203"/>
            <a:ext cx="349162" cy="161884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3123596" y="1096357"/>
            <a:ext cx="571357" cy="16430"/>
            <a:chOff x="3123596" y="1096357"/>
            <a:chExt cx="571357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3123596" y="1104572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3664293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3664293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1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204" y="833177"/>
            <a:ext cx="920520" cy="542789"/>
          </a:xfrm>
          <a:prstGeom prst="rect">
            <a:avLst/>
          </a:prstGeom>
        </p:spPr>
      </p:pic>
      <p:pic>
        <p:nvPicPr>
          <p:cNvPr id="21" name="Picture 20" descr="e1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5394" y="568131"/>
            <a:ext cx="634841" cy="472957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1285729" y="1096357"/>
            <a:ext cx="914172" cy="16430"/>
            <a:chOff x="1285729" y="1096357"/>
            <a:chExt cx="914172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1285729" y="110457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2169241" y="11045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2169241" y="109635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810958"/>
            <a:ext cx="920520" cy="5872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29" name="Picture 28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36" y="3124956"/>
            <a:ext cx="920520" cy="434866"/>
          </a:xfrm>
          <a:prstGeom prst="rect">
            <a:avLst/>
          </a:prstGeom>
        </p:spPr>
      </p:pic>
      <p:pic>
        <p:nvPicPr>
          <p:cNvPr id="30" name="Picture 29" descr="e6x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5904" y="3193201"/>
            <a:ext cx="349162" cy="85703"/>
          </a:xfrm>
          <a:prstGeom prst="rect">
            <a:avLst/>
          </a:prstGeom>
        </p:spPr>
      </p:pic>
      <p:grpSp>
        <p:nvGrpSpPr>
          <p:cNvPr id="34" name="Group 33"/>
          <p:cNvGrpSpPr/>
          <p:nvPr/>
        </p:nvGrpSpPr>
        <p:grpSpPr>
          <a:xfrm>
            <a:off x="1554807" y="3334174"/>
            <a:ext cx="571357" cy="16430"/>
            <a:chOff x="1554807" y="3334174"/>
            <a:chExt cx="571357" cy="16430"/>
          </a:xfrm>
        </p:grpSpPr>
        <p:sp>
          <p:nvSpPr>
            <p:cNvPr id="31" name="Straight Connector 30"/>
            <p:cNvSpPr/>
            <p:nvPr/>
          </p:nvSpPr>
          <p:spPr>
            <a:xfrm>
              <a:off x="1554807" y="3342389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Straight Connector 31"/>
            <p:cNvSpPr/>
            <p:nvPr/>
          </p:nvSpPr>
          <p:spPr>
            <a:xfrm>
              <a:off x="2095504" y="334238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Straight Connector 32"/>
            <p:cNvSpPr/>
            <p:nvPr/>
          </p:nvSpPr>
          <p:spPr>
            <a:xfrm flipV="1">
              <a:off x="2095504" y="333417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5" name="Picture 34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3118607"/>
            <a:ext cx="920520" cy="447563"/>
          </a:xfrm>
          <a:prstGeom prst="rect">
            <a:avLst/>
          </a:prstGeom>
        </p:spPr>
      </p:pic>
      <p:pic>
        <p:nvPicPr>
          <p:cNvPr id="36" name="Picture 35" descr="e5x2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1233" y="1945737"/>
            <a:ext cx="634841" cy="533267"/>
          </a:xfrm>
          <a:prstGeom prst="rect">
            <a:avLst/>
          </a:prstGeom>
        </p:spPr>
      </p:pic>
      <p:grpSp>
        <p:nvGrpSpPr>
          <p:cNvPr id="40" name="Group 39"/>
          <p:cNvGrpSpPr/>
          <p:nvPr/>
        </p:nvGrpSpPr>
        <p:grpSpPr>
          <a:xfrm>
            <a:off x="7951568" y="2534273"/>
            <a:ext cx="914172" cy="16430"/>
            <a:chOff x="7951568" y="2534273"/>
            <a:chExt cx="914172" cy="16430"/>
          </a:xfrm>
        </p:grpSpPr>
        <p:sp>
          <p:nvSpPr>
            <p:cNvPr id="37" name="Straight Connector 36"/>
            <p:cNvSpPr/>
            <p:nvPr/>
          </p:nvSpPr>
          <p:spPr>
            <a:xfrm>
              <a:off x="7951568" y="2542488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Straight Connector 37"/>
            <p:cNvSpPr/>
            <p:nvPr/>
          </p:nvSpPr>
          <p:spPr>
            <a:xfrm>
              <a:off x="8835079" y="2542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Straight Connector 38"/>
            <p:cNvSpPr/>
            <p:nvPr/>
          </p:nvSpPr>
          <p:spPr>
            <a:xfrm flipV="1">
              <a:off x="8835079" y="2534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1" name="Picture 40" descr="e4x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3744" y="2315533"/>
            <a:ext cx="920520" cy="453911"/>
          </a:xfrm>
          <a:prstGeom prst="rect">
            <a:avLst/>
          </a:prstGeom>
        </p:spPr>
      </p:pic>
      <p:pic>
        <p:nvPicPr>
          <p:cNvPr id="42" name="Picture 41" descr="e4x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1934" y="2012396"/>
            <a:ext cx="634841" cy="466608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6142269" y="2534273"/>
            <a:ext cx="914172" cy="16430"/>
            <a:chOff x="6142269" y="2534273"/>
            <a:chExt cx="914172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6142269" y="2542488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7025780" y="2542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7025780" y="2534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3x4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34445" y="2309184"/>
            <a:ext cx="920520" cy="466608"/>
          </a:xfrm>
          <a:prstGeom prst="rect">
            <a:avLst/>
          </a:prstGeom>
        </p:spPr>
      </p:pic>
      <p:pic>
        <p:nvPicPr>
          <p:cNvPr id="48" name="Picture 47" descr="e3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8314" y="2218719"/>
            <a:ext cx="349162" cy="260285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4647216" y="2534273"/>
            <a:ext cx="571357" cy="16430"/>
            <a:chOff x="4647216" y="2534273"/>
            <a:chExt cx="571357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4647216" y="2542488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5187913" y="2542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5187913" y="2534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825" y="2312358"/>
            <a:ext cx="920520" cy="460260"/>
          </a:xfrm>
          <a:prstGeom prst="rect">
            <a:avLst/>
          </a:prstGeom>
        </p:spPr>
      </p:pic>
      <p:pic>
        <p:nvPicPr>
          <p:cNvPr id="54" name="Picture 53" descr="e2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693" y="2317120"/>
            <a:ext cx="349162" cy="161884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3123596" y="2534273"/>
            <a:ext cx="571357" cy="16430"/>
            <a:chOff x="3123596" y="2534273"/>
            <a:chExt cx="571357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3123596" y="2542488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3664293" y="2542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3664293" y="2534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1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204" y="2271094"/>
            <a:ext cx="920520" cy="542789"/>
          </a:xfrm>
          <a:prstGeom prst="rect">
            <a:avLst/>
          </a:prstGeom>
        </p:spPr>
      </p:pic>
      <p:pic>
        <p:nvPicPr>
          <p:cNvPr id="60" name="Picture 59" descr="e1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5394" y="2006047"/>
            <a:ext cx="634841" cy="472957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1285729" y="2534273"/>
            <a:ext cx="914172" cy="16430"/>
            <a:chOff x="1285729" y="2534273"/>
            <a:chExt cx="914172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1285729" y="2542488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2169241" y="25424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2169241" y="253427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2248874"/>
            <a:ext cx="920520" cy="58722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04874" y="1729841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Route25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4874" y="1729841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68" name="Picture 67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36" y="5362773"/>
            <a:ext cx="920520" cy="434866"/>
          </a:xfrm>
          <a:prstGeom prst="rect">
            <a:avLst/>
          </a:prstGeom>
        </p:spPr>
      </p:pic>
      <p:pic>
        <p:nvPicPr>
          <p:cNvPr id="69" name="Picture 68" descr="e6x2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65904" y="5291353"/>
            <a:ext cx="349162" cy="225368"/>
          </a:xfrm>
          <a:prstGeom prst="rect">
            <a:avLst/>
          </a:prstGeom>
        </p:spPr>
      </p:pic>
      <p:grpSp>
        <p:nvGrpSpPr>
          <p:cNvPr id="73" name="Group 72"/>
          <p:cNvGrpSpPr/>
          <p:nvPr/>
        </p:nvGrpSpPr>
        <p:grpSpPr>
          <a:xfrm>
            <a:off x="1554807" y="5571991"/>
            <a:ext cx="571357" cy="16430"/>
            <a:chOff x="1554807" y="5571991"/>
            <a:chExt cx="571357" cy="16430"/>
          </a:xfrm>
        </p:grpSpPr>
        <p:sp>
          <p:nvSpPr>
            <p:cNvPr id="70" name="Straight Connector 69"/>
            <p:cNvSpPr/>
            <p:nvPr/>
          </p:nvSpPr>
          <p:spPr>
            <a:xfrm>
              <a:off x="1554807" y="5580206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Straight Connector 70"/>
            <p:cNvSpPr/>
            <p:nvPr/>
          </p:nvSpPr>
          <p:spPr>
            <a:xfrm>
              <a:off x="2095504" y="558020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Straight Connector 71"/>
            <p:cNvSpPr/>
            <p:nvPr/>
          </p:nvSpPr>
          <p:spPr>
            <a:xfrm flipV="1">
              <a:off x="2095504" y="557199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4" name="Picture 73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5356425"/>
            <a:ext cx="920520" cy="447563"/>
          </a:xfrm>
          <a:prstGeom prst="rect">
            <a:avLst/>
          </a:prstGeom>
        </p:spPr>
      </p:pic>
      <p:pic>
        <p:nvPicPr>
          <p:cNvPr id="75" name="Picture 74" descr="e5x2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1233" y="4043889"/>
            <a:ext cx="634841" cy="533267"/>
          </a:xfrm>
          <a:prstGeom prst="rect">
            <a:avLst/>
          </a:prstGeom>
        </p:spPr>
      </p:pic>
      <p:grpSp>
        <p:nvGrpSpPr>
          <p:cNvPr id="79" name="Group 78"/>
          <p:cNvGrpSpPr/>
          <p:nvPr/>
        </p:nvGrpSpPr>
        <p:grpSpPr>
          <a:xfrm>
            <a:off x="7951568" y="4632425"/>
            <a:ext cx="914172" cy="16431"/>
            <a:chOff x="7951568" y="4632425"/>
            <a:chExt cx="914172" cy="16431"/>
          </a:xfrm>
        </p:grpSpPr>
        <p:sp>
          <p:nvSpPr>
            <p:cNvPr id="76" name="Straight Connector 75"/>
            <p:cNvSpPr/>
            <p:nvPr/>
          </p:nvSpPr>
          <p:spPr>
            <a:xfrm>
              <a:off x="7951568" y="4640641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Straight Connector 76"/>
            <p:cNvSpPr/>
            <p:nvPr/>
          </p:nvSpPr>
          <p:spPr>
            <a:xfrm>
              <a:off x="8835079" y="464064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Straight Connector 77"/>
            <p:cNvSpPr/>
            <p:nvPr/>
          </p:nvSpPr>
          <p:spPr>
            <a:xfrm flipV="1">
              <a:off x="8835079" y="463242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0" name="Picture 79" descr="e4x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3744" y="4413685"/>
            <a:ext cx="920520" cy="453911"/>
          </a:xfrm>
          <a:prstGeom prst="rect">
            <a:avLst/>
          </a:prstGeom>
        </p:spPr>
      </p:pic>
      <p:pic>
        <p:nvPicPr>
          <p:cNvPr id="81" name="Picture 80" descr="e4x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1934" y="4110548"/>
            <a:ext cx="634841" cy="466608"/>
          </a:xfrm>
          <a:prstGeom prst="rect">
            <a:avLst/>
          </a:prstGeom>
        </p:spPr>
      </p:pic>
      <p:grpSp>
        <p:nvGrpSpPr>
          <p:cNvPr id="85" name="Group 84"/>
          <p:cNvGrpSpPr/>
          <p:nvPr/>
        </p:nvGrpSpPr>
        <p:grpSpPr>
          <a:xfrm>
            <a:off x="6142269" y="4632425"/>
            <a:ext cx="914172" cy="16431"/>
            <a:chOff x="6142269" y="4632425"/>
            <a:chExt cx="914172" cy="16431"/>
          </a:xfrm>
        </p:grpSpPr>
        <p:sp>
          <p:nvSpPr>
            <p:cNvPr id="82" name="Straight Connector 81"/>
            <p:cNvSpPr/>
            <p:nvPr/>
          </p:nvSpPr>
          <p:spPr>
            <a:xfrm>
              <a:off x="6142269" y="4640641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Straight Connector 82"/>
            <p:cNvSpPr/>
            <p:nvPr/>
          </p:nvSpPr>
          <p:spPr>
            <a:xfrm>
              <a:off x="7025780" y="464064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Straight Connector 83"/>
            <p:cNvSpPr/>
            <p:nvPr/>
          </p:nvSpPr>
          <p:spPr>
            <a:xfrm flipV="1">
              <a:off x="7025780" y="463242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6" name="Picture 85" descr="e3x4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34445" y="4407336"/>
            <a:ext cx="920520" cy="466608"/>
          </a:xfrm>
          <a:prstGeom prst="rect">
            <a:avLst/>
          </a:prstGeom>
        </p:spPr>
      </p:pic>
      <p:pic>
        <p:nvPicPr>
          <p:cNvPr id="87" name="Picture 86" descr="e3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8314" y="4316871"/>
            <a:ext cx="349162" cy="260285"/>
          </a:xfrm>
          <a:prstGeom prst="rect">
            <a:avLst/>
          </a:prstGeom>
        </p:spPr>
      </p:pic>
      <p:grpSp>
        <p:nvGrpSpPr>
          <p:cNvPr id="91" name="Group 90"/>
          <p:cNvGrpSpPr/>
          <p:nvPr/>
        </p:nvGrpSpPr>
        <p:grpSpPr>
          <a:xfrm>
            <a:off x="4647216" y="4632425"/>
            <a:ext cx="571357" cy="16431"/>
            <a:chOff x="4647216" y="4632425"/>
            <a:chExt cx="571357" cy="16431"/>
          </a:xfrm>
        </p:grpSpPr>
        <p:sp>
          <p:nvSpPr>
            <p:cNvPr id="88" name="Straight Connector 87"/>
            <p:cNvSpPr/>
            <p:nvPr/>
          </p:nvSpPr>
          <p:spPr>
            <a:xfrm>
              <a:off x="4647216" y="4640641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Straight Connector 88"/>
            <p:cNvSpPr/>
            <p:nvPr/>
          </p:nvSpPr>
          <p:spPr>
            <a:xfrm>
              <a:off x="5187913" y="464064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Straight Connector 89"/>
            <p:cNvSpPr/>
            <p:nvPr/>
          </p:nvSpPr>
          <p:spPr>
            <a:xfrm flipV="1">
              <a:off x="5187913" y="463242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2" name="Picture 91" descr="e2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0825" y="4410510"/>
            <a:ext cx="920520" cy="460260"/>
          </a:xfrm>
          <a:prstGeom prst="rect">
            <a:avLst/>
          </a:prstGeom>
        </p:spPr>
      </p:pic>
      <p:pic>
        <p:nvPicPr>
          <p:cNvPr id="93" name="Picture 92" descr="e2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4693" y="4415272"/>
            <a:ext cx="349162" cy="161884"/>
          </a:xfrm>
          <a:prstGeom prst="rect">
            <a:avLst/>
          </a:prstGeom>
        </p:spPr>
      </p:pic>
      <p:grpSp>
        <p:nvGrpSpPr>
          <p:cNvPr id="97" name="Group 96"/>
          <p:cNvGrpSpPr/>
          <p:nvPr/>
        </p:nvGrpSpPr>
        <p:grpSpPr>
          <a:xfrm>
            <a:off x="3123596" y="4632425"/>
            <a:ext cx="571357" cy="16431"/>
            <a:chOff x="3123596" y="4632425"/>
            <a:chExt cx="571357" cy="16431"/>
          </a:xfrm>
        </p:grpSpPr>
        <p:sp>
          <p:nvSpPr>
            <p:cNvPr id="94" name="Straight Connector 93"/>
            <p:cNvSpPr/>
            <p:nvPr/>
          </p:nvSpPr>
          <p:spPr>
            <a:xfrm>
              <a:off x="3123596" y="4640641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Straight Connector 94"/>
            <p:cNvSpPr/>
            <p:nvPr/>
          </p:nvSpPr>
          <p:spPr>
            <a:xfrm>
              <a:off x="3664293" y="464064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Straight Connector 95"/>
            <p:cNvSpPr/>
            <p:nvPr/>
          </p:nvSpPr>
          <p:spPr>
            <a:xfrm flipV="1">
              <a:off x="3664293" y="463242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8" name="Picture 97" descr="e1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204" y="4369246"/>
            <a:ext cx="920520" cy="542789"/>
          </a:xfrm>
          <a:prstGeom prst="rect">
            <a:avLst/>
          </a:prstGeom>
        </p:spPr>
      </p:pic>
      <p:pic>
        <p:nvPicPr>
          <p:cNvPr id="99" name="Picture 98" descr="e1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5394" y="4104199"/>
            <a:ext cx="634841" cy="472957"/>
          </a:xfrm>
          <a:prstGeom prst="rect">
            <a:avLst/>
          </a:prstGeom>
        </p:spPr>
      </p:pic>
      <p:grpSp>
        <p:nvGrpSpPr>
          <p:cNvPr id="103" name="Group 102"/>
          <p:cNvGrpSpPr/>
          <p:nvPr/>
        </p:nvGrpSpPr>
        <p:grpSpPr>
          <a:xfrm>
            <a:off x="1285729" y="4632425"/>
            <a:ext cx="914172" cy="16431"/>
            <a:chOff x="1285729" y="4632425"/>
            <a:chExt cx="914172" cy="16431"/>
          </a:xfrm>
        </p:grpSpPr>
        <p:sp>
          <p:nvSpPr>
            <p:cNvPr id="100" name="Straight Connector 99"/>
            <p:cNvSpPr/>
            <p:nvPr/>
          </p:nvSpPr>
          <p:spPr>
            <a:xfrm>
              <a:off x="1285729" y="4640641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traight Connector 100"/>
            <p:cNvSpPr/>
            <p:nvPr/>
          </p:nvSpPr>
          <p:spPr>
            <a:xfrm>
              <a:off x="2169241" y="464064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traight Connector 101"/>
            <p:cNvSpPr/>
            <p:nvPr/>
          </p:nvSpPr>
          <p:spPr>
            <a:xfrm flipV="1">
              <a:off x="2169241" y="463242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4" name="Picture 103" descr="e1x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05" y="4347026"/>
            <a:ext cx="920520" cy="58722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504874" y="3827993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04874" y="3827993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13460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8862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343821"/>
            <a:ext cx="914172" cy="16430"/>
            <a:chOff x="1526239" y="234382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3520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3520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3438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128254"/>
            <a:ext cx="920520" cy="447563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441162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51568" y="1029698"/>
            <a:ext cx="914172" cy="16430"/>
            <a:chOff x="7951568" y="1029698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51568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835079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835079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810958"/>
            <a:ext cx="920520" cy="453911"/>
          </a:xfrm>
          <a:prstGeom prst="rect">
            <a:avLst/>
          </a:prstGeom>
        </p:spPr>
      </p:pic>
      <p:pic>
        <p:nvPicPr>
          <p:cNvPr id="15" name="Picture 14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50782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1029698"/>
            <a:ext cx="914172" cy="16430"/>
            <a:chOff x="6142269" y="102969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804609"/>
            <a:ext cx="920520" cy="466608"/>
          </a:xfrm>
          <a:prstGeom prst="rect">
            <a:avLst/>
          </a:prstGeom>
        </p:spPr>
      </p:pic>
      <p:pic>
        <p:nvPicPr>
          <p:cNvPr id="21" name="Picture 20" descr="e2x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812545"/>
            <a:ext cx="349162" cy="161884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1029698"/>
            <a:ext cx="571357" cy="16430"/>
            <a:chOff x="4647216" y="102969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72867"/>
            <a:ext cx="920520" cy="530092"/>
          </a:xfrm>
          <a:prstGeom prst="rect">
            <a:avLst/>
          </a:prstGeom>
        </p:spPr>
      </p:pic>
      <p:pic>
        <p:nvPicPr>
          <p:cNvPr id="27" name="Picture 26" descr="e3x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14144"/>
            <a:ext cx="349162" cy="260285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1029698"/>
            <a:ext cx="571357" cy="16430"/>
            <a:chOff x="3123596" y="102969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6651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50147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1029698"/>
            <a:ext cx="914172" cy="16430"/>
            <a:chOff x="1285729" y="102969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74429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009" y="4756499"/>
            <a:ext cx="920520" cy="434866"/>
          </a:xfrm>
          <a:prstGeom prst="rect">
            <a:avLst/>
          </a:prstGeom>
        </p:spPr>
      </p:pic>
      <p:pic>
        <p:nvPicPr>
          <p:cNvPr id="42" name="Picture 41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199" y="4310523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2351533" y="4965717"/>
            <a:ext cx="914172" cy="16431"/>
            <a:chOff x="2351533" y="4965717"/>
            <a:chExt cx="914172" cy="16431"/>
          </a:xfrm>
        </p:grpSpPr>
        <p:sp>
          <p:nvSpPr>
            <p:cNvPr id="43" name="Straight Connector 42"/>
            <p:cNvSpPr/>
            <p:nvPr/>
          </p:nvSpPr>
          <p:spPr>
            <a:xfrm>
              <a:off x="2351533" y="497393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3235045" y="497393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3235045" y="496571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710" y="4750151"/>
            <a:ext cx="920520" cy="447563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00" y="4377181"/>
            <a:ext cx="634841" cy="53326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542234" y="4965717"/>
            <a:ext cx="914172" cy="16431"/>
            <a:chOff x="542234" y="4965717"/>
            <a:chExt cx="914172" cy="16431"/>
          </a:xfrm>
        </p:grpSpPr>
        <p:sp>
          <p:nvSpPr>
            <p:cNvPr id="49" name="Straight Connector 48"/>
            <p:cNvSpPr/>
            <p:nvPr/>
          </p:nvSpPr>
          <p:spPr>
            <a:xfrm>
              <a:off x="542234" y="497393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1425746" y="497393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1425746" y="496571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9423" y="3432854"/>
            <a:ext cx="920520" cy="453911"/>
          </a:xfrm>
          <a:prstGeom prst="rect">
            <a:avLst/>
          </a:prstGeom>
        </p:spPr>
      </p:pic>
      <p:pic>
        <p:nvPicPr>
          <p:cNvPr id="54" name="Picture 53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7613" y="3129717"/>
            <a:ext cx="634841" cy="466608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427948" y="3651595"/>
            <a:ext cx="914172" cy="16430"/>
            <a:chOff x="6427948" y="3651595"/>
            <a:chExt cx="91417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427948" y="365981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7311459" y="365981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7311459" y="365159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0124" y="3426506"/>
            <a:ext cx="920520" cy="466608"/>
          </a:xfrm>
          <a:prstGeom prst="rect">
            <a:avLst/>
          </a:prstGeom>
        </p:spPr>
      </p:pic>
      <p:pic>
        <p:nvPicPr>
          <p:cNvPr id="60" name="Picture 59" descr="e2x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3992" y="3434441"/>
            <a:ext cx="349162" cy="161884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932895" y="3651595"/>
            <a:ext cx="571357" cy="16430"/>
            <a:chOff x="4932895" y="3651595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932895" y="3659810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473592" y="365981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473592" y="365159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6503" y="3394764"/>
            <a:ext cx="920520" cy="530092"/>
          </a:xfrm>
          <a:prstGeom prst="rect">
            <a:avLst/>
          </a:prstGeom>
        </p:spPr>
      </p:pic>
      <p:pic>
        <p:nvPicPr>
          <p:cNvPr id="66" name="Picture 65" descr="e2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34693" y="3053536"/>
            <a:ext cx="634841" cy="542789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095028" y="3651595"/>
            <a:ext cx="914172" cy="16430"/>
            <a:chOff x="3095028" y="3651595"/>
            <a:chExt cx="914172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095028" y="365981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978540" y="365981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978540" y="365159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388415"/>
            <a:ext cx="920520" cy="542789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123369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651595"/>
            <a:ext cx="914172" cy="16430"/>
            <a:chOff x="1285729" y="3651595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65981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65981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65159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366196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837640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Route28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837640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13460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8862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343821"/>
            <a:ext cx="914172" cy="16430"/>
            <a:chOff x="1526239" y="234382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3520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3520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3438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128254"/>
            <a:ext cx="920520" cy="447563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441162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51568" y="1029698"/>
            <a:ext cx="914172" cy="16430"/>
            <a:chOff x="7951568" y="1029698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51568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835079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835079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810958"/>
            <a:ext cx="920520" cy="453911"/>
          </a:xfrm>
          <a:prstGeom prst="rect">
            <a:avLst/>
          </a:prstGeom>
        </p:spPr>
      </p:pic>
      <p:pic>
        <p:nvPicPr>
          <p:cNvPr id="15" name="Picture 14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50782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1029698"/>
            <a:ext cx="914172" cy="16430"/>
            <a:chOff x="6142269" y="102969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804609"/>
            <a:ext cx="920520" cy="466608"/>
          </a:xfrm>
          <a:prstGeom prst="rect">
            <a:avLst/>
          </a:prstGeom>
        </p:spPr>
      </p:pic>
      <p:pic>
        <p:nvPicPr>
          <p:cNvPr id="21" name="Picture 20" descr="e2x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812545"/>
            <a:ext cx="349162" cy="161884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1029698"/>
            <a:ext cx="571357" cy="16430"/>
            <a:chOff x="4647216" y="102969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72867"/>
            <a:ext cx="920520" cy="530092"/>
          </a:xfrm>
          <a:prstGeom prst="rect">
            <a:avLst/>
          </a:prstGeom>
        </p:spPr>
      </p:pic>
      <p:pic>
        <p:nvPicPr>
          <p:cNvPr id="27" name="Picture 26" descr="e3x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660183"/>
            <a:ext cx="349162" cy="314246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1029698"/>
            <a:ext cx="571357" cy="16430"/>
            <a:chOff x="3123596" y="102969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6651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50147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1029698"/>
            <a:ext cx="914172" cy="16430"/>
            <a:chOff x="1285729" y="102969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74429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Route29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746977"/>
            <a:ext cx="920520" cy="434866"/>
          </a:xfrm>
          <a:prstGeom prst="rect">
            <a:avLst/>
          </a:prstGeom>
        </p:spPr>
      </p:pic>
      <p:pic>
        <p:nvPicPr>
          <p:cNvPr id="42" name="Picture 41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301000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4956195"/>
            <a:ext cx="914172" cy="16430"/>
            <a:chOff x="1526239" y="4956195"/>
            <a:chExt cx="914172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496441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496441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495619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740628"/>
            <a:ext cx="920520" cy="447563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4885" y="3053536"/>
            <a:ext cx="634841" cy="53326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945219" y="3642072"/>
            <a:ext cx="914172" cy="16430"/>
            <a:chOff x="7945219" y="3642072"/>
            <a:chExt cx="914172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945219" y="365028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828731" y="365028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828731" y="36420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7396" y="3423331"/>
            <a:ext cx="920520" cy="453911"/>
          </a:xfrm>
          <a:prstGeom prst="rect">
            <a:avLst/>
          </a:prstGeom>
        </p:spPr>
      </p:pic>
      <p:pic>
        <p:nvPicPr>
          <p:cNvPr id="54" name="Picture 53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5585" y="3120195"/>
            <a:ext cx="634841" cy="466608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35920" y="3642072"/>
            <a:ext cx="914172" cy="16430"/>
            <a:chOff x="6135920" y="3642072"/>
            <a:chExt cx="91417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35920" y="365028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7019432" y="365028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7019432" y="36420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28097" y="3416983"/>
            <a:ext cx="920520" cy="466608"/>
          </a:xfrm>
          <a:prstGeom prst="rect">
            <a:avLst/>
          </a:prstGeom>
        </p:spPr>
      </p:pic>
      <p:pic>
        <p:nvPicPr>
          <p:cNvPr id="60" name="Picture 59" descr="e2x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1965" y="3424919"/>
            <a:ext cx="349162" cy="161884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0868" y="3642072"/>
            <a:ext cx="571357" cy="16430"/>
            <a:chOff x="4640868" y="3642072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0868" y="365028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1565" y="365028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1565" y="36420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4476" y="3385241"/>
            <a:ext cx="920520" cy="530092"/>
          </a:xfrm>
          <a:prstGeom prst="rect">
            <a:avLst/>
          </a:prstGeom>
        </p:spPr>
      </p:pic>
      <p:pic>
        <p:nvPicPr>
          <p:cNvPr id="66" name="Picture 65" descr="e2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34693" y="3237640"/>
            <a:ext cx="342814" cy="349162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4231" y="3642072"/>
            <a:ext cx="563739" cy="16430"/>
            <a:chOff x="3124231" y="3642072"/>
            <a:chExt cx="563739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4231" y="3650287"/>
              <a:ext cx="563739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57310" y="365028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57310" y="36420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378893"/>
            <a:ext cx="920520" cy="542789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113846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642072"/>
            <a:ext cx="914172" cy="16430"/>
            <a:chOff x="1285729" y="3642072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65028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65028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64207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356673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837640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837640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7429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67944"/>
            <a:ext cx="920520" cy="447563"/>
          </a:xfrm>
          <a:prstGeom prst="rect">
            <a:avLst/>
          </a:prstGeom>
        </p:spPr>
      </p:pic>
      <p:pic>
        <p:nvPicPr>
          <p:cNvPr id="9" name="Picture 8" descr="e5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752235"/>
            <a:ext cx="199975" cy="16188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95054" y="969388"/>
            <a:ext cx="392332" cy="16430"/>
            <a:chOff x="7995054" y="969388"/>
            <a:chExt cx="39233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95054" y="977603"/>
              <a:ext cx="39233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356726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356726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750648"/>
            <a:ext cx="920520" cy="453911"/>
          </a:xfrm>
          <a:prstGeom prst="rect">
            <a:avLst/>
          </a:prstGeom>
        </p:spPr>
      </p:pic>
      <p:pic>
        <p:nvPicPr>
          <p:cNvPr id="15" name="Picture 14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44751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969388"/>
            <a:ext cx="914172" cy="16430"/>
            <a:chOff x="6142269" y="96938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4299"/>
            <a:ext cx="920520" cy="466608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653834"/>
            <a:ext cx="349162" cy="26028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4747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0620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686667"/>
            <a:ext cx="920520" cy="434866"/>
          </a:xfrm>
          <a:prstGeom prst="rect">
            <a:avLst/>
          </a:prstGeom>
        </p:spPr>
      </p:pic>
      <p:pic>
        <p:nvPicPr>
          <p:cNvPr id="42" name="Picture 41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240690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4895885"/>
            <a:ext cx="914172" cy="16430"/>
            <a:chOff x="1526239" y="4895885"/>
            <a:chExt cx="914172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490410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490410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489588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680318"/>
            <a:ext cx="920520" cy="447563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94457" y="2993226"/>
            <a:ext cx="634841" cy="53326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554792" y="3581762"/>
            <a:ext cx="914172" cy="16430"/>
            <a:chOff x="7554792" y="3581762"/>
            <a:chExt cx="914172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554792" y="358997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438303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438303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6968" y="3363021"/>
            <a:ext cx="920520" cy="453911"/>
          </a:xfrm>
          <a:prstGeom prst="rect">
            <a:avLst/>
          </a:prstGeom>
        </p:spPr>
      </p:pic>
      <p:pic>
        <p:nvPicPr>
          <p:cNvPr id="54" name="Picture 53" descr="e4x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70837" y="3409048"/>
            <a:ext cx="349162" cy="117445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059739" y="3581762"/>
            <a:ext cx="571357" cy="16430"/>
            <a:chOff x="6059739" y="3581762"/>
            <a:chExt cx="571357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059739" y="358997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6600436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6600436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3348" y="3356673"/>
            <a:ext cx="920520" cy="466608"/>
          </a:xfrm>
          <a:prstGeom prst="rect">
            <a:avLst/>
          </a:prstGeom>
        </p:spPr>
      </p:pic>
      <p:pic>
        <p:nvPicPr>
          <p:cNvPr id="60" name="Picture 59" descr="e4x1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58314" y="3364609"/>
            <a:ext cx="238065" cy="161884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58326" y="3581762"/>
            <a:ext cx="438040" cy="16430"/>
            <a:chOff x="4658326" y="3581762"/>
            <a:chExt cx="438040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58326" y="3589977"/>
              <a:ext cx="43804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065706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065706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359847"/>
            <a:ext cx="920520" cy="460260"/>
          </a:xfrm>
          <a:prstGeom prst="rect">
            <a:avLst/>
          </a:prstGeom>
        </p:spPr>
      </p:pic>
      <p:pic>
        <p:nvPicPr>
          <p:cNvPr id="66" name="Picture 65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364609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581762"/>
            <a:ext cx="571357" cy="16430"/>
            <a:chOff x="3123596" y="3581762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58997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318583"/>
            <a:ext cx="920520" cy="542789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053536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581762"/>
            <a:ext cx="914172" cy="16430"/>
            <a:chOff x="1285729" y="3581762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58997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296363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13460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8862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343821"/>
            <a:ext cx="914172" cy="16430"/>
            <a:chOff x="1526239" y="234382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3520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3520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3438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128254"/>
            <a:ext cx="920520" cy="447563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201" y="441162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8078536" y="1029698"/>
            <a:ext cx="914172" cy="16430"/>
            <a:chOff x="8078536" y="1029698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8078536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962048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962048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712" y="810958"/>
            <a:ext cx="920520" cy="453911"/>
          </a:xfrm>
          <a:prstGeom prst="rect">
            <a:avLst/>
          </a:prstGeom>
        </p:spPr>
      </p:pic>
      <p:pic>
        <p:nvPicPr>
          <p:cNvPr id="15" name="Picture 14" descr="e4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856984"/>
            <a:ext cx="349162" cy="117445"/>
          </a:xfrm>
          <a:prstGeom prst="rect">
            <a:avLst/>
          </a:prstGeom>
        </p:spPr>
      </p:pic>
      <p:pic>
        <p:nvPicPr>
          <p:cNvPr id="16" name="Picture 15" descr="e4x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4581" y="657008"/>
            <a:ext cx="349162" cy="31742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6129572" y="1029698"/>
            <a:ext cx="1066534" cy="16430"/>
            <a:chOff x="6129572" y="1029698"/>
            <a:chExt cx="1066534" cy="16430"/>
          </a:xfrm>
        </p:grpSpPr>
        <p:sp>
          <p:nvSpPr>
            <p:cNvPr id="17" name="Straight Connector 16"/>
            <p:cNvSpPr/>
            <p:nvPr/>
          </p:nvSpPr>
          <p:spPr>
            <a:xfrm>
              <a:off x="6129572" y="1037913"/>
              <a:ext cx="1066534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>
              <a:off x="7165446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7165446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1" name="Picture 20" descr="e3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4445" y="804609"/>
            <a:ext cx="920520" cy="466608"/>
          </a:xfrm>
          <a:prstGeom prst="rect">
            <a:avLst/>
          </a:prstGeom>
        </p:spPr>
      </p:pic>
      <p:pic>
        <p:nvPicPr>
          <p:cNvPr id="22" name="Picture 21" descr="e3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8314" y="660183"/>
            <a:ext cx="349162" cy="314246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4647216" y="1029698"/>
            <a:ext cx="571357" cy="16430"/>
            <a:chOff x="4647216" y="1029698"/>
            <a:chExt cx="571357" cy="16430"/>
          </a:xfrm>
        </p:grpSpPr>
        <p:sp>
          <p:nvSpPr>
            <p:cNvPr id="23" name="Straight Connector 22"/>
            <p:cNvSpPr/>
            <p:nvPr/>
          </p:nvSpPr>
          <p:spPr>
            <a:xfrm>
              <a:off x="464721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>
              <a:off x="518791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518791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7" name="Picture 26" descr="e2x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0825" y="807783"/>
            <a:ext cx="920520" cy="460260"/>
          </a:xfrm>
          <a:prstGeom prst="rect">
            <a:avLst/>
          </a:prstGeom>
        </p:spPr>
      </p:pic>
      <p:pic>
        <p:nvPicPr>
          <p:cNvPr id="28" name="Picture 27" descr="e2x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4693" y="812545"/>
            <a:ext cx="349162" cy="161884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3123596" y="1029698"/>
            <a:ext cx="571357" cy="16430"/>
            <a:chOff x="3123596" y="1029698"/>
            <a:chExt cx="571357" cy="16430"/>
          </a:xfrm>
        </p:grpSpPr>
        <p:sp>
          <p:nvSpPr>
            <p:cNvPr id="29" name="Straight Connector 28"/>
            <p:cNvSpPr/>
            <p:nvPr/>
          </p:nvSpPr>
          <p:spPr>
            <a:xfrm>
              <a:off x="312359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>
              <a:off x="366429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Straight Connector 30"/>
            <p:cNvSpPr/>
            <p:nvPr/>
          </p:nvSpPr>
          <p:spPr>
            <a:xfrm flipV="1">
              <a:off x="366429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3" name="Picture 32" descr="e1x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7204" y="766519"/>
            <a:ext cx="920520" cy="542789"/>
          </a:xfrm>
          <a:prstGeom prst="rect">
            <a:avLst/>
          </a:prstGeom>
        </p:spPr>
      </p:pic>
      <p:pic>
        <p:nvPicPr>
          <p:cNvPr id="34" name="Picture 33" descr="e1x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5394" y="501472"/>
            <a:ext cx="634841" cy="472957"/>
          </a:xfrm>
          <a:prstGeom prst="rect">
            <a:avLst/>
          </a:prstGeom>
        </p:spPr>
      </p:pic>
      <p:grpSp>
        <p:nvGrpSpPr>
          <p:cNvPr id="38" name="Group 37"/>
          <p:cNvGrpSpPr/>
          <p:nvPr/>
        </p:nvGrpSpPr>
        <p:grpSpPr>
          <a:xfrm>
            <a:off x="1285729" y="1029698"/>
            <a:ext cx="914172" cy="16430"/>
            <a:chOff x="1285729" y="1029698"/>
            <a:chExt cx="914172" cy="16430"/>
          </a:xfrm>
        </p:grpSpPr>
        <p:sp>
          <p:nvSpPr>
            <p:cNvPr id="35" name="Straight Connector 34"/>
            <p:cNvSpPr/>
            <p:nvPr/>
          </p:nvSpPr>
          <p:spPr>
            <a:xfrm>
              <a:off x="128572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>
              <a:off x="216924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Straight Connector 36"/>
            <p:cNvSpPr/>
            <p:nvPr/>
          </p:nvSpPr>
          <p:spPr>
            <a:xfrm flipV="1">
              <a:off x="216924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9" name="Picture 38" descr="e1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7905" y="744299"/>
            <a:ext cx="920520" cy="5872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2" name="Picture 4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423" y="3499512"/>
            <a:ext cx="920520" cy="434866"/>
          </a:xfrm>
          <a:prstGeom prst="rect">
            <a:avLst/>
          </a:prstGeom>
        </p:spPr>
      </p:pic>
      <p:pic>
        <p:nvPicPr>
          <p:cNvPr id="43" name="Picture 4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613" y="3053536"/>
            <a:ext cx="634841" cy="599925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6427948" y="3708731"/>
            <a:ext cx="914172" cy="16430"/>
            <a:chOff x="6427948" y="3708731"/>
            <a:chExt cx="914172" cy="16430"/>
          </a:xfrm>
        </p:grpSpPr>
        <p:sp>
          <p:nvSpPr>
            <p:cNvPr id="44" name="Straight Connector 43"/>
            <p:cNvSpPr/>
            <p:nvPr/>
          </p:nvSpPr>
          <p:spPr>
            <a:xfrm>
              <a:off x="6427948" y="371694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>
              <a:off x="7311459" y="371694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Straight Connector 45"/>
            <p:cNvSpPr/>
            <p:nvPr/>
          </p:nvSpPr>
          <p:spPr>
            <a:xfrm flipV="1">
              <a:off x="7311459" y="3708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8" name="Picture 4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124" y="3493164"/>
            <a:ext cx="920520" cy="447563"/>
          </a:xfrm>
          <a:prstGeom prst="rect">
            <a:avLst/>
          </a:prstGeom>
        </p:spPr>
      </p:pic>
      <p:pic>
        <p:nvPicPr>
          <p:cNvPr id="49" name="Picture 48" descr="e4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8314" y="3186853"/>
            <a:ext cx="634841" cy="466608"/>
          </a:xfrm>
          <a:prstGeom prst="rect">
            <a:avLst/>
          </a:prstGeom>
        </p:spPr>
      </p:pic>
      <p:grpSp>
        <p:nvGrpSpPr>
          <p:cNvPr id="53" name="Group 52"/>
          <p:cNvGrpSpPr/>
          <p:nvPr/>
        </p:nvGrpSpPr>
        <p:grpSpPr>
          <a:xfrm>
            <a:off x="4618648" y="3708731"/>
            <a:ext cx="914172" cy="16430"/>
            <a:chOff x="4618648" y="3708731"/>
            <a:chExt cx="914172" cy="16430"/>
          </a:xfrm>
        </p:grpSpPr>
        <p:sp>
          <p:nvSpPr>
            <p:cNvPr id="50" name="Straight Connector 49"/>
            <p:cNvSpPr/>
            <p:nvPr/>
          </p:nvSpPr>
          <p:spPr>
            <a:xfrm>
              <a:off x="4618648" y="371694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>
              <a:off x="5502160" y="371694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Straight Connector 51"/>
            <p:cNvSpPr/>
            <p:nvPr/>
          </p:nvSpPr>
          <p:spPr>
            <a:xfrm flipV="1">
              <a:off x="5502160" y="3708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4" name="Picture 53" descr="e2x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0825" y="3486816"/>
            <a:ext cx="920520" cy="460260"/>
          </a:xfrm>
          <a:prstGeom prst="rect">
            <a:avLst/>
          </a:prstGeom>
        </p:spPr>
      </p:pic>
      <p:pic>
        <p:nvPicPr>
          <p:cNvPr id="55" name="Picture 54" descr="e2x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4693" y="3491577"/>
            <a:ext cx="349162" cy="161884"/>
          </a:xfrm>
          <a:prstGeom prst="rect">
            <a:avLst/>
          </a:prstGeom>
        </p:spPr>
      </p:pic>
      <p:grpSp>
        <p:nvGrpSpPr>
          <p:cNvPr id="59" name="Group 58"/>
          <p:cNvGrpSpPr/>
          <p:nvPr/>
        </p:nvGrpSpPr>
        <p:grpSpPr>
          <a:xfrm>
            <a:off x="3123596" y="3708731"/>
            <a:ext cx="571357" cy="16430"/>
            <a:chOff x="3123596" y="3708731"/>
            <a:chExt cx="571357" cy="16430"/>
          </a:xfrm>
        </p:grpSpPr>
        <p:sp>
          <p:nvSpPr>
            <p:cNvPr id="56" name="Straight Connector 55"/>
            <p:cNvSpPr/>
            <p:nvPr/>
          </p:nvSpPr>
          <p:spPr>
            <a:xfrm>
              <a:off x="3123596" y="3716946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>
              <a:off x="3664293" y="371694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Straight Connector 57"/>
            <p:cNvSpPr/>
            <p:nvPr/>
          </p:nvSpPr>
          <p:spPr>
            <a:xfrm flipV="1">
              <a:off x="3664293" y="3708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0" name="Picture 59" descr="e1x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7204" y="3445551"/>
            <a:ext cx="920520" cy="542789"/>
          </a:xfrm>
          <a:prstGeom prst="rect">
            <a:avLst/>
          </a:prstGeom>
        </p:spPr>
      </p:pic>
      <p:pic>
        <p:nvPicPr>
          <p:cNvPr id="61" name="Picture 60" descr="e1x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5394" y="3180504"/>
            <a:ext cx="634841" cy="472957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1285729" y="3708731"/>
            <a:ext cx="914172" cy="16430"/>
            <a:chOff x="1285729" y="3708731"/>
            <a:chExt cx="914172" cy="16430"/>
          </a:xfrm>
        </p:grpSpPr>
        <p:sp>
          <p:nvSpPr>
            <p:cNvPr id="62" name="Straight Connector 61"/>
            <p:cNvSpPr/>
            <p:nvPr/>
          </p:nvSpPr>
          <p:spPr>
            <a:xfrm>
              <a:off x="1285729" y="371694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>
              <a:off x="2169241" y="371694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Straight Connector 63"/>
            <p:cNvSpPr/>
            <p:nvPr/>
          </p:nvSpPr>
          <p:spPr>
            <a:xfrm flipV="1">
              <a:off x="2169241" y="3708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6" name="Picture 65" descr="e1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7905" y="3423331"/>
            <a:ext cx="920520" cy="58722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04874" y="2837640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4874" y="2837640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69" name="Picture 68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36" y="5750027"/>
            <a:ext cx="920520" cy="434866"/>
          </a:xfrm>
          <a:prstGeom prst="rect">
            <a:avLst/>
          </a:prstGeom>
        </p:spPr>
      </p:pic>
      <p:pic>
        <p:nvPicPr>
          <p:cNvPr id="70" name="Picture 69" descr="e6x1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65904" y="5805575"/>
            <a:ext cx="349162" cy="98400"/>
          </a:xfrm>
          <a:prstGeom prst="rect">
            <a:avLst/>
          </a:prstGeom>
        </p:spPr>
      </p:pic>
      <p:grpSp>
        <p:nvGrpSpPr>
          <p:cNvPr id="74" name="Group 73"/>
          <p:cNvGrpSpPr/>
          <p:nvPr/>
        </p:nvGrpSpPr>
        <p:grpSpPr>
          <a:xfrm>
            <a:off x="1554807" y="5959245"/>
            <a:ext cx="571357" cy="16430"/>
            <a:chOff x="1554807" y="5959245"/>
            <a:chExt cx="571357" cy="16430"/>
          </a:xfrm>
        </p:grpSpPr>
        <p:sp>
          <p:nvSpPr>
            <p:cNvPr id="71" name="Straight Connector 70"/>
            <p:cNvSpPr/>
            <p:nvPr/>
          </p:nvSpPr>
          <p:spPr>
            <a:xfrm>
              <a:off x="1554807" y="5967460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Straight Connector 71"/>
            <p:cNvSpPr/>
            <p:nvPr/>
          </p:nvSpPr>
          <p:spPr>
            <a:xfrm>
              <a:off x="2095504" y="596746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Straight Connector 72"/>
            <p:cNvSpPr/>
            <p:nvPr/>
          </p:nvSpPr>
          <p:spPr>
            <a:xfrm flipV="1">
              <a:off x="2095504" y="595924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5" name="Picture 74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5743678"/>
            <a:ext cx="920520" cy="447563"/>
          </a:xfrm>
          <a:prstGeom prst="rect">
            <a:avLst/>
          </a:prstGeom>
        </p:spPr>
      </p:pic>
      <p:pic>
        <p:nvPicPr>
          <p:cNvPr id="76" name="Picture 75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4558111"/>
            <a:ext cx="634841" cy="533267"/>
          </a:xfrm>
          <a:prstGeom prst="rect">
            <a:avLst/>
          </a:prstGeom>
        </p:spPr>
      </p:pic>
      <p:grpSp>
        <p:nvGrpSpPr>
          <p:cNvPr id="80" name="Group 79"/>
          <p:cNvGrpSpPr/>
          <p:nvPr/>
        </p:nvGrpSpPr>
        <p:grpSpPr>
          <a:xfrm>
            <a:off x="7951568" y="5146647"/>
            <a:ext cx="914172" cy="16430"/>
            <a:chOff x="7951568" y="5146647"/>
            <a:chExt cx="914172" cy="16430"/>
          </a:xfrm>
        </p:grpSpPr>
        <p:sp>
          <p:nvSpPr>
            <p:cNvPr id="77" name="Straight Connector 76"/>
            <p:cNvSpPr/>
            <p:nvPr/>
          </p:nvSpPr>
          <p:spPr>
            <a:xfrm>
              <a:off x="7951568" y="515486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Straight Connector 77"/>
            <p:cNvSpPr/>
            <p:nvPr/>
          </p:nvSpPr>
          <p:spPr>
            <a:xfrm>
              <a:off x="8835079" y="51548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Straight Connector 78"/>
            <p:cNvSpPr/>
            <p:nvPr/>
          </p:nvSpPr>
          <p:spPr>
            <a:xfrm flipV="1">
              <a:off x="8835079" y="514664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1" name="Picture 80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4927906"/>
            <a:ext cx="920520" cy="453911"/>
          </a:xfrm>
          <a:prstGeom prst="rect">
            <a:avLst/>
          </a:prstGeom>
        </p:spPr>
      </p:pic>
      <p:pic>
        <p:nvPicPr>
          <p:cNvPr id="82" name="Picture 81" descr="e4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1934" y="4624770"/>
            <a:ext cx="634841" cy="466608"/>
          </a:xfrm>
          <a:prstGeom prst="rect">
            <a:avLst/>
          </a:prstGeom>
        </p:spPr>
      </p:pic>
      <p:grpSp>
        <p:nvGrpSpPr>
          <p:cNvPr id="86" name="Group 85"/>
          <p:cNvGrpSpPr/>
          <p:nvPr/>
        </p:nvGrpSpPr>
        <p:grpSpPr>
          <a:xfrm>
            <a:off x="6142269" y="5146647"/>
            <a:ext cx="914172" cy="16430"/>
            <a:chOff x="6142269" y="5146647"/>
            <a:chExt cx="914172" cy="16430"/>
          </a:xfrm>
        </p:grpSpPr>
        <p:sp>
          <p:nvSpPr>
            <p:cNvPr id="83" name="Straight Connector 82"/>
            <p:cNvSpPr/>
            <p:nvPr/>
          </p:nvSpPr>
          <p:spPr>
            <a:xfrm>
              <a:off x="6142269" y="515486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Straight Connector 83"/>
            <p:cNvSpPr/>
            <p:nvPr/>
          </p:nvSpPr>
          <p:spPr>
            <a:xfrm>
              <a:off x="7025780" y="51548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Straight Connector 84"/>
            <p:cNvSpPr/>
            <p:nvPr/>
          </p:nvSpPr>
          <p:spPr>
            <a:xfrm flipV="1">
              <a:off x="7025780" y="514664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7" name="Picture 86" descr="e3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4445" y="4921558"/>
            <a:ext cx="920520" cy="466608"/>
          </a:xfrm>
          <a:prstGeom prst="rect">
            <a:avLst/>
          </a:prstGeom>
        </p:spPr>
      </p:pic>
      <p:pic>
        <p:nvPicPr>
          <p:cNvPr id="88" name="Picture 87" descr="e3x2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58314" y="4831093"/>
            <a:ext cx="349162" cy="260285"/>
          </a:xfrm>
          <a:prstGeom prst="rect">
            <a:avLst/>
          </a:prstGeom>
        </p:spPr>
      </p:pic>
      <p:grpSp>
        <p:nvGrpSpPr>
          <p:cNvPr id="92" name="Group 91"/>
          <p:cNvGrpSpPr/>
          <p:nvPr/>
        </p:nvGrpSpPr>
        <p:grpSpPr>
          <a:xfrm>
            <a:off x="4647216" y="5146647"/>
            <a:ext cx="571357" cy="16430"/>
            <a:chOff x="4647216" y="5146647"/>
            <a:chExt cx="571357" cy="16430"/>
          </a:xfrm>
        </p:grpSpPr>
        <p:sp>
          <p:nvSpPr>
            <p:cNvPr id="89" name="Straight Connector 88"/>
            <p:cNvSpPr/>
            <p:nvPr/>
          </p:nvSpPr>
          <p:spPr>
            <a:xfrm>
              <a:off x="4647216" y="5154862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Straight Connector 89"/>
            <p:cNvSpPr/>
            <p:nvPr/>
          </p:nvSpPr>
          <p:spPr>
            <a:xfrm>
              <a:off x="5187913" y="51548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Straight Connector 90"/>
            <p:cNvSpPr/>
            <p:nvPr/>
          </p:nvSpPr>
          <p:spPr>
            <a:xfrm flipV="1">
              <a:off x="5187913" y="514664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3" name="Picture 92" descr="e2x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0825" y="4924732"/>
            <a:ext cx="920520" cy="460260"/>
          </a:xfrm>
          <a:prstGeom prst="rect">
            <a:avLst/>
          </a:prstGeom>
        </p:spPr>
      </p:pic>
      <p:pic>
        <p:nvPicPr>
          <p:cNvPr id="94" name="Picture 93" descr="e2x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4693" y="4929494"/>
            <a:ext cx="349162" cy="161884"/>
          </a:xfrm>
          <a:prstGeom prst="rect">
            <a:avLst/>
          </a:prstGeom>
        </p:spPr>
      </p:pic>
      <p:grpSp>
        <p:nvGrpSpPr>
          <p:cNvPr id="98" name="Group 97"/>
          <p:cNvGrpSpPr/>
          <p:nvPr/>
        </p:nvGrpSpPr>
        <p:grpSpPr>
          <a:xfrm>
            <a:off x="3123596" y="5146647"/>
            <a:ext cx="571357" cy="16430"/>
            <a:chOff x="3123596" y="5146647"/>
            <a:chExt cx="571357" cy="16430"/>
          </a:xfrm>
        </p:grpSpPr>
        <p:sp>
          <p:nvSpPr>
            <p:cNvPr id="95" name="Straight Connector 94"/>
            <p:cNvSpPr/>
            <p:nvPr/>
          </p:nvSpPr>
          <p:spPr>
            <a:xfrm>
              <a:off x="3123596" y="5154862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Straight Connector 95"/>
            <p:cNvSpPr/>
            <p:nvPr/>
          </p:nvSpPr>
          <p:spPr>
            <a:xfrm>
              <a:off x="3664293" y="51548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Straight Connector 96"/>
            <p:cNvSpPr/>
            <p:nvPr/>
          </p:nvSpPr>
          <p:spPr>
            <a:xfrm flipV="1">
              <a:off x="3664293" y="514664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9" name="Picture 98" descr="e1x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7204" y="4883468"/>
            <a:ext cx="920520" cy="542789"/>
          </a:xfrm>
          <a:prstGeom prst="rect">
            <a:avLst/>
          </a:prstGeom>
        </p:spPr>
      </p:pic>
      <p:pic>
        <p:nvPicPr>
          <p:cNvPr id="100" name="Picture 99" descr="e1x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5394" y="4618421"/>
            <a:ext cx="634841" cy="472957"/>
          </a:xfrm>
          <a:prstGeom prst="rect">
            <a:avLst/>
          </a:prstGeom>
        </p:spPr>
      </p:pic>
      <p:grpSp>
        <p:nvGrpSpPr>
          <p:cNvPr id="104" name="Group 103"/>
          <p:cNvGrpSpPr/>
          <p:nvPr/>
        </p:nvGrpSpPr>
        <p:grpSpPr>
          <a:xfrm>
            <a:off x="1285729" y="5146647"/>
            <a:ext cx="914172" cy="16430"/>
            <a:chOff x="1285729" y="5146647"/>
            <a:chExt cx="914172" cy="16430"/>
          </a:xfrm>
        </p:grpSpPr>
        <p:sp>
          <p:nvSpPr>
            <p:cNvPr id="101" name="Straight Connector 100"/>
            <p:cNvSpPr/>
            <p:nvPr/>
          </p:nvSpPr>
          <p:spPr>
            <a:xfrm>
              <a:off x="1285729" y="515486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traight Connector 101"/>
            <p:cNvSpPr/>
            <p:nvPr/>
          </p:nvSpPr>
          <p:spPr>
            <a:xfrm>
              <a:off x="2169241" y="51548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Straight Connector 102"/>
            <p:cNvSpPr/>
            <p:nvPr/>
          </p:nvSpPr>
          <p:spPr>
            <a:xfrm flipV="1">
              <a:off x="2169241" y="514664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5" name="Picture 104" descr="e1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7905" y="4861248"/>
            <a:ext cx="920520" cy="587228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504874" y="4342215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4874" y="4342215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7429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67944"/>
            <a:ext cx="920520" cy="447563"/>
          </a:xfrm>
          <a:prstGeom prst="rect">
            <a:avLst/>
          </a:prstGeom>
        </p:spPr>
      </p:pic>
      <p:pic>
        <p:nvPicPr>
          <p:cNvPr id="9" name="Picture 8" descr="e1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758583"/>
            <a:ext cx="276156" cy="155536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87436" y="969388"/>
            <a:ext cx="483749" cy="16430"/>
            <a:chOff x="7987436" y="969388"/>
            <a:chExt cx="483749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87436" y="977603"/>
              <a:ext cx="483749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440525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440525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750648"/>
            <a:ext cx="920520" cy="453911"/>
          </a:xfrm>
          <a:prstGeom prst="rect">
            <a:avLst/>
          </a:prstGeom>
        </p:spPr>
      </p:pic>
      <p:pic>
        <p:nvPicPr>
          <p:cNvPr id="15" name="Picture 14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44751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969388"/>
            <a:ext cx="914172" cy="16430"/>
            <a:chOff x="6142269" y="96938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4299"/>
            <a:ext cx="920520" cy="466608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653834"/>
            <a:ext cx="349162" cy="26028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4747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0620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Route39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626357"/>
            <a:ext cx="920520" cy="434866"/>
          </a:xfrm>
          <a:prstGeom prst="rect">
            <a:avLst/>
          </a:prstGeom>
        </p:spPr>
      </p:pic>
      <p:pic>
        <p:nvPicPr>
          <p:cNvPr id="42" name="Picture 41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180380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4835575"/>
            <a:ext cx="914172" cy="16430"/>
            <a:chOff x="1526239" y="4835575"/>
            <a:chExt cx="914172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484379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484379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483557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620008"/>
            <a:ext cx="920520" cy="447563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80136" y="3177330"/>
            <a:ext cx="349162" cy="288853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869038" y="3521452"/>
            <a:ext cx="571357" cy="16430"/>
            <a:chOff x="7869038" y="3521452"/>
            <a:chExt cx="571357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869038" y="352966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409735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409735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647" y="3302712"/>
            <a:ext cx="920520" cy="453911"/>
          </a:xfrm>
          <a:prstGeom prst="rect">
            <a:avLst/>
          </a:prstGeom>
        </p:spPr>
      </p:pic>
      <p:pic>
        <p:nvPicPr>
          <p:cNvPr id="54" name="Picture 53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837" y="2999575"/>
            <a:ext cx="634841" cy="466608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031171" y="3521452"/>
            <a:ext cx="914172" cy="16430"/>
            <a:chOff x="6031171" y="3521452"/>
            <a:chExt cx="91417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031171" y="352966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6914683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6914683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3348" y="3296363"/>
            <a:ext cx="920520" cy="466608"/>
          </a:xfrm>
          <a:prstGeom prst="rect">
            <a:avLst/>
          </a:prstGeom>
        </p:spPr>
      </p:pic>
      <p:pic>
        <p:nvPicPr>
          <p:cNvPr id="60" name="Picture 59" descr="e4x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8314" y="3304299"/>
            <a:ext cx="238065" cy="161884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58326" y="3521452"/>
            <a:ext cx="438040" cy="16430"/>
            <a:chOff x="4658326" y="3521452"/>
            <a:chExt cx="438040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58326" y="3529667"/>
              <a:ext cx="43804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065706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065706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299537"/>
            <a:ext cx="920520" cy="460260"/>
          </a:xfrm>
          <a:prstGeom prst="rect">
            <a:avLst/>
          </a:prstGeom>
        </p:spPr>
      </p:pic>
      <p:pic>
        <p:nvPicPr>
          <p:cNvPr id="66" name="Picture 65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304299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521452"/>
            <a:ext cx="571357" cy="16430"/>
            <a:chOff x="3123596" y="3521452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52966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258273"/>
            <a:ext cx="920520" cy="542789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2993226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521452"/>
            <a:ext cx="914172" cy="16430"/>
            <a:chOff x="1285729" y="3521452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52966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236053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Route40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7429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67944"/>
            <a:ext cx="920520" cy="447563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554" y="625266"/>
            <a:ext cx="349162" cy="288853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694457" y="969388"/>
            <a:ext cx="571357" cy="16430"/>
            <a:chOff x="7694457" y="969388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694457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235154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235154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750648"/>
            <a:ext cx="920520" cy="453911"/>
          </a:xfrm>
          <a:prstGeom prst="rect">
            <a:avLst/>
          </a:prstGeom>
        </p:spPr>
      </p:pic>
      <p:pic>
        <p:nvPicPr>
          <p:cNvPr id="15" name="Picture 14" descr="e4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796674"/>
            <a:ext cx="349162" cy="117445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70837" y="969388"/>
            <a:ext cx="571357" cy="16430"/>
            <a:chOff x="6170837" y="969388"/>
            <a:chExt cx="571357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70837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711534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6711534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4299"/>
            <a:ext cx="920520" cy="466608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599873"/>
            <a:ext cx="349162" cy="31424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4747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0620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Route41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36" y="4172445"/>
            <a:ext cx="920520" cy="434866"/>
          </a:xfrm>
          <a:prstGeom prst="rect">
            <a:avLst/>
          </a:prstGeom>
        </p:spPr>
      </p:pic>
      <p:pic>
        <p:nvPicPr>
          <p:cNvPr id="42" name="Picture 41" descr="e6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65904" y="4240690"/>
            <a:ext cx="349162" cy="85703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54807" y="4381663"/>
            <a:ext cx="571357" cy="16430"/>
            <a:chOff x="1554807" y="4381663"/>
            <a:chExt cx="571357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1554807" y="4389878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095504" y="438987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095504" y="438166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166096"/>
            <a:ext cx="920520" cy="447563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91233" y="2993226"/>
            <a:ext cx="634841" cy="53326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951568" y="3581762"/>
            <a:ext cx="914172" cy="16430"/>
            <a:chOff x="7951568" y="3581762"/>
            <a:chExt cx="914172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951568" y="358997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835079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835079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3363021"/>
            <a:ext cx="920520" cy="453911"/>
          </a:xfrm>
          <a:prstGeom prst="rect">
            <a:avLst/>
          </a:prstGeom>
        </p:spPr>
      </p:pic>
      <p:pic>
        <p:nvPicPr>
          <p:cNvPr id="54" name="Picture 53" descr="e4x2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1934" y="3059885"/>
            <a:ext cx="634841" cy="466608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42269" y="3581762"/>
            <a:ext cx="914172" cy="16430"/>
            <a:chOff x="6142269" y="3581762"/>
            <a:chExt cx="91417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42269" y="358997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7025780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7025780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356673"/>
            <a:ext cx="920520" cy="466608"/>
          </a:xfrm>
          <a:prstGeom prst="rect">
            <a:avLst/>
          </a:prstGeom>
        </p:spPr>
      </p:pic>
      <p:pic>
        <p:nvPicPr>
          <p:cNvPr id="60" name="Picture 59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3212247"/>
            <a:ext cx="349162" cy="314246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581762"/>
            <a:ext cx="571357" cy="16430"/>
            <a:chOff x="4647216" y="3581762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58997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359847"/>
            <a:ext cx="920520" cy="460260"/>
          </a:xfrm>
          <a:prstGeom prst="rect">
            <a:avLst/>
          </a:prstGeom>
        </p:spPr>
      </p:pic>
      <p:pic>
        <p:nvPicPr>
          <p:cNvPr id="66" name="Picture 65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364609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581762"/>
            <a:ext cx="571357" cy="16430"/>
            <a:chOff x="3123596" y="3581762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58997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318583"/>
            <a:ext cx="920520" cy="542789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053536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581762"/>
            <a:ext cx="914172" cy="16430"/>
            <a:chOff x="1285729" y="3581762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58997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296363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Route43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80" name="Picture 79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36" y="6270597"/>
            <a:ext cx="920520" cy="434866"/>
          </a:xfrm>
          <a:prstGeom prst="rect">
            <a:avLst/>
          </a:prstGeom>
        </p:spPr>
      </p:pic>
      <p:pic>
        <p:nvPicPr>
          <p:cNvPr id="81" name="Picture 80" descr="e6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65904" y="6338842"/>
            <a:ext cx="349162" cy="85703"/>
          </a:xfrm>
          <a:prstGeom prst="rect">
            <a:avLst/>
          </a:prstGeom>
        </p:spPr>
      </p:pic>
      <p:grpSp>
        <p:nvGrpSpPr>
          <p:cNvPr id="85" name="Group 84"/>
          <p:cNvGrpSpPr/>
          <p:nvPr/>
        </p:nvGrpSpPr>
        <p:grpSpPr>
          <a:xfrm>
            <a:off x="1554807" y="6479815"/>
            <a:ext cx="571357" cy="16430"/>
            <a:chOff x="1554807" y="6479815"/>
            <a:chExt cx="571357" cy="16430"/>
          </a:xfrm>
        </p:grpSpPr>
        <p:sp>
          <p:nvSpPr>
            <p:cNvPr id="82" name="Straight Connector 81"/>
            <p:cNvSpPr/>
            <p:nvPr/>
          </p:nvSpPr>
          <p:spPr>
            <a:xfrm>
              <a:off x="1554807" y="6488030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Straight Connector 82"/>
            <p:cNvSpPr/>
            <p:nvPr/>
          </p:nvSpPr>
          <p:spPr>
            <a:xfrm>
              <a:off x="2095504" y="648803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Straight Connector 83"/>
            <p:cNvSpPr/>
            <p:nvPr/>
          </p:nvSpPr>
          <p:spPr>
            <a:xfrm flipV="1">
              <a:off x="2095504" y="647981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6" name="Picture 85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6264248"/>
            <a:ext cx="920520" cy="447563"/>
          </a:xfrm>
          <a:prstGeom prst="rect">
            <a:avLst/>
          </a:prstGeom>
        </p:spPr>
      </p:pic>
      <p:pic>
        <p:nvPicPr>
          <p:cNvPr id="87" name="Picture 86" descr="e5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05554" y="5091378"/>
            <a:ext cx="634841" cy="533267"/>
          </a:xfrm>
          <a:prstGeom prst="rect">
            <a:avLst/>
          </a:prstGeom>
        </p:spPr>
      </p:pic>
      <p:grpSp>
        <p:nvGrpSpPr>
          <p:cNvPr id="91" name="Group 90"/>
          <p:cNvGrpSpPr/>
          <p:nvPr/>
        </p:nvGrpSpPr>
        <p:grpSpPr>
          <a:xfrm>
            <a:off x="7665889" y="5679914"/>
            <a:ext cx="914172" cy="16431"/>
            <a:chOff x="7665889" y="5679914"/>
            <a:chExt cx="914172" cy="16431"/>
          </a:xfrm>
        </p:grpSpPr>
        <p:sp>
          <p:nvSpPr>
            <p:cNvPr id="88" name="Straight Connector 87"/>
            <p:cNvSpPr/>
            <p:nvPr/>
          </p:nvSpPr>
          <p:spPr>
            <a:xfrm>
              <a:off x="7665889" y="568813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Straight Connector 88"/>
            <p:cNvSpPr/>
            <p:nvPr/>
          </p:nvSpPr>
          <p:spPr>
            <a:xfrm>
              <a:off x="8549401" y="568813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Straight Connector 89"/>
            <p:cNvSpPr/>
            <p:nvPr/>
          </p:nvSpPr>
          <p:spPr>
            <a:xfrm flipV="1">
              <a:off x="8549401" y="567991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2" name="Picture 91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5461174"/>
            <a:ext cx="920520" cy="453911"/>
          </a:xfrm>
          <a:prstGeom prst="rect">
            <a:avLst/>
          </a:prstGeom>
        </p:spPr>
      </p:pic>
      <p:pic>
        <p:nvPicPr>
          <p:cNvPr id="93" name="Picture 92" descr="e4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5507200"/>
            <a:ext cx="349162" cy="117445"/>
          </a:xfrm>
          <a:prstGeom prst="rect">
            <a:avLst/>
          </a:prstGeom>
        </p:spPr>
      </p:pic>
      <p:grpSp>
        <p:nvGrpSpPr>
          <p:cNvPr id="97" name="Group 96"/>
          <p:cNvGrpSpPr/>
          <p:nvPr/>
        </p:nvGrpSpPr>
        <p:grpSpPr>
          <a:xfrm>
            <a:off x="6170837" y="5679914"/>
            <a:ext cx="571357" cy="16431"/>
            <a:chOff x="6170837" y="5679914"/>
            <a:chExt cx="571357" cy="16431"/>
          </a:xfrm>
        </p:grpSpPr>
        <p:sp>
          <p:nvSpPr>
            <p:cNvPr id="94" name="Straight Connector 93"/>
            <p:cNvSpPr/>
            <p:nvPr/>
          </p:nvSpPr>
          <p:spPr>
            <a:xfrm>
              <a:off x="6170837" y="5688130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Straight Connector 94"/>
            <p:cNvSpPr/>
            <p:nvPr/>
          </p:nvSpPr>
          <p:spPr>
            <a:xfrm>
              <a:off x="6711534" y="568813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Straight Connector 95"/>
            <p:cNvSpPr/>
            <p:nvPr/>
          </p:nvSpPr>
          <p:spPr>
            <a:xfrm flipV="1">
              <a:off x="6711534" y="567991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8" name="Picture 97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5454825"/>
            <a:ext cx="920520" cy="466608"/>
          </a:xfrm>
          <a:prstGeom prst="rect">
            <a:avLst/>
          </a:prstGeom>
        </p:spPr>
      </p:pic>
      <p:pic>
        <p:nvPicPr>
          <p:cNvPr id="99" name="Picture 98" descr="e3x2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58314" y="5364360"/>
            <a:ext cx="349162" cy="260285"/>
          </a:xfrm>
          <a:prstGeom prst="rect">
            <a:avLst/>
          </a:prstGeom>
        </p:spPr>
      </p:pic>
      <p:grpSp>
        <p:nvGrpSpPr>
          <p:cNvPr id="103" name="Group 102"/>
          <p:cNvGrpSpPr/>
          <p:nvPr/>
        </p:nvGrpSpPr>
        <p:grpSpPr>
          <a:xfrm>
            <a:off x="4647216" y="5679914"/>
            <a:ext cx="571357" cy="16431"/>
            <a:chOff x="4647216" y="5679914"/>
            <a:chExt cx="571357" cy="16431"/>
          </a:xfrm>
        </p:grpSpPr>
        <p:sp>
          <p:nvSpPr>
            <p:cNvPr id="100" name="Straight Connector 99"/>
            <p:cNvSpPr/>
            <p:nvPr/>
          </p:nvSpPr>
          <p:spPr>
            <a:xfrm>
              <a:off x="4647216" y="5688130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traight Connector 100"/>
            <p:cNvSpPr/>
            <p:nvPr/>
          </p:nvSpPr>
          <p:spPr>
            <a:xfrm>
              <a:off x="5187913" y="568813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traight Connector 101"/>
            <p:cNvSpPr/>
            <p:nvPr/>
          </p:nvSpPr>
          <p:spPr>
            <a:xfrm flipV="1">
              <a:off x="5187913" y="567991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4" name="Picture 103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5457999"/>
            <a:ext cx="920520" cy="460260"/>
          </a:xfrm>
          <a:prstGeom prst="rect">
            <a:avLst/>
          </a:prstGeom>
        </p:spPr>
      </p:pic>
      <p:pic>
        <p:nvPicPr>
          <p:cNvPr id="105" name="Picture 104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5462761"/>
            <a:ext cx="349162" cy="161884"/>
          </a:xfrm>
          <a:prstGeom prst="rect">
            <a:avLst/>
          </a:prstGeom>
        </p:spPr>
      </p:pic>
      <p:grpSp>
        <p:nvGrpSpPr>
          <p:cNvPr id="109" name="Group 108"/>
          <p:cNvGrpSpPr/>
          <p:nvPr/>
        </p:nvGrpSpPr>
        <p:grpSpPr>
          <a:xfrm>
            <a:off x="3123596" y="5679914"/>
            <a:ext cx="571357" cy="16431"/>
            <a:chOff x="3123596" y="5679914"/>
            <a:chExt cx="571357" cy="16431"/>
          </a:xfrm>
        </p:grpSpPr>
        <p:sp>
          <p:nvSpPr>
            <p:cNvPr id="106" name="Straight Connector 105"/>
            <p:cNvSpPr/>
            <p:nvPr/>
          </p:nvSpPr>
          <p:spPr>
            <a:xfrm>
              <a:off x="3123596" y="5688130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Straight Connector 106"/>
            <p:cNvSpPr/>
            <p:nvPr/>
          </p:nvSpPr>
          <p:spPr>
            <a:xfrm>
              <a:off x="3664293" y="568813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Straight Connector 107"/>
            <p:cNvSpPr/>
            <p:nvPr/>
          </p:nvSpPr>
          <p:spPr>
            <a:xfrm flipV="1">
              <a:off x="3664293" y="567991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10" name="Picture 109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5416735"/>
            <a:ext cx="920520" cy="542789"/>
          </a:xfrm>
          <a:prstGeom prst="rect">
            <a:avLst/>
          </a:prstGeom>
        </p:spPr>
      </p:pic>
      <p:pic>
        <p:nvPicPr>
          <p:cNvPr id="111" name="Picture 110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5151688"/>
            <a:ext cx="634841" cy="472957"/>
          </a:xfrm>
          <a:prstGeom prst="rect">
            <a:avLst/>
          </a:prstGeom>
        </p:spPr>
      </p:pic>
      <p:grpSp>
        <p:nvGrpSpPr>
          <p:cNvPr id="115" name="Group 114"/>
          <p:cNvGrpSpPr/>
          <p:nvPr/>
        </p:nvGrpSpPr>
        <p:grpSpPr>
          <a:xfrm>
            <a:off x="1285729" y="5679914"/>
            <a:ext cx="914172" cy="16431"/>
            <a:chOff x="1285729" y="5679914"/>
            <a:chExt cx="914172" cy="16431"/>
          </a:xfrm>
        </p:grpSpPr>
        <p:sp>
          <p:nvSpPr>
            <p:cNvPr id="112" name="Straight Connector 111"/>
            <p:cNvSpPr/>
            <p:nvPr/>
          </p:nvSpPr>
          <p:spPr>
            <a:xfrm>
              <a:off x="1285729" y="568813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Straight Connector 112"/>
            <p:cNvSpPr/>
            <p:nvPr/>
          </p:nvSpPr>
          <p:spPr>
            <a:xfrm>
              <a:off x="2169241" y="568813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Straight Connector 113"/>
            <p:cNvSpPr/>
            <p:nvPr/>
          </p:nvSpPr>
          <p:spPr>
            <a:xfrm flipV="1">
              <a:off x="2169241" y="567991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16" name="Picture 115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5394515"/>
            <a:ext cx="920520" cy="587228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504874" y="4875482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Route44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4874" y="4875482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13460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8862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343821"/>
            <a:ext cx="914172" cy="16430"/>
            <a:chOff x="1526239" y="234382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3520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3520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3438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128254"/>
            <a:ext cx="920520" cy="447563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6007" y="441162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856342" y="1029698"/>
            <a:ext cx="914172" cy="16430"/>
            <a:chOff x="7856342" y="1029698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856342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73985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73985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8518" y="810958"/>
            <a:ext cx="920520" cy="453911"/>
          </a:xfrm>
          <a:prstGeom prst="rect">
            <a:avLst/>
          </a:prstGeom>
        </p:spPr>
      </p:pic>
      <p:pic>
        <p:nvPicPr>
          <p:cNvPr id="15" name="Picture 14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6708" y="50782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047042" y="1029698"/>
            <a:ext cx="914172" cy="16430"/>
            <a:chOff x="6047042" y="102969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047042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930554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6930554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9219" y="804609"/>
            <a:ext cx="920520" cy="466608"/>
          </a:xfrm>
          <a:prstGeom prst="rect">
            <a:avLst/>
          </a:prstGeom>
        </p:spPr>
      </p:pic>
      <p:pic>
        <p:nvPicPr>
          <p:cNvPr id="21" name="Picture 20" descr="e2x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3087" y="812545"/>
            <a:ext cx="349162" cy="161884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551990" y="1029698"/>
            <a:ext cx="571357" cy="16430"/>
            <a:chOff x="4551990" y="102969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551990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092687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092687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5598" y="772867"/>
            <a:ext cx="920520" cy="530092"/>
          </a:xfrm>
          <a:prstGeom prst="rect">
            <a:avLst/>
          </a:prstGeom>
        </p:spPr>
      </p:pic>
      <p:grpSp>
        <p:nvGrpSpPr>
          <p:cNvPr id="30" name="Group 29"/>
          <p:cNvGrpSpPr/>
          <p:nvPr/>
        </p:nvGrpSpPr>
        <p:grpSpPr>
          <a:xfrm>
            <a:off x="3133119" y="1029698"/>
            <a:ext cx="457086" cy="16430"/>
            <a:chOff x="3133119" y="1029698"/>
            <a:chExt cx="457086" cy="16430"/>
          </a:xfrm>
        </p:grpSpPr>
        <p:sp>
          <p:nvSpPr>
            <p:cNvPr id="27" name="Straight Connector 26"/>
            <p:cNvSpPr/>
            <p:nvPr/>
          </p:nvSpPr>
          <p:spPr>
            <a:xfrm>
              <a:off x="3133119" y="1037913"/>
              <a:ext cx="45708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Straight Connector 27"/>
            <p:cNvSpPr/>
            <p:nvPr/>
          </p:nvSpPr>
          <p:spPr>
            <a:xfrm>
              <a:off x="3559544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 flipV="1">
              <a:off x="3559544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1" name="Picture 30" descr="e1x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87204" y="766519"/>
            <a:ext cx="920520" cy="542789"/>
          </a:xfrm>
          <a:prstGeom prst="rect">
            <a:avLst/>
          </a:prstGeom>
        </p:spPr>
      </p:pic>
      <p:pic>
        <p:nvPicPr>
          <p:cNvPr id="32" name="Picture 31" descr="e1x2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5394" y="501472"/>
            <a:ext cx="634841" cy="472957"/>
          </a:xfrm>
          <a:prstGeom prst="rect">
            <a:avLst/>
          </a:prstGeom>
        </p:spPr>
      </p:pic>
      <p:grpSp>
        <p:nvGrpSpPr>
          <p:cNvPr id="36" name="Group 35"/>
          <p:cNvGrpSpPr/>
          <p:nvPr/>
        </p:nvGrpSpPr>
        <p:grpSpPr>
          <a:xfrm>
            <a:off x="1285729" y="1029698"/>
            <a:ext cx="914172" cy="16430"/>
            <a:chOff x="1285729" y="1029698"/>
            <a:chExt cx="914172" cy="16430"/>
          </a:xfrm>
        </p:grpSpPr>
        <p:sp>
          <p:nvSpPr>
            <p:cNvPr id="33" name="Straight Connector 32"/>
            <p:cNvSpPr/>
            <p:nvPr/>
          </p:nvSpPr>
          <p:spPr>
            <a:xfrm>
              <a:off x="128572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Straight Connector 33"/>
            <p:cNvSpPr/>
            <p:nvPr/>
          </p:nvSpPr>
          <p:spPr>
            <a:xfrm>
              <a:off x="216924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 flipV="1">
              <a:off x="216924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7" name="Picture 36" descr="e1x1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7905" y="744299"/>
            <a:ext cx="920520" cy="5872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Route45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0" name="Picture 39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009" y="4686667"/>
            <a:ext cx="920520" cy="434866"/>
          </a:xfrm>
          <a:prstGeom prst="rect">
            <a:avLst/>
          </a:prstGeom>
        </p:spPr>
      </p:pic>
      <p:pic>
        <p:nvPicPr>
          <p:cNvPr id="41" name="Picture 40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199" y="4240690"/>
            <a:ext cx="634841" cy="599925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2351533" y="4895885"/>
            <a:ext cx="914172" cy="16430"/>
            <a:chOff x="2351533" y="4895885"/>
            <a:chExt cx="914172" cy="16430"/>
          </a:xfrm>
        </p:grpSpPr>
        <p:sp>
          <p:nvSpPr>
            <p:cNvPr id="42" name="Straight Connector 41"/>
            <p:cNvSpPr/>
            <p:nvPr/>
          </p:nvSpPr>
          <p:spPr>
            <a:xfrm>
              <a:off x="2351533" y="490410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Straight Connector 42"/>
            <p:cNvSpPr/>
            <p:nvPr/>
          </p:nvSpPr>
          <p:spPr>
            <a:xfrm>
              <a:off x="3235045" y="490410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 flipV="1">
              <a:off x="3235045" y="489588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6" name="Picture 45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710" y="4680318"/>
            <a:ext cx="920520" cy="447563"/>
          </a:xfrm>
          <a:prstGeom prst="rect">
            <a:avLst/>
          </a:prstGeom>
        </p:spPr>
      </p:pic>
      <p:pic>
        <p:nvPicPr>
          <p:cNvPr id="47" name="Picture 46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00" y="4307349"/>
            <a:ext cx="634841" cy="533267"/>
          </a:xfrm>
          <a:prstGeom prst="rect">
            <a:avLst/>
          </a:prstGeom>
        </p:spPr>
      </p:pic>
      <p:grpSp>
        <p:nvGrpSpPr>
          <p:cNvPr id="51" name="Group 50"/>
          <p:cNvGrpSpPr/>
          <p:nvPr/>
        </p:nvGrpSpPr>
        <p:grpSpPr>
          <a:xfrm>
            <a:off x="542234" y="4895885"/>
            <a:ext cx="914172" cy="16430"/>
            <a:chOff x="542234" y="4895885"/>
            <a:chExt cx="914172" cy="16430"/>
          </a:xfrm>
        </p:grpSpPr>
        <p:sp>
          <p:nvSpPr>
            <p:cNvPr id="48" name="Straight Connector 47"/>
            <p:cNvSpPr/>
            <p:nvPr/>
          </p:nvSpPr>
          <p:spPr>
            <a:xfrm>
              <a:off x="542234" y="490410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Straight Connector 48"/>
            <p:cNvSpPr/>
            <p:nvPr/>
          </p:nvSpPr>
          <p:spPr>
            <a:xfrm>
              <a:off x="1425746" y="490410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 flipV="1">
              <a:off x="1425746" y="489588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2" name="Picture 51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081" y="3363021"/>
            <a:ext cx="920520" cy="453911"/>
          </a:xfrm>
          <a:prstGeom prst="rect">
            <a:avLst/>
          </a:prstGeom>
        </p:spPr>
      </p:pic>
      <p:pic>
        <p:nvPicPr>
          <p:cNvPr id="53" name="Picture 52" descr="e4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1934" y="3326518"/>
            <a:ext cx="288853" cy="199975"/>
          </a:xfrm>
          <a:prstGeom prst="rect">
            <a:avLst/>
          </a:prstGeom>
        </p:spPr>
      </p:pic>
      <p:pic>
        <p:nvPicPr>
          <p:cNvPr id="54" name="Picture 53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4271" y="3059885"/>
            <a:ext cx="634841" cy="466608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07035" y="3581762"/>
            <a:ext cx="1336976" cy="16430"/>
            <a:chOff x="6107035" y="3581762"/>
            <a:chExt cx="1336976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07035" y="3589977"/>
              <a:ext cx="133697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7413351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7413351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356673"/>
            <a:ext cx="920520" cy="466608"/>
          </a:xfrm>
          <a:prstGeom prst="rect">
            <a:avLst/>
          </a:prstGeom>
        </p:spPr>
      </p:pic>
      <p:pic>
        <p:nvPicPr>
          <p:cNvPr id="60" name="Picture 59" descr="e3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8314" y="3212247"/>
            <a:ext cx="349162" cy="314246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581762"/>
            <a:ext cx="571357" cy="16430"/>
            <a:chOff x="4647216" y="3581762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58997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10825" y="3359847"/>
            <a:ext cx="920520" cy="460260"/>
          </a:xfrm>
          <a:prstGeom prst="rect">
            <a:avLst/>
          </a:prstGeom>
        </p:spPr>
      </p:pic>
      <p:pic>
        <p:nvPicPr>
          <p:cNvPr id="66" name="Picture 65" descr="e2x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4693" y="3364609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581762"/>
            <a:ext cx="571357" cy="16430"/>
            <a:chOff x="3123596" y="3581762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58997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87204" y="3318583"/>
            <a:ext cx="920520" cy="542789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5394" y="3053536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581762"/>
            <a:ext cx="914172" cy="16430"/>
            <a:chOff x="1285729" y="3581762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58997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58997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58176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7905" y="3296363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837640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Route46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837640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36" y="1760046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88626"/>
            <a:ext cx="349162" cy="225368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54807" y="1969264"/>
            <a:ext cx="571357" cy="16430"/>
            <a:chOff x="1554807" y="1969264"/>
            <a:chExt cx="571357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54807" y="1977479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095504" y="197747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095504" y="196926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1753698"/>
            <a:ext cx="920520" cy="447563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441162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51568" y="1029698"/>
            <a:ext cx="914172" cy="16430"/>
            <a:chOff x="7951568" y="1029698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51568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835079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835079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810958"/>
            <a:ext cx="920520" cy="453911"/>
          </a:xfrm>
          <a:prstGeom prst="rect">
            <a:avLst/>
          </a:prstGeom>
        </p:spPr>
      </p:pic>
      <p:pic>
        <p:nvPicPr>
          <p:cNvPr id="15" name="Picture 14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50782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1029698"/>
            <a:ext cx="914172" cy="16430"/>
            <a:chOff x="6142269" y="102969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804609"/>
            <a:ext cx="920520" cy="466608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660183"/>
            <a:ext cx="349162" cy="31424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1029698"/>
            <a:ext cx="571357" cy="16430"/>
            <a:chOff x="4647216" y="102969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80778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81254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1029698"/>
            <a:ext cx="571357" cy="16430"/>
            <a:chOff x="3123596" y="102969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6651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50147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1029698"/>
            <a:ext cx="914172" cy="16430"/>
            <a:chOff x="1285729" y="102969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74429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Route47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36" y="3997863"/>
            <a:ext cx="920520" cy="434866"/>
          </a:xfrm>
          <a:prstGeom prst="rect">
            <a:avLst/>
          </a:prstGeom>
        </p:spPr>
      </p:pic>
      <p:pic>
        <p:nvPicPr>
          <p:cNvPr id="42" name="Picture 41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3926444"/>
            <a:ext cx="349162" cy="225368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54807" y="4207081"/>
            <a:ext cx="571357" cy="16431"/>
            <a:chOff x="1554807" y="4207081"/>
            <a:chExt cx="571357" cy="16431"/>
          </a:xfrm>
        </p:grpSpPr>
        <p:sp>
          <p:nvSpPr>
            <p:cNvPr id="43" name="Straight Connector 42"/>
            <p:cNvSpPr/>
            <p:nvPr/>
          </p:nvSpPr>
          <p:spPr>
            <a:xfrm>
              <a:off x="1554807" y="421529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095504" y="421529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095504" y="420708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3991515"/>
            <a:ext cx="920520" cy="447563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554" y="2678979"/>
            <a:ext cx="634841" cy="53326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665889" y="3267516"/>
            <a:ext cx="914172" cy="16430"/>
            <a:chOff x="7665889" y="3267516"/>
            <a:chExt cx="914172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665889" y="3275731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549401" y="3275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549401" y="326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3048775"/>
            <a:ext cx="920520" cy="453911"/>
          </a:xfrm>
          <a:prstGeom prst="rect">
            <a:avLst/>
          </a:prstGeom>
        </p:spPr>
      </p:pic>
      <p:pic>
        <p:nvPicPr>
          <p:cNvPr id="54" name="Picture 53" descr="e4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1934" y="3094801"/>
            <a:ext cx="349162" cy="117445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70837" y="3267516"/>
            <a:ext cx="571357" cy="16430"/>
            <a:chOff x="6170837" y="3267516"/>
            <a:chExt cx="571357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70837" y="3275731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6711534" y="3275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6711534" y="326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042426"/>
            <a:ext cx="920520" cy="466608"/>
          </a:xfrm>
          <a:prstGeom prst="rect">
            <a:avLst/>
          </a:prstGeom>
        </p:spPr>
      </p:pic>
      <p:pic>
        <p:nvPicPr>
          <p:cNvPr id="60" name="Picture 59" descr="e3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8314" y="2951961"/>
            <a:ext cx="349162" cy="260285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267516"/>
            <a:ext cx="571357" cy="16430"/>
            <a:chOff x="4647216" y="3267516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275731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275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26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045601"/>
            <a:ext cx="920520" cy="460260"/>
          </a:xfrm>
          <a:prstGeom prst="rect">
            <a:avLst/>
          </a:prstGeom>
        </p:spPr>
      </p:pic>
      <p:pic>
        <p:nvPicPr>
          <p:cNvPr id="66" name="Picture 65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050362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267516"/>
            <a:ext cx="571357" cy="16430"/>
            <a:chOff x="3123596" y="3267516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275731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275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26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004336"/>
            <a:ext cx="920520" cy="542789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2739289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267516"/>
            <a:ext cx="914172" cy="16430"/>
            <a:chOff x="1285729" y="3267516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275731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275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26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2982116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463083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Route48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463083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7429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67944"/>
            <a:ext cx="920520" cy="447563"/>
          </a:xfrm>
          <a:prstGeom prst="rect">
            <a:avLst/>
          </a:prstGeom>
        </p:spPr>
      </p:pic>
      <p:pic>
        <p:nvPicPr>
          <p:cNvPr id="9" name="Picture 8" descr="e4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752235"/>
            <a:ext cx="238065" cy="16188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91245" y="969388"/>
            <a:ext cx="438041" cy="16430"/>
            <a:chOff x="7991245" y="969388"/>
            <a:chExt cx="438041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91245" y="977603"/>
              <a:ext cx="43804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398626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398626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750648"/>
            <a:ext cx="920520" cy="453911"/>
          </a:xfrm>
          <a:prstGeom prst="rect">
            <a:avLst/>
          </a:prstGeom>
        </p:spPr>
      </p:pic>
      <p:pic>
        <p:nvPicPr>
          <p:cNvPr id="15" name="Picture 14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44751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969388"/>
            <a:ext cx="914172" cy="16430"/>
            <a:chOff x="6142269" y="96938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4299"/>
            <a:ext cx="920520" cy="466608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653834"/>
            <a:ext cx="349162" cy="26028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4747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0620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Route56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626357"/>
            <a:ext cx="920520" cy="434866"/>
          </a:xfrm>
          <a:prstGeom prst="rect">
            <a:avLst/>
          </a:prstGeom>
        </p:spPr>
      </p:pic>
      <p:pic>
        <p:nvPicPr>
          <p:cNvPr id="42" name="Picture 41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180380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4835575"/>
            <a:ext cx="914172" cy="16430"/>
            <a:chOff x="1526239" y="4835575"/>
            <a:chExt cx="914172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484379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484379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483557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620008"/>
            <a:ext cx="920520" cy="447563"/>
          </a:xfrm>
          <a:prstGeom prst="rect">
            <a:avLst/>
          </a:prstGeom>
        </p:spPr>
      </p:pic>
      <p:pic>
        <p:nvPicPr>
          <p:cNvPr id="48" name="Picture 47" descr="e4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91233" y="3266208"/>
            <a:ext cx="288853" cy="199975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986167" y="3521452"/>
            <a:ext cx="498985" cy="16430"/>
            <a:chOff x="7986167" y="3521452"/>
            <a:chExt cx="498985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986167" y="3529667"/>
              <a:ext cx="49898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454492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454492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3302712"/>
            <a:ext cx="920520" cy="453911"/>
          </a:xfrm>
          <a:prstGeom prst="rect">
            <a:avLst/>
          </a:prstGeom>
        </p:spPr>
      </p:pic>
      <p:pic>
        <p:nvPicPr>
          <p:cNvPr id="54" name="Picture 53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2999575"/>
            <a:ext cx="634841" cy="466608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42269" y="3521452"/>
            <a:ext cx="914172" cy="16430"/>
            <a:chOff x="6142269" y="3521452"/>
            <a:chExt cx="91417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42269" y="352966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7025780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7025780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296363"/>
            <a:ext cx="920520" cy="466608"/>
          </a:xfrm>
          <a:prstGeom prst="rect">
            <a:avLst/>
          </a:prstGeom>
        </p:spPr>
      </p:pic>
      <p:pic>
        <p:nvPicPr>
          <p:cNvPr id="60" name="Picture 59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3205898"/>
            <a:ext cx="349162" cy="260285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521452"/>
            <a:ext cx="571357" cy="16430"/>
            <a:chOff x="4647216" y="3521452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52966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299537"/>
            <a:ext cx="920520" cy="460260"/>
          </a:xfrm>
          <a:prstGeom prst="rect">
            <a:avLst/>
          </a:prstGeom>
        </p:spPr>
      </p:pic>
      <p:pic>
        <p:nvPicPr>
          <p:cNvPr id="66" name="Picture 65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304299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521452"/>
            <a:ext cx="571357" cy="16430"/>
            <a:chOff x="3123596" y="3521452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52966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258273"/>
            <a:ext cx="920520" cy="542789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2993226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521452"/>
            <a:ext cx="914172" cy="16430"/>
            <a:chOff x="1285729" y="3521452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52966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236053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Route61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7429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67944"/>
            <a:ext cx="920520" cy="447563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201" y="625266"/>
            <a:ext cx="349162" cy="288853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8107104" y="969388"/>
            <a:ext cx="571357" cy="16430"/>
            <a:chOff x="8107104" y="969388"/>
            <a:chExt cx="571357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8107104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64780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64780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712" y="750648"/>
            <a:ext cx="920520" cy="453911"/>
          </a:xfrm>
          <a:prstGeom prst="rect">
            <a:avLst/>
          </a:prstGeom>
        </p:spPr>
      </p:pic>
      <p:pic>
        <p:nvPicPr>
          <p:cNvPr id="15" name="Picture 14" descr="e4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796674"/>
            <a:ext cx="349162" cy="117445"/>
          </a:xfrm>
          <a:prstGeom prst="rect">
            <a:avLst/>
          </a:prstGeom>
        </p:spPr>
      </p:pic>
      <p:pic>
        <p:nvPicPr>
          <p:cNvPr id="16" name="Picture 15" descr="e4x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4581" y="596698"/>
            <a:ext cx="349162" cy="31742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6129572" y="969388"/>
            <a:ext cx="1066534" cy="16430"/>
            <a:chOff x="6129572" y="969388"/>
            <a:chExt cx="1066534" cy="16430"/>
          </a:xfrm>
        </p:grpSpPr>
        <p:sp>
          <p:nvSpPr>
            <p:cNvPr id="17" name="Straight Connector 16"/>
            <p:cNvSpPr/>
            <p:nvPr/>
          </p:nvSpPr>
          <p:spPr>
            <a:xfrm>
              <a:off x="6129572" y="977603"/>
              <a:ext cx="1066534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>
              <a:off x="7165446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7165446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1" name="Picture 20" descr="e3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4445" y="744299"/>
            <a:ext cx="920520" cy="466608"/>
          </a:xfrm>
          <a:prstGeom prst="rect">
            <a:avLst/>
          </a:prstGeom>
        </p:spPr>
      </p:pic>
      <p:pic>
        <p:nvPicPr>
          <p:cNvPr id="22" name="Picture 21" descr="e3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8314" y="653834"/>
            <a:ext cx="349162" cy="260285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3" name="Straight Connector 22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7" name="Picture 26" descr="e2x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0825" y="747473"/>
            <a:ext cx="920520" cy="460260"/>
          </a:xfrm>
          <a:prstGeom prst="rect">
            <a:avLst/>
          </a:prstGeom>
        </p:spPr>
      </p:pic>
      <p:pic>
        <p:nvPicPr>
          <p:cNvPr id="28" name="Picture 27" descr="e2x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9" name="Straight Connector 28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Straight Connector 30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3" name="Picture 32" descr="e1x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7204" y="706209"/>
            <a:ext cx="920520" cy="542789"/>
          </a:xfrm>
          <a:prstGeom prst="rect">
            <a:avLst/>
          </a:prstGeom>
        </p:spPr>
      </p:pic>
      <p:pic>
        <p:nvPicPr>
          <p:cNvPr id="34" name="Picture 33" descr="e1x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8" name="Group 37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5" name="Straight Connector 34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Straight Connector 36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9" name="Picture 38" descr="e1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Route62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2" name="Picture 4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626357"/>
            <a:ext cx="920520" cy="434866"/>
          </a:xfrm>
          <a:prstGeom prst="rect">
            <a:avLst/>
          </a:prstGeom>
        </p:spPr>
      </p:pic>
      <p:pic>
        <p:nvPicPr>
          <p:cNvPr id="43" name="Picture 4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180380"/>
            <a:ext cx="634841" cy="599925"/>
          </a:xfrm>
          <a:prstGeom prst="rect">
            <a:avLst/>
          </a:prstGeom>
        </p:spPr>
      </p:pic>
      <p:grpSp>
        <p:nvGrpSpPr>
          <p:cNvPr id="47" name="Group 46"/>
          <p:cNvGrpSpPr/>
          <p:nvPr/>
        </p:nvGrpSpPr>
        <p:grpSpPr>
          <a:xfrm>
            <a:off x="1526239" y="4835575"/>
            <a:ext cx="914172" cy="16430"/>
            <a:chOff x="1526239" y="4835575"/>
            <a:chExt cx="914172" cy="16430"/>
          </a:xfrm>
        </p:grpSpPr>
        <p:sp>
          <p:nvSpPr>
            <p:cNvPr id="44" name="Straight Connector 43"/>
            <p:cNvSpPr/>
            <p:nvPr/>
          </p:nvSpPr>
          <p:spPr>
            <a:xfrm>
              <a:off x="1526239" y="484379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>
              <a:off x="2409751" y="484379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Straight Connector 45"/>
            <p:cNvSpPr/>
            <p:nvPr/>
          </p:nvSpPr>
          <p:spPr>
            <a:xfrm flipV="1">
              <a:off x="2409751" y="483557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8" name="Picture 4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620008"/>
            <a:ext cx="920520" cy="447563"/>
          </a:xfrm>
          <a:prstGeom prst="rect">
            <a:avLst/>
          </a:prstGeom>
        </p:spPr>
      </p:pic>
      <p:pic>
        <p:nvPicPr>
          <p:cNvPr id="49" name="Picture 4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3570" y="3177330"/>
            <a:ext cx="349162" cy="288853"/>
          </a:xfrm>
          <a:prstGeom prst="rect">
            <a:avLst/>
          </a:prstGeom>
        </p:spPr>
      </p:pic>
      <p:grpSp>
        <p:nvGrpSpPr>
          <p:cNvPr id="53" name="Group 52"/>
          <p:cNvGrpSpPr/>
          <p:nvPr/>
        </p:nvGrpSpPr>
        <p:grpSpPr>
          <a:xfrm>
            <a:off x="8332473" y="3521452"/>
            <a:ext cx="571357" cy="16430"/>
            <a:chOff x="8332473" y="3521452"/>
            <a:chExt cx="571357" cy="16430"/>
          </a:xfrm>
        </p:grpSpPr>
        <p:sp>
          <p:nvSpPr>
            <p:cNvPr id="50" name="Straight Connector 49"/>
            <p:cNvSpPr/>
            <p:nvPr/>
          </p:nvSpPr>
          <p:spPr>
            <a:xfrm>
              <a:off x="8332473" y="352966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>
              <a:off x="8873170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Straight Connector 51"/>
            <p:cNvSpPr/>
            <p:nvPr/>
          </p:nvSpPr>
          <p:spPr>
            <a:xfrm flipV="1">
              <a:off x="8873170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4" name="Picture 5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081" y="3302712"/>
            <a:ext cx="920520" cy="453911"/>
          </a:xfrm>
          <a:prstGeom prst="rect">
            <a:avLst/>
          </a:prstGeom>
        </p:spPr>
      </p:pic>
      <p:pic>
        <p:nvPicPr>
          <p:cNvPr id="55" name="Picture 54" descr="e4x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1934" y="3266208"/>
            <a:ext cx="288853" cy="199975"/>
          </a:xfrm>
          <a:prstGeom prst="rect">
            <a:avLst/>
          </a:prstGeom>
        </p:spPr>
      </p:pic>
      <p:pic>
        <p:nvPicPr>
          <p:cNvPr id="56" name="Picture 55" descr="e4x2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34271" y="2999575"/>
            <a:ext cx="634841" cy="466608"/>
          </a:xfrm>
          <a:prstGeom prst="rect">
            <a:avLst/>
          </a:prstGeom>
        </p:spPr>
      </p:pic>
      <p:grpSp>
        <p:nvGrpSpPr>
          <p:cNvPr id="60" name="Group 59"/>
          <p:cNvGrpSpPr/>
          <p:nvPr/>
        </p:nvGrpSpPr>
        <p:grpSpPr>
          <a:xfrm>
            <a:off x="6107035" y="3521452"/>
            <a:ext cx="1336976" cy="16430"/>
            <a:chOff x="6107035" y="3521452"/>
            <a:chExt cx="1336976" cy="16430"/>
          </a:xfrm>
        </p:grpSpPr>
        <p:sp>
          <p:nvSpPr>
            <p:cNvPr id="57" name="Straight Connector 56"/>
            <p:cNvSpPr/>
            <p:nvPr/>
          </p:nvSpPr>
          <p:spPr>
            <a:xfrm>
              <a:off x="6107035" y="3529667"/>
              <a:ext cx="1336976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Straight Connector 57"/>
            <p:cNvSpPr/>
            <p:nvPr/>
          </p:nvSpPr>
          <p:spPr>
            <a:xfrm>
              <a:off x="7413351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Straight Connector 58"/>
            <p:cNvSpPr/>
            <p:nvPr/>
          </p:nvSpPr>
          <p:spPr>
            <a:xfrm flipV="1">
              <a:off x="7413351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1" name="Picture 60" descr="e3x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4445" y="3296363"/>
            <a:ext cx="920520" cy="466608"/>
          </a:xfrm>
          <a:prstGeom prst="rect">
            <a:avLst/>
          </a:prstGeom>
        </p:spPr>
      </p:pic>
      <p:pic>
        <p:nvPicPr>
          <p:cNvPr id="62" name="Picture 61" descr="e3x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8314" y="3205898"/>
            <a:ext cx="349162" cy="260285"/>
          </a:xfrm>
          <a:prstGeom prst="rect">
            <a:avLst/>
          </a:prstGeom>
        </p:spPr>
      </p:pic>
      <p:grpSp>
        <p:nvGrpSpPr>
          <p:cNvPr id="66" name="Group 65"/>
          <p:cNvGrpSpPr/>
          <p:nvPr/>
        </p:nvGrpSpPr>
        <p:grpSpPr>
          <a:xfrm>
            <a:off x="4647216" y="3521452"/>
            <a:ext cx="571357" cy="16430"/>
            <a:chOff x="4647216" y="3521452"/>
            <a:chExt cx="571357" cy="16430"/>
          </a:xfrm>
        </p:grpSpPr>
        <p:sp>
          <p:nvSpPr>
            <p:cNvPr id="63" name="Straight Connector 62"/>
            <p:cNvSpPr/>
            <p:nvPr/>
          </p:nvSpPr>
          <p:spPr>
            <a:xfrm>
              <a:off x="4647216" y="352966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Straight Connector 63"/>
            <p:cNvSpPr/>
            <p:nvPr/>
          </p:nvSpPr>
          <p:spPr>
            <a:xfrm>
              <a:off x="5187913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Straight Connector 64"/>
            <p:cNvSpPr/>
            <p:nvPr/>
          </p:nvSpPr>
          <p:spPr>
            <a:xfrm flipV="1">
              <a:off x="5187913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7" name="Picture 66" descr="e2x4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0825" y="3299537"/>
            <a:ext cx="920520" cy="460260"/>
          </a:xfrm>
          <a:prstGeom prst="rect">
            <a:avLst/>
          </a:prstGeom>
        </p:spPr>
      </p:pic>
      <p:pic>
        <p:nvPicPr>
          <p:cNvPr id="68" name="Picture 67" descr="e2x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4693" y="3304299"/>
            <a:ext cx="349162" cy="161884"/>
          </a:xfrm>
          <a:prstGeom prst="rect">
            <a:avLst/>
          </a:prstGeom>
        </p:spPr>
      </p:pic>
      <p:grpSp>
        <p:nvGrpSpPr>
          <p:cNvPr id="72" name="Group 71"/>
          <p:cNvGrpSpPr/>
          <p:nvPr/>
        </p:nvGrpSpPr>
        <p:grpSpPr>
          <a:xfrm>
            <a:off x="3123596" y="3521452"/>
            <a:ext cx="571357" cy="16430"/>
            <a:chOff x="3123596" y="3521452"/>
            <a:chExt cx="571357" cy="16430"/>
          </a:xfrm>
        </p:grpSpPr>
        <p:sp>
          <p:nvSpPr>
            <p:cNvPr id="69" name="Straight Connector 68"/>
            <p:cNvSpPr/>
            <p:nvPr/>
          </p:nvSpPr>
          <p:spPr>
            <a:xfrm>
              <a:off x="3123596" y="352966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Straight Connector 69"/>
            <p:cNvSpPr/>
            <p:nvPr/>
          </p:nvSpPr>
          <p:spPr>
            <a:xfrm>
              <a:off x="3664293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Straight Connector 70"/>
            <p:cNvSpPr/>
            <p:nvPr/>
          </p:nvSpPr>
          <p:spPr>
            <a:xfrm flipV="1">
              <a:off x="3664293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3" name="Picture 72" descr="e1x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7204" y="3258273"/>
            <a:ext cx="920520" cy="542789"/>
          </a:xfrm>
          <a:prstGeom prst="rect">
            <a:avLst/>
          </a:prstGeom>
        </p:spPr>
      </p:pic>
      <p:pic>
        <p:nvPicPr>
          <p:cNvPr id="74" name="Picture 73" descr="e1x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5394" y="2993226"/>
            <a:ext cx="634841" cy="472957"/>
          </a:xfrm>
          <a:prstGeom prst="rect">
            <a:avLst/>
          </a:prstGeom>
        </p:spPr>
      </p:pic>
      <p:grpSp>
        <p:nvGrpSpPr>
          <p:cNvPr id="78" name="Group 77"/>
          <p:cNvGrpSpPr/>
          <p:nvPr/>
        </p:nvGrpSpPr>
        <p:grpSpPr>
          <a:xfrm>
            <a:off x="1285729" y="3521452"/>
            <a:ext cx="914172" cy="16430"/>
            <a:chOff x="1285729" y="3521452"/>
            <a:chExt cx="914172" cy="16430"/>
          </a:xfrm>
        </p:grpSpPr>
        <p:sp>
          <p:nvSpPr>
            <p:cNvPr id="75" name="Straight Connector 74"/>
            <p:cNvSpPr/>
            <p:nvPr/>
          </p:nvSpPr>
          <p:spPr>
            <a:xfrm>
              <a:off x="1285729" y="352966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Straight Connector 75"/>
            <p:cNvSpPr/>
            <p:nvPr/>
          </p:nvSpPr>
          <p:spPr>
            <a:xfrm>
              <a:off x="2169241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Straight Connector 76"/>
            <p:cNvSpPr/>
            <p:nvPr/>
          </p:nvSpPr>
          <p:spPr>
            <a:xfrm flipV="1">
              <a:off x="2169241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9" name="Picture 78" descr="e1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7905" y="3236053"/>
            <a:ext cx="920520" cy="58722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Route66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7429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67944"/>
            <a:ext cx="920520" cy="447563"/>
          </a:xfrm>
          <a:prstGeom prst="rect">
            <a:avLst/>
          </a:prstGeom>
        </p:spPr>
      </p:pic>
      <p:pic>
        <p:nvPicPr>
          <p:cNvPr id="9" name="Picture 8" descr="e5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752235"/>
            <a:ext cx="199975" cy="16188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95054" y="969388"/>
            <a:ext cx="392332" cy="16430"/>
            <a:chOff x="7995054" y="969388"/>
            <a:chExt cx="39233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95054" y="977603"/>
              <a:ext cx="39233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356726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356726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750648"/>
            <a:ext cx="920520" cy="453911"/>
          </a:xfrm>
          <a:prstGeom prst="rect">
            <a:avLst/>
          </a:prstGeom>
        </p:spPr>
      </p:pic>
      <p:pic>
        <p:nvPicPr>
          <p:cNvPr id="15" name="Picture 14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44751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969388"/>
            <a:ext cx="914172" cy="16430"/>
            <a:chOff x="6142269" y="96938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4299"/>
            <a:ext cx="920520" cy="466608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599873"/>
            <a:ext cx="349162" cy="31424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4747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0620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Route68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36" y="4112135"/>
            <a:ext cx="920520" cy="434866"/>
          </a:xfrm>
          <a:prstGeom prst="rect">
            <a:avLst/>
          </a:prstGeom>
        </p:spPr>
      </p:pic>
      <p:pic>
        <p:nvPicPr>
          <p:cNvPr id="42" name="Picture 41" descr="e6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65904" y="4180380"/>
            <a:ext cx="349162" cy="85703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54807" y="4321353"/>
            <a:ext cx="571357" cy="16430"/>
            <a:chOff x="1554807" y="4321353"/>
            <a:chExt cx="571357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1554807" y="4329568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095504" y="432956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095504" y="432135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105786"/>
            <a:ext cx="920520" cy="447563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91233" y="3177330"/>
            <a:ext cx="349162" cy="288853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980136" y="3521452"/>
            <a:ext cx="571357" cy="16430"/>
            <a:chOff x="7980136" y="3521452"/>
            <a:chExt cx="571357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980136" y="352966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520833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520833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3302712"/>
            <a:ext cx="920520" cy="453911"/>
          </a:xfrm>
          <a:prstGeom prst="rect">
            <a:avLst/>
          </a:prstGeom>
        </p:spPr>
      </p:pic>
      <p:pic>
        <p:nvPicPr>
          <p:cNvPr id="54" name="Picture 53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2999575"/>
            <a:ext cx="634841" cy="466608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42269" y="3521452"/>
            <a:ext cx="914172" cy="16430"/>
            <a:chOff x="6142269" y="3521452"/>
            <a:chExt cx="91417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42269" y="352966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7025780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7025780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296363"/>
            <a:ext cx="920520" cy="466608"/>
          </a:xfrm>
          <a:prstGeom prst="rect">
            <a:avLst/>
          </a:prstGeom>
        </p:spPr>
      </p:pic>
      <p:pic>
        <p:nvPicPr>
          <p:cNvPr id="60" name="Picture 59" descr="e3x2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58314" y="3205898"/>
            <a:ext cx="349162" cy="260285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521452"/>
            <a:ext cx="571357" cy="16430"/>
            <a:chOff x="4647216" y="3521452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52966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299537"/>
            <a:ext cx="920520" cy="460260"/>
          </a:xfrm>
          <a:prstGeom prst="rect">
            <a:avLst/>
          </a:prstGeom>
        </p:spPr>
      </p:pic>
      <p:pic>
        <p:nvPicPr>
          <p:cNvPr id="66" name="Picture 65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304299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521452"/>
            <a:ext cx="571357" cy="16430"/>
            <a:chOff x="3123596" y="3521452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52966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258273"/>
            <a:ext cx="920520" cy="542789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2993226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521452"/>
            <a:ext cx="914172" cy="16430"/>
            <a:chOff x="1285729" y="3521452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52966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236053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Route73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80" name="Picture 79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36" y="6210287"/>
            <a:ext cx="920520" cy="434866"/>
          </a:xfrm>
          <a:prstGeom prst="rect">
            <a:avLst/>
          </a:prstGeom>
        </p:spPr>
      </p:pic>
      <p:pic>
        <p:nvPicPr>
          <p:cNvPr id="81" name="Picture 80" descr="e6x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65904" y="6278532"/>
            <a:ext cx="349162" cy="85703"/>
          </a:xfrm>
          <a:prstGeom prst="rect">
            <a:avLst/>
          </a:prstGeom>
        </p:spPr>
      </p:pic>
      <p:grpSp>
        <p:nvGrpSpPr>
          <p:cNvPr id="85" name="Group 84"/>
          <p:cNvGrpSpPr/>
          <p:nvPr/>
        </p:nvGrpSpPr>
        <p:grpSpPr>
          <a:xfrm>
            <a:off x="1554807" y="6419505"/>
            <a:ext cx="571357" cy="16430"/>
            <a:chOff x="1554807" y="6419505"/>
            <a:chExt cx="571357" cy="16430"/>
          </a:xfrm>
        </p:grpSpPr>
        <p:sp>
          <p:nvSpPr>
            <p:cNvPr id="82" name="Straight Connector 81"/>
            <p:cNvSpPr/>
            <p:nvPr/>
          </p:nvSpPr>
          <p:spPr>
            <a:xfrm>
              <a:off x="1554807" y="6427720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Straight Connector 82"/>
            <p:cNvSpPr/>
            <p:nvPr/>
          </p:nvSpPr>
          <p:spPr>
            <a:xfrm>
              <a:off x="2095504" y="642772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Straight Connector 83"/>
            <p:cNvSpPr/>
            <p:nvPr/>
          </p:nvSpPr>
          <p:spPr>
            <a:xfrm flipV="1">
              <a:off x="2095504" y="641950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6" name="Picture 85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6203938"/>
            <a:ext cx="920520" cy="447563"/>
          </a:xfrm>
          <a:prstGeom prst="rect">
            <a:avLst/>
          </a:prstGeom>
        </p:spPr>
      </p:pic>
      <p:pic>
        <p:nvPicPr>
          <p:cNvPr id="87" name="Picture 86" descr="e5x2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80136" y="5031068"/>
            <a:ext cx="634841" cy="533267"/>
          </a:xfrm>
          <a:prstGeom prst="rect">
            <a:avLst/>
          </a:prstGeom>
        </p:spPr>
      </p:pic>
      <p:grpSp>
        <p:nvGrpSpPr>
          <p:cNvPr id="91" name="Group 90"/>
          <p:cNvGrpSpPr/>
          <p:nvPr/>
        </p:nvGrpSpPr>
        <p:grpSpPr>
          <a:xfrm>
            <a:off x="7840470" y="5619604"/>
            <a:ext cx="914172" cy="16431"/>
            <a:chOff x="7840470" y="5619604"/>
            <a:chExt cx="914172" cy="16431"/>
          </a:xfrm>
        </p:grpSpPr>
        <p:sp>
          <p:nvSpPr>
            <p:cNvPr id="88" name="Straight Connector 87"/>
            <p:cNvSpPr/>
            <p:nvPr/>
          </p:nvSpPr>
          <p:spPr>
            <a:xfrm>
              <a:off x="7840470" y="562782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Straight Connector 88"/>
            <p:cNvSpPr/>
            <p:nvPr/>
          </p:nvSpPr>
          <p:spPr>
            <a:xfrm>
              <a:off x="8723982" y="562782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Straight Connector 89"/>
            <p:cNvSpPr/>
            <p:nvPr/>
          </p:nvSpPr>
          <p:spPr>
            <a:xfrm flipV="1">
              <a:off x="8723982" y="561960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2" name="Picture 91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647" y="5400864"/>
            <a:ext cx="920520" cy="453911"/>
          </a:xfrm>
          <a:prstGeom prst="rect">
            <a:avLst/>
          </a:prstGeom>
        </p:spPr>
      </p:pic>
      <p:pic>
        <p:nvPicPr>
          <p:cNvPr id="93" name="Picture 92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837" y="5097727"/>
            <a:ext cx="634841" cy="466608"/>
          </a:xfrm>
          <a:prstGeom prst="rect">
            <a:avLst/>
          </a:prstGeom>
        </p:spPr>
      </p:pic>
      <p:grpSp>
        <p:nvGrpSpPr>
          <p:cNvPr id="97" name="Group 96"/>
          <p:cNvGrpSpPr/>
          <p:nvPr/>
        </p:nvGrpSpPr>
        <p:grpSpPr>
          <a:xfrm>
            <a:off x="6031171" y="5619604"/>
            <a:ext cx="914172" cy="16431"/>
            <a:chOff x="6031171" y="5619604"/>
            <a:chExt cx="914172" cy="16431"/>
          </a:xfrm>
        </p:grpSpPr>
        <p:sp>
          <p:nvSpPr>
            <p:cNvPr id="94" name="Straight Connector 93"/>
            <p:cNvSpPr/>
            <p:nvPr/>
          </p:nvSpPr>
          <p:spPr>
            <a:xfrm>
              <a:off x="6031171" y="562782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Straight Connector 94"/>
            <p:cNvSpPr/>
            <p:nvPr/>
          </p:nvSpPr>
          <p:spPr>
            <a:xfrm>
              <a:off x="6914683" y="562782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Straight Connector 95"/>
            <p:cNvSpPr/>
            <p:nvPr/>
          </p:nvSpPr>
          <p:spPr>
            <a:xfrm flipV="1">
              <a:off x="6914683" y="561960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8" name="Picture 97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3348" y="5394515"/>
            <a:ext cx="920520" cy="466608"/>
          </a:xfrm>
          <a:prstGeom prst="rect">
            <a:avLst/>
          </a:prstGeom>
        </p:spPr>
      </p:pic>
      <p:pic>
        <p:nvPicPr>
          <p:cNvPr id="99" name="Picture 98" descr="e4x1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58314" y="5402451"/>
            <a:ext cx="238065" cy="161884"/>
          </a:xfrm>
          <a:prstGeom prst="rect">
            <a:avLst/>
          </a:prstGeom>
        </p:spPr>
      </p:pic>
      <p:grpSp>
        <p:nvGrpSpPr>
          <p:cNvPr id="103" name="Group 102"/>
          <p:cNvGrpSpPr/>
          <p:nvPr/>
        </p:nvGrpSpPr>
        <p:grpSpPr>
          <a:xfrm>
            <a:off x="4658326" y="5619604"/>
            <a:ext cx="438040" cy="16431"/>
            <a:chOff x="4658326" y="5619604"/>
            <a:chExt cx="438040" cy="16431"/>
          </a:xfrm>
        </p:grpSpPr>
        <p:sp>
          <p:nvSpPr>
            <p:cNvPr id="100" name="Straight Connector 99"/>
            <p:cNvSpPr/>
            <p:nvPr/>
          </p:nvSpPr>
          <p:spPr>
            <a:xfrm>
              <a:off x="4658326" y="5627820"/>
              <a:ext cx="43804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traight Connector 100"/>
            <p:cNvSpPr/>
            <p:nvPr/>
          </p:nvSpPr>
          <p:spPr>
            <a:xfrm>
              <a:off x="5065706" y="562782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traight Connector 101"/>
            <p:cNvSpPr/>
            <p:nvPr/>
          </p:nvSpPr>
          <p:spPr>
            <a:xfrm flipV="1">
              <a:off x="5065706" y="561960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4" name="Picture 103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5397689"/>
            <a:ext cx="920520" cy="460260"/>
          </a:xfrm>
          <a:prstGeom prst="rect">
            <a:avLst/>
          </a:prstGeom>
        </p:spPr>
      </p:pic>
      <p:pic>
        <p:nvPicPr>
          <p:cNvPr id="105" name="Picture 104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5402451"/>
            <a:ext cx="349162" cy="161884"/>
          </a:xfrm>
          <a:prstGeom prst="rect">
            <a:avLst/>
          </a:prstGeom>
        </p:spPr>
      </p:pic>
      <p:grpSp>
        <p:nvGrpSpPr>
          <p:cNvPr id="109" name="Group 108"/>
          <p:cNvGrpSpPr/>
          <p:nvPr/>
        </p:nvGrpSpPr>
        <p:grpSpPr>
          <a:xfrm>
            <a:off x="3123596" y="5619604"/>
            <a:ext cx="571357" cy="16431"/>
            <a:chOff x="3123596" y="5619604"/>
            <a:chExt cx="571357" cy="16431"/>
          </a:xfrm>
        </p:grpSpPr>
        <p:sp>
          <p:nvSpPr>
            <p:cNvPr id="106" name="Straight Connector 105"/>
            <p:cNvSpPr/>
            <p:nvPr/>
          </p:nvSpPr>
          <p:spPr>
            <a:xfrm>
              <a:off x="3123596" y="5627820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Straight Connector 106"/>
            <p:cNvSpPr/>
            <p:nvPr/>
          </p:nvSpPr>
          <p:spPr>
            <a:xfrm>
              <a:off x="3664293" y="562782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Straight Connector 107"/>
            <p:cNvSpPr/>
            <p:nvPr/>
          </p:nvSpPr>
          <p:spPr>
            <a:xfrm flipV="1">
              <a:off x="3664293" y="561960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10" name="Picture 109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5356425"/>
            <a:ext cx="920520" cy="542789"/>
          </a:xfrm>
          <a:prstGeom prst="rect">
            <a:avLst/>
          </a:prstGeom>
        </p:spPr>
      </p:pic>
      <p:pic>
        <p:nvPicPr>
          <p:cNvPr id="111" name="Picture 110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5091378"/>
            <a:ext cx="634841" cy="472957"/>
          </a:xfrm>
          <a:prstGeom prst="rect">
            <a:avLst/>
          </a:prstGeom>
        </p:spPr>
      </p:pic>
      <p:grpSp>
        <p:nvGrpSpPr>
          <p:cNvPr id="115" name="Group 114"/>
          <p:cNvGrpSpPr/>
          <p:nvPr/>
        </p:nvGrpSpPr>
        <p:grpSpPr>
          <a:xfrm>
            <a:off x="1285729" y="5619604"/>
            <a:ext cx="914172" cy="16431"/>
            <a:chOff x="1285729" y="5619604"/>
            <a:chExt cx="914172" cy="16431"/>
          </a:xfrm>
        </p:grpSpPr>
        <p:sp>
          <p:nvSpPr>
            <p:cNvPr id="112" name="Straight Connector 111"/>
            <p:cNvSpPr/>
            <p:nvPr/>
          </p:nvSpPr>
          <p:spPr>
            <a:xfrm>
              <a:off x="1285729" y="562782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Straight Connector 112"/>
            <p:cNvSpPr/>
            <p:nvPr/>
          </p:nvSpPr>
          <p:spPr>
            <a:xfrm>
              <a:off x="2169241" y="562782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Straight Connector 113"/>
            <p:cNvSpPr/>
            <p:nvPr/>
          </p:nvSpPr>
          <p:spPr>
            <a:xfrm flipV="1">
              <a:off x="2169241" y="561960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16" name="Picture 115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5334205"/>
            <a:ext cx="920520" cy="587228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504874" y="4815172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Route74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4874" y="4815172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36" y="1620381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88626"/>
            <a:ext cx="349162" cy="85703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54807" y="1829599"/>
            <a:ext cx="571357" cy="16430"/>
            <a:chOff x="1554807" y="1829599"/>
            <a:chExt cx="571357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54807" y="1837814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095504" y="183781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095504" y="182959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1614032"/>
            <a:ext cx="920520" cy="447563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554" y="441162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665889" y="1029698"/>
            <a:ext cx="914172" cy="16430"/>
            <a:chOff x="7665889" y="1029698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66588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54940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54940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810958"/>
            <a:ext cx="920520" cy="453911"/>
          </a:xfrm>
          <a:prstGeom prst="rect">
            <a:avLst/>
          </a:prstGeom>
        </p:spPr>
      </p:pic>
      <p:pic>
        <p:nvPicPr>
          <p:cNvPr id="15" name="Picture 14" descr="e4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856984"/>
            <a:ext cx="349162" cy="117445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70837" y="1029698"/>
            <a:ext cx="571357" cy="16430"/>
            <a:chOff x="6170837" y="1029698"/>
            <a:chExt cx="571357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70837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711534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6711534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804609"/>
            <a:ext cx="920520" cy="466608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660183"/>
            <a:ext cx="349162" cy="31424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1029698"/>
            <a:ext cx="571357" cy="16430"/>
            <a:chOff x="4647216" y="102969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80778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81254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1029698"/>
            <a:ext cx="571357" cy="16430"/>
            <a:chOff x="3123596" y="102969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6651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50147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1029698"/>
            <a:ext cx="914172" cy="16430"/>
            <a:chOff x="1285729" y="102969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74429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Route75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36" y="3731230"/>
            <a:ext cx="920520" cy="434866"/>
          </a:xfrm>
          <a:prstGeom prst="rect">
            <a:avLst/>
          </a:prstGeom>
        </p:spPr>
      </p:pic>
      <p:pic>
        <p:nvPicPr>
          <p:cNvPr id="42" name="Picture 41" descr="e6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65904" y="3786778"/>
            <a:ext cx="349162" cy="98400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54807" y="3940448"/>
            <a:ext cx="571357" cy="16430"/>
            <a:chOff x="1554807" y="3940448"/>
            <a:chExt cx="571357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1554807" y="394866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095504" y="394866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095504" y="394044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3724881"/>
            <a:ext cx="920520" cy="447563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2539314"/>
            <a:ext cx="634841" cy="53326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951568" y="3127850"/>
            <a:ext cx="914172" cy="16431"/>
            <a:chOff x="7951568" y="3127850"/>
            <a:chExt cx="914172" cy="16431"/>
          </a:xfrm>
        </p:grpSpPr>
        <p:sp>
          <p:nvSpPr>
            <p:cNvPr id="49" name="Straight Connector 48"/>
            <p:cNvSpPr/>
            <p:nvPr/>
          </p:nvSpPr>
          <p:spPr>
            <a:xfrm>
              <a:off x="7951568" y="313606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835079" y="313606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835079" y="312785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2909110"/>
            <a:ext cx="920520" cy="453911"/>
          </a:xfrm>
          <a:prstGeom prst="rect">
            <a:avLst/>
          </a:prstGeom>
        </p:spPr>
      </p:pic>
      <p:pic>
        <p:nvPicPr>
          <p:cNvPr id="54" name="Picture 53" descr="e4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1934" y="2605973"/>
            <a:ext cx="634841" cy="466608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42269" y="3127850"/>
            <a:ext cx="914172" cy="16431"/>
            <a:chOff x="6142269" y="3127850"/>
            <a:chExt cx="914172" cy="16431"/>
          </a:xfrm>
        </p:grpSpPr>
        <p:sp>
          <p:nvSpPr>
            <p:cNvPr id="55" name="Straight Connector 54"/>
            <p:cNvSpPr/>
            <p:nvPr/>
          </p:nvSpPr>
          <p:spPr>
            <a:xfrm>
              <a:off x="6142269" y="313606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7025780" y="313606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7025780" y="312785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2902761"/>
            <a:ext cx="920520" cy="466608"/>
          </a:xfrm>
          <a:prstGeom prst="rect">
            <a:avLst/>
          </a:prstGeom>
        </p:spPr>
      </p:pic>
      <p:pic>
        <p:nvPicPr>
          <p:cNvPr id="60" name="Picture 59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2758335"/>
            <a:ext cx="349162" cy="314246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127850"/>
            <a:ext cx="571357" cy="16431"/>
            <a:chOff x="4647216" y="3127850"/>
            <a:chExt cx="571357" cy="16431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136066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13606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12785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2905935"/>
            <a:ext cx="920520" cy="460260"/>
          </a:xfrm>
          <a:prstGeom prst="rect">
            <a:avLst/>
          </a:prstGeom>
        </p:spPr>
      </p:pic>
      <p:pic>
        <p:nvPicPr>
          <p:cNvPr id="66" name="Picture 65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2910697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127850"/>
            <a:ext cx="571357" cy="16431"/>
            <a:chOff x="3123596" y="3127850"/>
            <a:chExt cx="571357" cy="16431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136066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13606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12785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2864671"/>
            <a:ext cx="920520" cy="542789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2599624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127850"/>
            <a:ext cx="914172" cy="16431"/>
            <a:chOff x="1285729" y="3127850"/>
            <a:chExt cx="914172" cy="16431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13606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13606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12785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2842451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323418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Route76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323418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80" name="Picture 79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36" y="5908737"/>
            <a:ext cx="920520" cy="434866"/>
          </a:xfrm>
          <a:prstGeom prst="rect">
            <a:avLst/>
          </a:prstGeom>
        </p:spPr>
      </p:pic>
      <p:pic>
        <p:nvPicPr>
          <p:cNvPr id="81" name="Picture 80" descr="e6x2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65904" y="5837317"/>
            <a:ext cx="349162" cy="225368"/>
          </a:xfrm>
          <a:prstGeom prst="rect">
            <a:avLst/>
          </a:prstGeom>
        </p:spPr>
      </p:pic>
      <p:grpSp>
        <p:nvGrpSpPr>
          <p:cNvPr id="85" name="Group 84"/>
          <p:cNvGrpSpPr/>
          <p:nvPr/>
        </p:nvGrpSpPr>
        <p:grpSpPr>
          <a:xfrm>
            <a:off x="1554807" y="6117955"/>
            <a:ext cx="571357" cy="16430"/>
            <a:chOff x="1554807" y="6117955"/>
            <a:chExt cx="571357" cy="16430"/>
          </a:xfrm>
        </p:grpSpPr>
        <p:sp>
          <p:nvSpPr>
            <p:cNvPr id="82" name="Straight Connector 81"/>
            <p:cNvSpPr/>
            <p:nvPr/>
          </p:nvSpPr>
          <p:spPr>
            <a:xfrm>
              <a:off x="1554807" y="6126170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Straight Connector 82"/>
            <p:cNvSpPr/>
            <p:nvPr/>
          </p:nvSpPr>
          <p:spPr>
            <a:xfrm>
              <a:off x="2095504" y="612617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Straight Connector 83"/>
            <p:cNvSpPr/>
            <p:nvPr/>
          </p:nvSpPr>
          <p:spPr>
            <a:xfrm flipV="1">
              <a:off x="2095504" y="611795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6" name="Picture 85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5902389"/>
            <a:ext cx="920520" cy="447563"/>
          </a:xfrm>
          <a:prstGeom prst="rect">
            <a:avLst/>
          </a:prstGeom>
        </p:spPr>
      </p:pic>
      <p:pic>
        <p:nvPicPr>
          <p:cNvPr id="87" name="Picture 86" descr="e5x2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91233" y="4834267"/>
            <a:ext cx="349162" cy="288853"/>
          </a:xfrm>
          <a:prstGeom prst="rect">
            <a:avLst/>
          </a:prstGeom>
        </p:spPr>
      </p:pic>
      <p:grpSp>
        <p:nvGrpSpPr>
          <p:cNvPr id="91" name="Group 90"/>
          <p:cNvGrpSpPr/>
          <p:nvPr/>
        </p:nvGrpSpPr>
        <p:grpSpPr>
          <a:xfrm>
            <a:off x="7980136" y="5178389"/>
            <a:ext cx="571357" cy="16431"/>
            <a:chOff x="7980136" y="5178389"/>
            <a:chExt cx="571357" cy="16431"/>
          </a:xfrm>
        </p:grpSpPr>
        <p:sp>
          <p:nvSpPr>
            <p:cNvPr id="88" name="Straight Connector 87"/>
            <p:cNvSpPr/>
            <p:nvPr/>
          </p:nvSpPr>
          <p:spPr>
            <a:xfrm>
              <a:off x="7980136" y="5186605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Straight Connector 88"/>
            <p:cNvSpPr/>
            <p:nvPr/>
          </p:nvSpPr>
          <p:spPr>
            <a:xfrm>
              <a:off x="8520833" y="518660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Straight Connector 89"/>
            <p:cNvSpPr/>
            <p:nvPr/>
          </p:nvSpPr>
          <p:spPr>
            <a:xfrm flipV="1">
              <a:off x="8520833" y="517838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2" name="Picture 91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4959649"/>
            <a:ext cx="920520" cy="453911"/>
          </a:xfrm>
          <a:prstGeom prst="rect">
            <a:avLst/>
          </a:prstGeom>
        </p:spPr>
      </p:pic>
      <p:pic>
        <p:nvPicPr>
          <p:cNvPr id="93" name="Picture 92" descr="e4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1934" y="4656512"/>
            <a:ext cx="634841" cy="466608"/>
          </a:xfrm>
          <a:prstGeom prst="rect">
            <a:avLst/>
          </a:prstGeom>
        </p:spPr>
      </p:pic>
      <p:grpSp>
        <p:nvGrpSpPr>
          <p:cNvPr id="97" name="Group 96"/>
          <p:cNvGrpSpPr/>
          <p:nvPr/>
        </p:nvGrpSpPr>
        <p:grpSpPr>
          <a:xfrm>
            <a:off x="6142269" y="5178389"/>
            <a:ext cx="914172" cy="16431"/>
            <a:chOff x="6142269" y="5178389"/>
            <a:chExt cx="914172" cy="16431"/>
          </a:xfrm>
        </p:grpSpPr>
        <p:sp>
          <p:nvSpPr>
            <p:cNvPr id="94" name="Straight Connector 93"/>
            <p:cNvSpPr/>
            <p:nvPr/>
          </p:nvSpPr>
          <p:spPr>
            <a:xfrm>
              <a:off x="6142269" y="5186605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Straight Connector 94"/>
            <p:cNvSpPr/>
            <p:nvPr/>
          </p:nvSpPr>
          <p:spPr>
            <a:xfrm>
              <a:off x="7025780" y="518660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Straight Connector 95"/>
            <p:cNvSpPr/>
            <p:nvPr/>
          </p:nvSpPr>
          <p:spPr>
            <a:xfrm flipV="1">
              <a:off x="7025780" y="517838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8" name="Picture 97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4953300"/>
            <a:ext cx="920520" cy="466608"/>
          </a:xfrm>
          <a:prstGeom prst="rect">
            <a:avLst/>
          </a:prstGeom>
        </p:spPr>
      </p:pic>
      <p:pic>
        <p:nvPicPr>
          <p:cNvPr id="99" name="Picture 98" descr="e3x2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58314" y="4862835"/>
            <a:ext cx="349162" cy="260285"/>
          </a:xfrm>
          <a:prstGeom prst="rect">
            <a:avLst/>
          </a:prstGeom>
        </p:spPr>
      </p:pic>
      <p:grpSp>
        <p:nvGrpSpPr>
          <p:cNvPr id="103" name="Group 102"/>
          <p:cNvGrpSpPr/>
          <p:nvPr/>
        </p:nvGrpSpPr>
        <p:grpSpPr>
          <a:xfrm>
            <a:off x="4647216" y="5178389"/>
            <a:ext cx="571357" cy="16431"/>
            <a:chOff x="4647216" y="5178389"/>
            <a:chExt cx="571357" cy="16431"/>
          </a:xfrm>
        </p:grpSpPr>
        <p:sp>
          <p:nvSpPr>
            <p:cNvPr id="100" name="Straight Connector 99"/>
            <p:cNvSpPr/>
            <p:nvPr/>
          </p:nvSpPr>
          <p:spPr>
            <a:xfrm>
              <a:off x="4647216" y="5186605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traight Connector 100"/>
            <p:cNvSpPr/>
            <p:nvPr/>
          </p:nvSpPr>
          <p:spPr>
            <a:xfrm>
              <a:off x="5187913" y="518660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traight Connector 101"/>
            <p:cNvSpPr/>
            <p:nvPr/>
          </p:nvSpPr>
          <p:spPr>
            <a:xfrm flipV="1">
              <a:off x="5187913" y="517838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4" name="Picture 103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4956474"/>
            <a:ext cx="920520" cy="460260"/>
          </a:xfrm>
          <a:prstGeom prst="rect">
            <a:avLst/>
          </a:prstGeom>
        </p:spPr>
      </p:pic>
      <p:pic>
        <p:nvPicPr>
          <p:cNvPr id="105" name="Picture 104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4961236"/>
            <a:ext cx="349162" cy="161884"/>
          </a:xfrm>
          <a:prstGeom prst="rect">
            <a:avLst/>
          </a:prstGeom>
        </p:spPr>
      </p:pic>
      <p:grpSp>
        <p:nvGrpSpPr>
          <p:cNvPr id="109" name="Group 108"/>
          <p:cNvGrpSpPr/>
          <p:nvPr/>
        </p:nvGrpSpPr>
        <p:grpSpPr>
          <a:xfrm>
            <a:off x="3123596" y="5178389"/>
            <a:ext cx="571357" cy="16431"/>
            <a:chOff x="3123596" y="5178389"/>
            <a:chExt cx="571357" cy="16431"/>
          </a:xfrm>
        </p:grpSpPr>
        <p:sp>
          <p:nvSpPr>
            <p:cNvPr id="106" name="Straight Connector 105"/>
            <p:cNvSpPr/>
            <p:nvPr/>
          </p:nvSpPr>
          <p:spPr>
            <a:xfrm>
              <a:off x="3123596" y="5186605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Straight Connector 106"/>
            <p:cNvSpPr/>
            <p:nvPr/>
          </p:nvSpPr>
          <p:spPr>
            <a:xfrm>
              <a:off x="3664293" y="518660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Straight Connector 107"/>
            <p:cNvSpPr/>
            <p:nvPr/>
          </p:nvSpPr>
          <p:spPr>
            <a:xfrm flipV="1">
              <a:off x="3664293" y="517838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10" name="Picture 109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4915210"/>
            <a:ext cx="920520" cy="542789"/>
          </a:xfrm>
          <a:prstGeom prst="rect">
            <a:avLst/>
          </a:prstGeom>
        </p:spPr>
      </p:pic>
      <p:pic>
        <p:nvPicPr>
          <p:cNvPr id="111" name="Picture 110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650163"/>
            <a:ext cx="634841" cy="472957"/>
          </a:xfrm>
          <a:prstGeom prst="rect">
            <a:avLst/>
          </a:prstGeom>
        </p:spPr>
      </p:pic>
      <p:grpSp>
        <p:nvGrpSpPr>
          <p:cNvPr id="115" name="Group 114"/>
          <p:cNvGrpSpPr/>
          <p:nvPr/>
        </p:nvGrpSpPr>
        <p:grpSpPr>
          <a:xfrm>
            <a:off x="1285729" y="5178389"/>
            <a:ext cx="914172" cy="16431"/>
            <a:chOff x="1285729" y="5178389"/>
            <a:chExt cx="914172" cy="16431"/>
          </a:xfrm>
        </p:grpSpPr>
        <p:sp>
          <p:nvSpPr>
            <p:cNvPr id="112" name="Straight Connector 111"/>
            <p:cNvSpPr/>
            <p:nvPr/>
          </p:nvSpPr>
          <p:spPr>
            <a:xfrm>
              <a:off x="1285729" y="5186605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Straight Connector 112"/>
            <p:cNvSpPr/>
            <p:nvPr/>
          </p:nvSpPr>
          <p:spPr>
            <a:xfrm>
              <a:off x="2169241" y="518660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Straight Connector 113"/>
            <p:cNvSpPr/>
            <p:nvPr/>
          </p:nvSpPr>
          <p:spPr>
            <a:xfrm flipV="1">
              <a:off x="2169241" y="517838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16" name="Picture 115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4892990"/>
            <a:ext cx="920520" cy="587228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504874" y="4434267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Route78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4874" y="4434267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36" y="1760046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88626"/>
            <a:ext cx="349162" cy="225368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54807" y="1969264"/>
            <a:ext cx="571357" cy="16430"/>
            <a:chOff x="1554807" y="1969264"/>
            <a:chExt cx="571357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54807" y="1977479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095504" y="1977479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095504" y="1969264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1753698"/>
            <a:ext cx="920520" cy="447563"/>
          </a:xfrm>
          <a:prstGeom prst="rect">
            <a:avLst/>
          </a:prstGeom>
        </p:spPr>
      </p:pic>
      <p:pic>
        <p:nvPicPr>
          <p:cNvPr id="9" name="Picture 8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0136" y="441162"/>
            <a:ext cx="634841" cy="53326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840470" y="1029698"/>
            <a:ext cx="914172" cy="16430"/>
            <a:chOff x="7840470" y="1029698"/>
            <a:chExt cx="91417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840470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723982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723982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647" y="810958"/>
            <a:ext cx="920520" cy="453911"/>
          </a:xfrm>
          <a:prstGeom prst="rect">
            <a:avLst/>
          </a:prstGeom>
        </p:spPr>
      </p:pic>
      <p:pic>
        <p:nvPicPr>
          <p:cNvPr id="15" name="Picture 14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837" y="50782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031171" y="1029698"/>
            <a:ext cx="914172" cy="16430"/>
            <a:chOff x="6031171" y="102969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031171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91468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691468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3348" y="804609"/>
            <a:ext cx="920520" cy="466608"/>
          </a:xfrm>
          <a:prstGeom prst="rect">
            <a:avLst/>
          </a:prstGeom>
        </p:spPr>
      </p:pic>
      <p:pic>
        <p:nvPicPr>
          <p:cNvPr id="21" name="Picture 20" descr="e4x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812545"/>
            <a:ext cx="238065" cy="161884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58326" y="1029698"/>
            <a:ext cx="438040" cy="16430"/>
            <a:chOff x="4658326" y="1029698"/>
            <a:chExt cx="438040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58326" y="1037913"/>
              <a:ext cx="43804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065706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065706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80778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81254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1029698"/>
            <a:ext cx="571357" cy="16430"/>
            <a:chOff x="3123596" y="102969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103791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6651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50147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1029698"/>
            <a:ext cx="914172" cy="16430"/>
            <a:chOff x="1285729" y="102969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103791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103791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102969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74429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Route79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36" y="3997863"/>
            <a:ext cx="920520" cy="434866"/>
          </a:xfrm>
          <a:prstGeom prst="rect">
            <a:avLst/>
          </a:prstGeom>
        </p:spPr>
      </p:pic>
      <p:pic>
        <p:nvPicPr>
          <p:cNvPr id="42" name="Picture 41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3926444"/>
            <a:ext cx="349162" cy="225368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54807" y="4207081"/>
            <a:ext cx="571357" cy="16431"/>
            <a:chOff x="1554807" y="4207081"/>
            <a:chExt cx="571357" cy="16431"/>
          </a:xfrm>
        </p:grpSpPr>
        <p:sp>
          <p:nvSpPr>
            <p:cNvPr id="43" name="Straight Connector 42"/>
            <p:cNvSpPr/>
            <p:nvPr/>
          </p:nvSpPr>
          <p:spPr>
            <a:xfrm>
              <a:off x="1554807" y="421529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095504" y="421529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095504" y="420708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3991515"/>
            <a:ext cx="920520" cy="447563"/>
          </a:xfrm>
          <a:prstGeom prst="rect">
            <a:avLst/>
          </a:prstGeom>
        </p:spPr>
      </p:pic>
      <p:pic>
        <p:nvPicPr>
          <p:cNvPr id="48" name="Picture 47" descr="e5x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554" y="2678979"/>
            <a:ext cx="634841" cy="533267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665889" y="3267516"/>
            <a:ext cx="914172" cy="16430"/>
            <a:chOff x="7665889" y="3267516"/>
            <a:chExt cx="914172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665889" y="3275731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549401" y="3275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549401" y="326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3048775"/>
            <a:ext cx="920520" cy="453911"/>
          </a:xfrm>
          <a:prstGeom prst="rect">
            <a:avLst/>
          </a:prstGeom>
        </p:spPr>
      </p:pic>
      <p:pic>
        <p:nvPicPr>
          <p:cNvPr id="54" name="Picture 53" descr="e4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1934" y="3094801"/>
            <a:ext cx="349162" cy="117445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70837" y="3267516"/>
            <a:ext cx="571357" cy="16430"/>
            <a:chOff x="6170837" y="3267516"/>
            <a:chExt cx="571357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70837" y="3275731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6711534" y="3275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6711534" y="326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042426"/>
            <a:ext cx="920520" cy="466608"/>
          </a:xfrm>
          <a:prstGeom prst="rect">
            <a:avLst/>
          </a:prstGeom>
        </p:spPr>
      </p:pic>
      <p:pic>
        <p:nvPicPr>
          <p:cNvPr id="60" name="Picture 59" descr="e3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8314" y="2898000"/>
            <a:ext cx="349162" cy="314246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267516"/>
            <a:ext cx="571357" cy="16430"/>
            <a:chOff x="4647216" y="3267516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275731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275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26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045601"/>
            <a:ext cx="920520" cy="460260"/>
          </a:xfrm>
          <a:prstGeom prst="rect">
            <a:avLst/>
          </a:prstGeom>
        </p:spPr>
      </p:pic>
      <p:pic>
        <p:nvPicPr>
          <p:cNvPr id="66" name="Picture 65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050362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267516"/>
            <a:ext cx="571357" cy="16430"/>
            <a:chOff x="3123596" y="3267516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275731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275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26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004336"/>
            <a:ext cx="920520" cy="542789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2739289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267516"/>
            <a:ext cx="914172" cy="16430"/>
            <a:chOff x="1285729" y="3267516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275731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27573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26751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2982116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463083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Route80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463083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7429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67944"/>
            <a:ext cx="920520" cy="447563"/>
          </a:xfrm>
          <a:prstGeom prst="rect">
            <a:avLst/>
          </a:prstGeom>
        </p:spPr>
      </p:pic>
      <p:pic>
        <p:nvPicPr>
          <p:cNvPr id="9" name="Picture 8" descr="e5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554" y="752235"/>
            <a:ext cx="199975" cy="16188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709376" y="969388"/>
            <a:ext cx="392332" cy="16430"/>
            <a:chOff x="7709376" y="969388"/>
            <a:chExt cx="392332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709376" y="977603"/>
              <a:ext cx="39233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071047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071047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750648"/>
            <a:ext cx="920520" cy="453911"/>
          </a:xfrm>
          <a:prstGeom prst="rect">
            <a:avLst/>
          </a:prstGeom>
        </p:spPr>
      </p:pic>
      <p:pic>
        <p:nvPicPr>
          <p:cNvPr id="15" name="Picture 14" descr="e4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796674"/>
            <a:ext cx="349162" cy="117445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70837" y="969388"/>
            <a:ext cx="571357" cy="16430"/>
            <a:chOff x="6170837" y="969388"/>
            <a:chExt cx="571357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70837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711534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6711534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4299"/>
            <a:ext cx="920520" cy="466608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653834"/>
            <a:ext cx="349162" cy="26028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4747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0620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Route81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626357"/>
            <a:ext cx="920520" cy="434866"/>
          </a:xfrm>
          <a:prstGeom prst="rect">
            <a:avLst/>
          </a:prstGeom>
        </p:spPr>
      </p:pic>
      <p:pic>
        <p:nvPicPr>
          <p:cNvPr id="42" name="Picture 41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180380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4835575"/>
            <a:ext cx="914172" cy="16430"/>
            <a:chOff x="1526239" y="4835575"/>
            <a:chExt cx="914172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484379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484379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483557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620008"/>
            <a:ext cx="920520" cy="447563"/>
          </a:xfrm>
          <a:prstGeom prst="rect">
            <a:avLst/>
          </a:prstGeom>
        </p:spPr>
      </p:pic>
      <p:pic>
        <p:nvPicPr>
          <p:cNvPr id="48" name="Picture 47" descr="e1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91233" y="3310647"/>
            <a:ext cx="276156" cy="155536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987436" y="3521452"/>
            <a:ext cx="483749" cy="16430"/>
            <a:chOff x="7987436" y="3521452"/>
            <a:chExt cx="483749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987436" y="3529667"/>
              <a:ext cx="483749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440525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440525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3302712"/>
            <a:ext cx="920520" cy="453911"/>
          </a:xfrm>
          <a:prstGeom prst="rect">
            <a:avLst/>
          </a:prstGeom>
        </p:spPr>
      </p:pic>
      <p:pic>
        <p:nvPicPr>
          <p:cNvPr id="54" name="Picture 53" descr="e4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1934" y="2999575"/>
            <a:ext cx="634841" cy="466608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42269" y="3521452"/>
            <a:ext cx="914172" cy="16430"/>
            <a:chOff x="6142269" y="3521452"/>
            <a:chExt cx="914172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42269" y="352966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7025780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7025780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296363"/>
            <a:ext cx="920520" cy="466608"/>
          </a:xfrm>
          <a:prstGeom prst="rect">
            <a:avLst/>
          </a:prstGeom>
        </p:spPr>
      </p:pic>
      <p:pic>
        <p:nvPicPr>
          <p:cNvPr id="60" name="Picture 59" descr="e3x2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58314" y="3151937"/>
            <a:ext cx="349162" cy="314246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521452"/>
            <a:ext cx="571357" cy="16430"/>
            <a:chOff x="4647216" y="3521452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52966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299537"/>
            <a:ext cx="920520" cy="460260"/>
          </a:xfrm>
          <a:prstGeom prst="rect">
            <a:avLst/>
          </a:prstGeom>
        </p:spPr>
      </p:pic>
      <p:pic>
        <p:nvPicPr>
          <p:cNvPr id="66" name="Picture 65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304299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521452"/>
            <a:ext cx="571357" cy="16430"/>
            <a:chOff x="3123596" y="3521452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52966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258273"/>
            <a:ext cx="920520" cy="542789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2993226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521452"/>
            <a:ext cx="914172" cy="16430"/>
            <a:chOff x="1285729" y="3521452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52966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236053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Route82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7429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67944"/>
            <a:ext cx="920520" cy="447563"/>
          </a:xfrm>
          <a:prstGeom prst="rect">
            <a:avLst/>
          </a:prstGeom>
        </p:spPr>
      </p:pic>
      <p:pic>
        <p:nvPicPr>
          <p:cNvPr id="9" name="Picture 8" descr="e1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554" y="758583"/>
            <a:ext cx="276156" cy="155536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701758" y="969388"/>
            <a:ext cx="483749" cy="16430"/>
            <a:chOff x="7701758" y="969388"/>
            <a:chExt cx="483749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701758" y="977603"/>
              <a:ext cx="483749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154846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154846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750648"/>
            <a:ext cx="920520" cy="453911"/>
          </a:xfrm>
          <a:prstGeom prst="rect">
            <a:avLst/>
          </a:prstGeom>
        </p:spPr>
      </p:pic>
      <p:pic>
        <p:nvPicPr>
          <p:cNvPr id="15" name="Picture 14" descr="e4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796674"/>
            <a:ext cx="349162" cy="117445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70837" y="969388"/>
            <a:ext cx="571357" cy="16430"/>
            <a:chOff x="6170837" y="969388"/>
            <a:chExt cx="571357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70837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6711534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6711534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4299"/>
            <a:ext cx="920520" cy="466608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653834"/>
            <a:ext cx="349162" cy="260285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4747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0620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Route87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081" y="3439203"/>
            <a:ext cx="920520" cy="434866"/>
          </a:xfrm>
          <a:prstGeom prst="rect">
            <a:avLst/>
          </a:prstGeom>
        </p:spPr>
      </p:pic>
      <p:pic>
        <p:nvPicPr>
          <p:cNvPr id="42" name="Picture 41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271" y="2993226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6494606" y="3648421"/>
            <a:ext cx="914172" cy="16430"/>
            <a:chOff x="6494606" y="3648421"/>
            <a:chExt cx="914172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6494606" y="36566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7378118" y="36566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7378118" y="36484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782" y="3432854"/>
            <a:ext cx="920520" cy="447563"/>
          </a:xfrm>
          <a:prstGeom prst="rect">
            <a:avLst/>
          </a:prstGeom>
        </p:spPr>
      </p:pic>
      <p:pic>
        <p:nvPicPr>
          <p:cNvPr id="48" name="Picture 47" descr="e4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8314" y="3393176"/>
            <a:ext cx="288853" cy="199975"/>
          </a:xfrm>
          <a:prstGeom prst="rect">
            <a:avLst/>
          </a:prstGeom>
        </p:spPr>
      </p:pic>
      <p:pic>
        <p:nvPicPr>
          <p:cNvPr id="49" name="Picture 48" descr="e4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0651" y="3475706"/>
            <a:ext cx="349162" cy="117445"/>
          </a:xfrm>
          <a:prstGeom prst="rect">
            <a:avLst/>
          </a:prstGeom>
        </p:spPr>
      </p:pic>
      <p:grpSp>
        <p:nvGrpSpPr>
          <p:cNvPr id="53" name="Group 52"/>
          <p:cNvGrpSpPr/>
          <p:nvPr/>
        </p:nvGrpSpPr>
        <p:grpSpPr>
          <a:xfrm>
            <a:off x="4611983" y="3648421"/>
            <a:ext cx="994162" cy="16430"/>
            <a:chOff x="4611983" y="3648421"/>
            <a:chExt cx="994162" cy="16430"/>
          </a:xfrm>
        </p:grpSpPr>
        <p:sp>
          <p:nvSpPr>
            <p:cNvPr id="50" name="Straight Connector 49"/>
            <p:cNvSpPr/>
            <p:nvPr/>
          </p:nvSpPr>
          <p:spPr>
            <a:xfrm>
              <a:off x="4611983" y="3656636"/>
              <a:ext cx="99416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>
              <a:off x="5575484" y="36566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Straight Connector 51"/>
            <p:cNvSpPr/>
            <p:nvPr/>
          </p:nvSpPr>
          <p:spPr>
            <a:xfrm flipV="1">
              <a:off x="5575484" y="36484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4" name="Picture 53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426506"/>
            <a:ext cx="920520" cy="460260"/>
          </a:xfrm>
          <a:prstGeom prst="rect">
            <a:avLst/>
          </a:prstGeom>
        </p:spPr>
      </p:pic>
      <p:pic>
        <p:nvPicPr>
          <p:cNvPr id="55" name="Picture 54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431267"/>
            <a:ext cx="349162" cy="161884"/>
          </a:xfrm>
          <a:prstGeom prst="rect">
            <a:avLst/>
          </a:prstGeom>
        </p:spPr>
      </p:pic>
      <p:grpSp>
        <p:nvGrpSpPr>
          <p:cNvPr id="59" name="Group 58"/>
          <p:cNvGrpSpPr/>
          <p:nvPr/>
        </p:nvGrpSpPr>
        <p:grpSpPr>
          <a:xfrm>
            <a:off x="3123596" y="3648421"/>
            <a:ext cx="571357" cy="16430"/>
            <a:chOff x="3123596" y="3648421"/>
            <a:chExt cx="571357" cy="16430"/>
          </a:xfrm>
        </p:grpSpPr>
        <p:sp>
          <p:nvSpPr>
            <p:cNvPr id="56" name="Straight Connector 55"/>
            <p:cNvSpPr/>
            <p:nvPr/>
          </p:nvSpPr>
          <p:spPr>
            <a:xfrm>
              <a:off x="3123596" y="3656636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>
              <a:off x="3664293" y="36566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Straight Connector 57"/>
            <p:cNvSpPr/>
            <p:nvPr/>
          </p:nvSpPr>
          <p:spPr>
            <a:xfrm flipV="1">
              <a:off x="3664293" y="36484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0" name="Picture 59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385241"/>
            <a:ext cx="920520" cy="542789"/>
          </a:xfrm>
          <a:prstGeom prst="rect">
            <a:avLst/>
          </a:prstGeom>
        </p:spPr>
      </p:pic>
      <p:pic>
        <p:nvPicPr>
          <p:cNvPr id="61" name="Picture 60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3120195"/>
            <a:ext cx="634841" cy="472957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1285729" y="3648421"/>
            <a:ext cx="914172" cy="16430"/>
            <a:chOff x="1285729" y="3648421"/>
            <a:chExt cx="914172" cy="16430"/>
          </a:xfrm>
        </p:grpSpPr>
        <p:sp>
          <p:nvSpPr>
            <p:cNvPr id="62" name="Straight Connector 61"/>
            <p:cNvSpPr/>
            <p:nvPr/>
          </p:nvSpPr>
          <p:spPr>
            <a:xfrm>
              <a:off x="1285729" y="365663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>
              <a:off x="2169241" y="365663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Straight Connector 63"/>
            <p:cNvSpPr/>
            <p:nvPr/>
          </p:nvSpPr>
          <p:spPr>
            <a:xfrm flipV="1">
              <a:off x="2169241" y="364842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6" name="Picture 65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363021"/>
            <a:ext cx="920520" cy="58722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Route89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69" name="Picture 68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36" y="5689717"/>
            <a:ext cx="920520" cy="434866"/>
          </a:xfrm>
          <a:prstGeom prst="rect">
            <a:avLst/>
          </a:prstGeom>
        </p:spPr>
      </p:pic>
      <p:pic>
        <p:nvPicPr>
          <p:cNvPr id="70" name="Picture 69" descr="e6x1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65904" y="5745265"/>
            <a:ext cx="349162" cy="98400"/>
          </a:xfrm>
          <a:prstGeom prst="rect">
            <a:avLst/>
          </a:prstGeom>
        </p:spPr>
      </p:pic>
      <p:grpSp>
        <p:nvGrpSpPr>
          <p:cNvPr id="74" name="Group 73"/>
          <p:cNvGrpSpPr/>
          <p:nvPr/>
        </p:nvGrpSpPr>
        <p:grpSpPr>
          <a:xfrm>
            <a:off x="1554807" y="5898935"/>
            <a:ext cx="571357" cy="16430"/>
            <a:chOff x="1554807" y="5898935"/>
            <a:chExt cx="571357" cy="16430"/>
          </a:xfrm>
        </p:grpSpPr>
        <p:sp>
          <p:nvSpPr>
            <p:cNvPr id="71" name="Straight Connector 70"/>
            <p:cNvSpPr/>
            <p:nvPr/>
          </p:nvSpPr>
          <p:spPr>
            <a:xfrm>
              <a:off x="1554807" y="5907150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Straight Connector 71"/>
            <p:cNvSpPr/>
            <p:nvPr/>
          </p:nvSpPr>
          <p:spPr>
            <a:xfrm>
              <a:off x="2095504" y="590715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Straight Connector 72"/>
            <p:cNvSpPr/>
            <p:nvPr/>
          </p:nvSpPr>
          <p:spPr>
            <a:xfrm flipV="1">
              <a:off x="2095504" y="589893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5" name="Picture 74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5683368"/>
            <a:ext cx="920520" cy="447563"/>
          </a:xfrm>
          <a:prstGeom prst="rect">
            <a:avLst/>
          </a:prstGeom>
        </p:spPr>
      </p:pic>
      <p:pic>
        <p:nvPicPr>
          <p:cNvPr id="76" name="Picture 75" descr="e5x2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05554" y="4497801"/>
            <a:ext cx="634841" cy="533267"/>
          </a:xfrm>
          <a:prstGeom prst="rect">
            <a:avLst/>
          </a:prstGeom>
        </p:spPr>
      </p:pic>
      <p:grpSp>
        <p:nvGrpSpPr>
          <p:cNvPr id="80" name="Group 79"/>
          <p:cNvGrpSpPr/>
          <p:nvPr/>
        </p:nvGrpSpPr>
        <p:grpSpPr>
          <a:xfrm>
            <a:off x="7665889" y="5086337"/>
            <a:ext cx="914172" cy="16430"/>
            <a:chOff x="7665889" y="5086337"/>
            <a:chExt cx="914172" cy="16430"/>
          </a:xfrm>
        </p:grpSpPr>
        <p:sp>
          <p:nvSpPr>
            <p:cNvPr id="77" name="Straight Connector 76"/>
            <p:cNvSpPr/>
            <p:nvPr/>
          </p:nvSpPr>
          <p:spPr>
            <a:xfrm>
              <a:off x="7665889" y="509455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Straight Connector 77"/>
            <p:cNvSpPr/>
            <p:nvPr/>
          </p:nvSpPr>
          <p:spPr>
            <a:xfrm>
              <a:off x="8549401" y="50945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Straight Connector 78"/>
            <p:cNvSpPr/>
            <p:nvPr/>
          </p:nvSpPr>
          <p:spPr>
            <a:xfrm flipV="1">
              <a:off x="8549401" y="508633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1" name="Picture 80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4867597"/>
            <a:ext cx="920520" cy="453911"/>
          </a:xfrm>
          <a:prstGeom prst="rect">
            <a:avLst/>
          </a:prstGeom>
        </p:spPr>
      </p:pic>
      <p:pic>
        <p:nvPicPr>
          <p:cNvPr id="82" name="Picture 81" descr="e4x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4913623"/>
            <a:ext cx="349162" cy="117445"/>
          </a:xfrm>
          <a:prstGeom prst="rect">
            <a:avLst/>
          </a:prstGeom>
        </p:spPr>
      </p:pic>
      <p:grpSp>
        <p:nvGrpSpPr>
          <p:cNvPr id="86" name="Group 85"/>
          <p:cNvGrpSpPr/>
          <p:nvPr/>
        </p:nvGrpSpPr>
        <p:grpSpPr>
          <a:xfrm>
            <a:off x="6170837" y="5086337"/>
            <a:ext cx="571357" cy="16430"/>
            <a:chOff x="6170837" y="5086337"/>
            <a:chExt cx="571357" cy="16430"/>
          </a:xfrm>
        </p:grpSpPr>
        <p:sp>
          <p:nvSpPr>
            <p:cNvPr id="83" name="Straight Connector 82"/>
            <p:cNvSpPr/>
            <p:nvPr/>
          </p:nvSpPr>
          <p:spPr>
            <a:xfrm>
              <a:off x="6170837" y="5094552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Straight Connector 83"/>
            <p:cNvSpPr/>
            <p:nvPr/>
          </p:nvSpPr>
          <p:spPr>
            <a:xfrm>
              <a:off x="6711534" y="50945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Straight Connector 84"/>
            <p:cNvSpPr/>
            <p:nvPr/>
          </p:nvSpPr>
          <p:spPr>
            <a:xfrm flipV="1">
              <a:off x="6711534" y="508633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7" name="Picture 86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4861248"/>
            <a:ext cx="920520" cy="466608"/>
          </a:xfrm>
          <a:prstGeom prst="rect">
            <a:avLst/>
          </a:prstGeom>
        </p:spPr>
      </p:pic>
      <p:pic>
        <p:nvPicPr>
          <p:cNvPr id="88" name="Picture 87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4770783"/>
            <a:ext cx="349162" cy="260285"/>
          </a:xfrm>
          <a:prstGeom prst="rect">
            <a:avLst/>
          </a:prstGeom>
        </p:spPr>
      </p:pic>
      <p:grpSp>
        <p:nvGrpSpPr>
          <p:cNvPr id="92" name="Group 91"/>
          <p:cNvGrpSpPr/>
          <p:nvPr/>
        </p:nvGrpSpPr>
        <p:grpSpPr>
          <a:xfrm>
            <a:off x="4647216" y="5086337"/>
            <a:ext cx="571357" cy="16430"/>
            <a:chOff x="4647216" y="5086337"/>
            <a:chExt cx="571357" cy="16430"/>
          </a:xfrm>
        </p:grpSpPr>
        <p:sp>
          <p:nvSpPr>
            <p:cNvPr id="89" name="Straight Connector 88"/>
            <p:cNvSpPr/>
            <p:nvPr/>
          </p:nvSpPr>
          <p:spPr>
            <a:xfrm>
              <a:off x="4647216" y="5094552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Straight Connector 89"/>
            <p:cNvSpPr/>
            <p:nvPr/>
          </p:nvSpPr>
          <p:spPr>
            <a:xfrm>
              <a:off x="5187913" y="50945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Straight Connector 90"/>
            <p:cNvSpPr/>
            <p:nvPr/>
          </p:nvSpPr>
          <p:spPr>
            <a:xfrm flipV="1">
              <a:off x="5187913" y="508633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3" name="Picture 92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4864422"/>
            <a:ext cx="920520" cy="460260"/>
          </a:xfrm>
          <a:prstGeom prst="rect">
            <a:avLst/>
          </a:prstGeom>
        </p:spPr>
      </p:pic>
      <p:pic>
        <p:nvPicPr>
          <p:cNvPr id="94" name="Picture 93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4869184"/>
            <a:ext cx="349162" cy="161884"/>
          </a:xfrm>
          <a:prstGeom prst="rect">
            <a:avLst/>
          </a:prstGeom>
        </p:spPr>
      </p:pic>
      <p:grpSp>
        <p:nvGrpSpPr>
          <p:cNvPr id="98" name="Group 97"/>
          <p:cNvGrpSpPr/>
          <p:nvPr/>
        </p:nvGrpSpPr>
        <p:grpSpPr>
          <a:xfrm>
            <a:off x="3123596" y="5086337"/>
            <a:ext cx="571357" cy="16430"/>
            <a:chOff x="3123596" y="5086337"/>
            <a:chExt cx="571357" cy="16430"/>
          </a:xfrm>
        </p:grpSpPr>
        <p:sp>
          <p:nvSpPr>
            <p:cNvPr id="95" name="Straight Connector 94"/>
            <p:cNvSpPr/>
            <p:nvPr/>
          </p:nvSpPr>
          <p:spPr>
            <a:xfrm>
              <a:off x="3123596" y="5094552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Straight Connector 95"/>
            <p:cNvSpPr/>
            <p:nvPr/>
          </p:nvSpPr>
          <p:spPr>
            <a:xfrm>
              <a:off x="3664293" y="50945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Straight Connector 96"/>
            <p:cNvSpPr/>
            <p:nvPr/>
          </p:nvSpPr>
          <p:spPr>
            <a:xfrm flipV="1">
              <a:off x="3664293" y="508633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99" name="Picture 98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4823158"/>
            <a:ext cx="920520" cy="542789"/>
          </a:xfrm>
          <a:prstGeom prst="rect">
            <a:avLst/>
          </a:prstGeom>
        </p:spPr>
      </p:pic>
      <p:pic>
        <p:nvPicPr>
          <p:cNvPr id="100" name="Picture 99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558111"/>
            <a:ext cx="634841" cy="472957"/>
          </a:xfrm>
          <a:prstGeom prst="rect">
            <a:avLst/>
          </a:prstGeom>
        </p:spPr>
      </p:pic>
      <p:grpSp>
        <p:nvGrpSpPr>
          <p:cNvPr id="104" name="Group 103"/>
          <p:cNvGrpSpPr/>
          <p:nvPr/>
        </p:nvGrpSpPr>
        <p:grpSpPr>
          <a:xfrm>
            <a:off x="1285729" y="5086337"/>
            <a:ext cx="914172" cy="16430"/>
            <a:chOff x="1285729" y="5086337"/>
            <a:chExt cx="914172" cy="16430"/>
          </a:xfrm>
        </p:grpSpPr>
        <p:sp>
          <p:nvSpPr>
            <p:cNvPr id="101" name="Straight Connector 100"/>
            <p:cNvSpPr/>
            <p:nvPr/>
          </p:nvSpPr>
          <p:spPr>
            <a:xfrm>
              <a:off x="1285729" y="5094552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traight Connector 101"/>
            <p:cNvSpPr/>
            <p:nvPr/>
          </p:nvSpPr>
          <p:spPr>
            <a:xfrm>
              <a:off x="2169241" y="50945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Straight Connector 102"/>
            <p:cNvSpPr/>
            <p:nvPr/>
          </p:nvSpPr>
          <p:spPr>
            <a:xfrm flipV="1">
              <a:off x="2169241" y="508633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5" name="Picture 104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4800938"/>
            <a:ext cx="920520" cy="587228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504874" y="4281905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Route91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04874" y="4281905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7429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67944"/>
            <a:ext cx="920520" cy="447563"/>
          </a:xfrm>
          <a:prstGeom prst="rect">
            <a:avLst/>
          </a:prstGeom>
        </p:spPr>
      </p:pic>
      <p:pic>
        <p:nvPicPr>
          <p:cNvPr id="9" name="Picture 8" descr="e4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752235"/>
            <a:ext cx="238065" cy="16188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91245" y="969388"/>
            <a:ext cx="438041" cy="16430"/>
            <a:chOff x="7991245" y="969388"/>
            <a:chExt cx="438041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91245" y="977603"/>
              <a:ext cx="43804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398626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398626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750648"/>
            <a:ext cx="920520" cy="453911"/>
          </a:xfrm>
          <a:prstGeom prst="rect">
            <a:avLst/>
          </a:prstGeom>
        </p:spPr>
      </p:pic>
      <p:pic>
        <p:nvPicPr>
          <p:cNvPr id="15" name="Picture 14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44751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969388"/>
            <a:ext cx="914172" cy="16430"/>
            <a:chOff x="6142269" y="96938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4299"/>
            <a:ext cx="920520" cy="466608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599873"/>
            <a:ext cx="349162" cy="31424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4747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0620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Route92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1" name="Picture 40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4626357"/>
            <a:ext cx="920520" cy="434866"/>
          </a:xfrm>
          <a:prstGeom prst="rect">
            <a:avLst/>
          </a:prstGeom>
        </p:spPr>
      </p:pic>
      <p:pic>
        <p:nvPicPr>
          <p:cNvPr id="42" name="Picture 41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4180380"/>
            <a:ext cx="634841" cy="599925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1526239" y="4835575"/>
            <a:ext cx="914172" cy="16430"/>
            <a:chOff x="1526239" y="4835575"/>
            <a:chExt cx="914172" cy="16430"/>
          </a:xfrm>
        </p:grpSpPr>
        <p:sp>
          <p:nvSpPr>
            <p:cNvPr id="43" name="Straight Connector 42"/>
            <p:cNvSpPr/>
            <p:nvPr/>
          </p:nvSpPr>
          <p:spPr>
            <a:xfrm>
              <a:off x="1526239" y="4843790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Straight Connector 43"/>
            <p:cNvSpPr/>
            <p:nvPr/>
          </p:nvSpPr>
          <p:spPr>
            <a:xfrm>
              <a:off x="2409751" y="4843790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Straight Connector 44"/>
            <p:cNvSpPr/>
            <p:nvPr/>
          </p:nvSpPr>
          <p:spPr>
            <a:xfrm flipV="1">
              <a:off x="2409751" y="4835575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47" name="Picture 46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4620008"/>
            <a:ext cx="920520" cy="447563"/>
          </a:xfrm>
          <a:prstGeom prst="rect">
            <a:avLst/>
          </a:prstGeom>
        </p:spPr>
      </p:pic>
      <p:pic>
        <p:nvPicPr>
          <p:cNvPr id="48" name="Picture 47" descr="e4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5554" y="3304299"/>
            <a:ext cx="238065" cy="161884"/>
          </a:xfrm>
          <a:prstGeom prst="rect">
            <a:avLst/>
          </a:prstGeom>
        </p:spPr>
      </p:pic>
      <p:grpSp>
        <p:nvGrpSpPr>
          <p:cNvPr id="52" name="Group 51"/>
          <p:cNvGrpSpPr/>
          <p:nvPr/>
        </p:nvGrpSpPr>
        <p:grpSpPr>
          <a:xfrm>
            <a:off x="7705567" y="3521452"/>
            <a:ext cx="438040" cy="16430"/>
            <a:chOff x="7705567" y="3521452"/>
            <a:chExt cx="438040" cy="16430"/>
          </a:xfrm>
        </p:grpSpPr>
        <p:sp>
          <p:nvSpPr>
            <p:cNvPr id="49" name="Straight Connector 48"/>
            <p:cNvSpPr/>
            <p:nvPr/>
          </p:nvSpPr>
          <p:spPr>
            <a:xfrm>
              <a:off x="7705567" y="3529667"/>
              <a:ext cx="438040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Straight Connector 49"/>
            <p:cNvSpPr/>
            <p:nvPr/>
          </p:nvSpPr>
          <p:spPr>
            <a:xfrm>
              <a:off x="8112947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Straight Connector 50"/>
            <p:cNvSpPr/>
            <p:nvPr/>
          </p:nvSpPr>
          <p:spPr>
            <a:xfrm flipV="1">
              <a:off x="8112947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3" name="Picture 52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065" y="3302712"/>
            <a:ext cx="920520" cy="453911"/>
          </a:xfrm>
          <a:prstGeom prst="rect">
            <a:avLst/>
          </a:prstGeom>
        </p:spPr>
      </p:pic>
      <p:pic>
        <p:nvPicPr>
          <p:cNvPr id="54" name="Picture 53" descr="e4x1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1934" y="3348738"/>
            <a:ext cx="349162" cy="117445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6170837" y="3521452"/>
            <a:ext cx="571357" cy="16430"/>
            <a:chOff x="6170837" y="3521452"/>
            <a:chExt cx="571357" cy="16430"/>
          </a:xfrm>
        </p:grpSpPr>
        <p:sp>
          <p:nvSpPr>
            <p:cNvPr id="55" name="Straight Connector 54"/>
            <p:cNvSpPr/>
            <p:nvPr/>
          </p:nvSpPr>
          <p:spPr>
            <a:xfrm>
              <a:off x="6170837" y="352966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Straight Connector 55"/>
            <p:cNvSpPr/>
            <p:nvPr/>
          </p:nvSpPr>
          <p:spPr>
            <a:xfrm>
              <a:off x="6711534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Straight Connector 56"/>
            <p:cNvSpPr/>
            <p:nvPr/>
          </p:nvSpPr>
          <p:spPr>
            <a:xfrm flipV="1">
              <a:off x="6711534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59" name="Picture 58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3296363"/>
            <a:ext cx="920520" cy="466608"/>
          </a:xfrm>
          <a:prstGeom prst="rect">
            <a:avLst/>
          </a:prstGeom>
        </p:spPr>
      </p:pic>
      <p:pic>
        <p:nvPicPr>
          <p:cNvPr id="60" name="Picture 59" descr="e3x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8314" y="3205898"/>
            <a:ext cx="349162" cy="260285"/>
          </a:xfrm>
          <a:prstGeom prst="rect">
            <a:avLst/>
          </a:prstGeom>
        </p:spPr>
      </p:pic>
      <p:grpSp>
        <p:nvGrpSpPr>
          <p:cNvPr id="64" name="Group 63"/>
          <p:cNvGrpSpPr/>
          <p:nvPr/>
        </p:nvGrpSpPr>
        <p:grpSpPr>
          <a:xfrm>
            <a:off x="4647216" y="3521452"/>
            <a:ext cx="571357" cy="16430"/>
            <a:chOff x="4647216" y="3521452"/>
            <a:chExt cx="571357" cy="16430"/>
          </a:xfrm>
        </p:grpSpPr>
        <p:sp>
          <p:nvSpPr>
            <p:cNvPr id="61" name="Straight Connector 60"/>
            <p:cNvSpPr/>
            <p:nvPr/>
          </p:nvSpPr>
          <p:spPr>
            <a:xfrm>
              <a:off x="4647216" y="352966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Straight Connector 61"/>
            <p:cNvSpPr/>
            <p:nvPr/>
          </p:nvSpPr>
          <p:spPr>
            <a:xfrm>
              <a:off x="5187913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Straight Connector 62"/>
            <p:cNvSpPr/>
            <p:nvPr/>
          </p:nvSpPr>
          <p:spPr>
            <a:xfrm flipV="1">
              <a:off x="5187913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65" name="Picture 64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3299537"/>
            <a:ext cx="920520" cy="460260"/>
          </a:xfrm>
          <a:prstGeom prst="rect">
            <a:avLst/>
          </a:prstGeom>
        </p:spPr>
      </p:pic>
      <p:pic>
        <p:nvPicPr>
          <p:cNvPr id="66" name="Picture 65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3304299"/>
            <a:ext cx="349162" cy="161884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3123596" y="3521452"/>
            <a:ext cx="571357" cy="16430"/>
            <a:chOff x="3123596" y="3521452"/>
            <a:chExt cx="571357" cy="16430"/>
          </a:xfrm>
        </p:grpSpPr>
        <p:sp>
          <p:nvSpPr>
            <p:cNvPr id="67" name="Straight Connector 66"/>
            <p:cNvSpPr/>
            <p:nvPr/>
          </p:nvSpPr>
          <p:spPr>
            <a:xfrm>
              <a:off x="3123596" y="3529667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Straight Connector 67"/>
            <p:cNvSpPr/>
            <p:nvPr/>
          </p:nvSpPr>
          <p:spPr>
            <a:xfrm>
              <a:off x="3664293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Straight Connector 68"/>
            <p:cNvSpPr/>
            <p:nvPr/>
          </p:nvSpPr>
          <p:spPr>
            <a:xfrm flipV="1">
              <a:off x="3664293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1" name="Picture 70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3258273"/>
            <a:ext cx="920520" cy="542789"/>
          </a:xfrm>
          <a:prstGeom prst="rect">
            <a:avLst/>
          </a:prstGeom>
        </p:spPr>
      </p:pic>
      <p:pic>
        <p:nvPicPr>
          <p:cNvPr id="72" name="Picture 71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2993226"/>
            <a:ext cx="634841" cy="472957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85729" y="3521452"/>
            <a:ext cx="914172" cy="16430"/>
            <a:chOff x="1285729" y="3521452"/>
            <a:chExt cx="914172" cy="16430"/>
          </a:xfrm>
        </p:grpSpPr>
        <p:sp>
          <p:nvSpPr>
            <p:cNvPr id="73" name="Straight Connector 72"/>
            <p:cNvSpPr/>
            <p:nvPr/>
          </p:nvSpPr>
          <p:spPr>
            <a:xfrm>
              <a:off x="1285729" y="3529667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Straight Connector 73"/>
            <p:cNvSpPr/>
            <p:nvPr/>
          </p:nvSpPr>
          <p:spPr>
            <a:xfrm>
              <a:off x="2169241" y="3529667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Straight Connector 74"/>
            <p:cNvSpPr/>
            <p:nvPr/>
          </p:nvSpPr>
          <p:spPr>
            <a:xfrm flipV="1">
              <a:off x="2169241" y="3521452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77" name="Picture 76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3236053"/>
            <a:ext cx="920520" cy="58722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Route95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874" y="2777330"/>
            <a:ext cx="777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14" y="2074293"/>
            <a:ext cx="920520" cy="434866"/>
          </a:xfrm>
          <a:prstGeom prst="rect">
            <a:avLst/>
          </a:prstGeom>
        </p:spPr>
      </p:pic>
      <p:pic>
        <p:nvPicPr>
          <p:cNvPr id="3" name="Picture 2" descr="e6x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904" y="1628316"/>
            <a:ext cx="634841" cy="599925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1526239" y="2283511"/>
            <a:ext cx="914172" cy="16430"/>
            <a:chOff x="1526239" y="2283511"/>
            <a:chExt cx="914172" cy="16430"/>
          </a:xfrm>
        </p:grpSpPr>
        <p:sp>
          <p:nvSpPr>
            <p:cNvPr id="4" name="Straight Connector 3"/>
            <p:cNvSpPr/>
            <p:nvPr/>
          </p:nvSpPr>
          <p:spPr>
            <a:xfrm>
              <a:off x="1526239" y="2291726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traight Connector 4"/>
            <p:cNvSpPr/>
            <p:nvPr/>
          </p:nvSpPr>
          <p:spPr>
            <a:xfrm>
              <a:off x="2409751" y="2291726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Straight Connector 5"/>
            <p:cNvSpPr/>
            <p:nvPr/>
          </p:nvSpPr>
          <p:spPr>
            <a:xfrm flipV="1">
              <a:off x="2409751" y="2283511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8" name="Picture 7" descr="e5x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15" y="2067944"/>
            <a:ext cx="920520" cy="447563"/>
          </a:xfrm>
          <a:prstGeom prst="rect">
            <a:avLst/>
          </a:prstGeom>
        </p:spPr>
      </p:pic>
      <p:pic>
        <p:nvPicPr>
          <p:cNvPr id="9" name="Picture 8" descr="e4x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33" y="714144"/>
            <a:ext cx="288853" cy="199975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7986167" y="969388"/>
            <a:ext cx="498985" cy="16430"/>
            <a:chOff x="7986167" y="969388"/>
            <a:chExt cx="498985" cy="16430"/>
          </a:xfrm>
        </p:grpSpPr>
        <p:sp>
          <p:nvSpPr>
            <p:cNvPr id="10" name="Straight Connector 9"/>
            <p:cNvSpPr/>
            <p:nvPr/>
          </p:nvSpPr>
          <p:spPr>
            <a:xfrm>
              <a:off x="7986167" y="977603"/>
              <a:ext cx="498985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raight Connector 10"/>
            <p:cNvSpPr/>
            <p:nvPr/>
          </p:nvSpPr>
          <p:spPr>
            <a:xfrm>
              <a:off x="8454492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Straight Connector 11"/>
            <p:cNvSpPr/>
            <p:nvPr/>
          </p:nvSpPr>
          <p:spPr>
            <a:xfrm flipV="1">
              <a:off x="8454492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4" name="Picture 13" descr="e4x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3744" y="750648"/>
            <a:ext cx="920520" cy="453911"/>
          </a:xfrm>
          <a:prstGeom prst="rect">
            <a:avLst/>
          </a:prstGeom>
        </p:spPr>
      </p:pic>
      <p:pic>
        <p:nvPicPr>
          <p:cNvPr id="15" name="Picture 14" descr="e4x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1934" y="447511"/>
            <a:ext cx="634841" cy="466608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6142269" y="969388"/>
            <a:ext cx="914172" cy="16430"/>
            <a:chOff x="6142269" y="969388"/>
            <a:chExt cx="914172" cy="16430"/>
          </a:xfrm>
        </p:grpSpPr>
        <p:sp>
          <p:nvSpPr>
            <p:cNvPr id="16" name="Straight Connector 15"/>
            <p:cNvSpPr/>
            <p:nvPr/>
          </p:nvSpPr>
          <p:spPr>
            <a:xfrm>
              <a:off x="614226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Straight Connector 16"/>
            <p:cNvSpPr/>
            <p:nvPr/>
          </p:nvSpPr>
          <p:spPr>
            <a:xfrm>
              <a:off x="7025780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Straight Connector 17"/>
            <p:cNvSpPr/>
            <p:nvPr/>
          </p:nvSpPr>
          <p:spPr>
            <a:xfrm flipV="1">
              <a:off x="7025780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0" name="Picture 19" descr="e3x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4445" y="744299"/>
            <a:ext cx="920520" cy="466608"/>
          </a:xfrm>
          <a:prstGeom prst="rect">
            <a:avLst/>
          </a:prstGeom>
        </p:spPr>
      </p:pic>
      <p:pic>
        <p:nvPicPr>
          <p:cNvPr id="21" name="Picture 20" descr="e3x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8314" y="599873"/>
            <a:ext cx="349162" cy="314246"/>
          </a:xfrm>
          <a:prstGeom prst="rect">
            <a:avLst/>
          </a:prstGeom>
        </p:spPr>
      </p:pic>
      <p:grpSp>
        <p:nvGrpSpPr>
          <p:cNvPr id="25" name="Group 24"/>
          <p:cNvGrpSpPr/>
          <p:nvPr/>
        </p:nvGrpSpPr>
        <p:grpSpPr>
          <a:xfrm>
            <a:off x="4647216" y="969388"/>
            <a:ext cx="571357" cy="16430"/>
            <a:chOff x="4647216" y="969388"/>
            <a:chExt cx="571357" cy="16430"/>
          </a:xfrm>
        </p:grpSpPr>
        <p:sp>
          <p:nvSpPr>
            <p:cNvPr id="22" name="Straight Connector 21"/>
            <p:cNvSpPr/>
            <p:nvPr/>
          </p:nvSpPr>
          <p:spPr>
            <a:xfrm>
              <a:off x="464721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raight Connector 22"/>
            <p:cNvSpPr/>
            <p:nvPr/>
          </p:nvSpPr>
          <p:spPr>
            <a:xfrm>
              <a:off x="518791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Straight Connector 23"/>
            <p:cNvSpPr/>
            <p:nvPr/>
          </p:nvSpPr>
          <p:spPr>
            <a:xfrm flipV="1">
              <a:off x="518791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26" name="Picture 25" descr="e2x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825" y="747473"/>
            <a:ext cx="920520" cy="460260"/>
          </a:xfrm>
          <a:prstGeom prst="rect">
            <a:avLst/>
          </a:prstGeom>
        </p:spPr>
      </p:pic>
      <p:pic>
        <p:nvPicPr>
          <p:cNvPr id="27" name="Picture 26" descr="e2x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693" y="752235"/>
            <a:ext cx="349162" cy="161884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3123596" y="969388"/>
            <a:ext cx="571357" cy="16430"/>
            <a:chOff x="3123596" y="969388"/>
            <a:chExt cx="571357" cy="16430"/>
          </a:xfrm>
        </p:grpSpPr>
        <p:sp>
          <p:nvSpPr>
            <p:cNvPr id="28" name="Straight Connector 27"/>
            <p:cNvSpPr/>
            <p:nvPr/>
          </p:nvSpPr>
          <p:spPr>
            <a:xfrm>
              <a:off x="3123596" y="977603"/>
              <a:ext cx="571357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traight Connector 28"/>
            <p:cNvSpPr/>
            <p:nvPr/>
          </p:nvSpPr>
          <p:spPr>
            <a:xfrm>
              <a:off x="3664293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Straight Connector 29"/>
            <p:cNvSpPr/>
            <p:nvPr/>
          </p:nvSpPr>
          <p:spPr>
            <a:xfrm flipV="1">
              <a:off x="3664293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2" name="Picture 31" descr="e1x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87204" y="706209"/>
            <a:ext cx="920520" cy="542789"/>
          </a:xfrm>
          <a:prstGeom prst="rect">
            <a:avLst/>
          </a:prstGeom>
        </p:spPr>
      </p:pic>
      <p:pic>
        <p:nvPicPr>
          <p:cNvPr id="33" name="Picture 32" descr="e1x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5394" y="441162"/>
            <a:ext cx="634841" cy="472957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1285729" y="969388"/>
            <a:ext cx="914172" cy="16430"/>
            <a:chOff x="1285729" y="969388"/>
            <a:chExt cx="914172" cy="16430"/>
          </a:xfrm>
        </p:grpSpPr>
        <p:sp>
          <p:nvSpPr>
            <p:cNvPr id="34" name="Straight Connector 33"/>
            <p:cNvSpPr/>
            <p:nvPr/>
          </p:nvSpPr>
          <p:spPr>
            <a:xfrm>
              <a:off x="1285729" y="977603"/>
              <a:ext cx="914172" cy="0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traight Connector 34"/>
            <p:cNvSpPr/>
            <p:nvPr/>
          </p:nvSpPr>
          <p:spPr>
            <a:xfrm>
              <a:off x="2169241" y="977603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Straight Connector 35"/>
            <p:cNvSpPr/>
            <p:nvPr/>
          </p:nvSpPr>
          <p:spPr>
            <a:xfrm flipV="1">
              <a:off x="2169241" y="969388"/>
              <a:ext cx="30660" cy="8215"/>
            </a:xfrm>
            <a:prstGeom prst="lineInv">
              <a:avLst/>
            </a:prstGeom>
            <a:solidFill>
              <a:srgbClr val="00FF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38" name="Picture 37" descr="e1x1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7905" y="683989"/>
            <a:ext cx="920520" cy="5872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4874" y="225266"/>
            <a:ext cx="8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Times-Bold"/>
              </a:rPr>
              <a:t>Route100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74" y="225266"/>
            <a:ext cx="864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