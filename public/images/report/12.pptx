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11.jpg"/><Relationship Id="rId8" Type="http://schemas.openxmlformats.org/officeDocument/2006/relationships/image" Target="../media/image10.jpg"/><Relationship Id="rId9" Type="http://schemas.openxmlformats.org/officeDocument/2006/relationships/image" Target="../media/image7.jpg"/><Relationship Id="rId10" Type="http://schemas.openxmlformats.org/officeDocument/2006/relationships/image" Target="../media/image8.jpg"/><Relationship Id="rId11" Type="http://schemas.openxmlformats.org/officeDocument/2006/relationships/image" Target="../media/image9.jpg"/><Relationship Id="rId12" Type="http://schemas.openxmlformats.org/officeDocument/2006/relationships/image" Target="../media/image13.jpg"/><Relationship Id="rId13" Type="http://schemas.openxmlformats.org/officeDocument/2006/relationships/image" Target="../media/image14.jpg"/><Relationship Id="rId14" Type="http://schemas.openxmlformats.org/officeDocument/2006/relationships/image" Target="../media/image6.jpg"/><Relationship Id="rId15" Type="http://schemas.openxmlformats.org/officeDocument/2006/relationships/image" Target="../media/image1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11.jpg"/><Relationship Id="rId8" Type="http://schemas.openxmlformats.org/officeDocument/2006/relationships/image" Target="../media/image8.jpg"/><Relationship Id="rId9" Type="http://schemas.openxmlformats.org/officeDocument/2006/relationships/image" Target="../media/image13.jpg"/><Relationship Id="rId10" Type="http://schemas.openxmlformats.org/officeDocument/2006/relationships/image" Target="../media/image10.jpg"/><Relationship Id="rId11" Type="http://schemas.openxmlformats.org/officeDocument/2006/relationships/image" Target="../media/image9.jpg"/><Relationship Id="rId12" Type="http://schemas.openxmlformats.org/officeDocument/2006/relationships/image" Target="../media/image16.jpg"/><Relationship Id="rId13" Type="http://schemas.openxmlformats.org/officeDocument/2006/relationships/image" Target="../media/image17.jpg"/><Relationship Id="rId14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18.jpg"/><Relationship Id="rId8" Type="http://schemas.openxmlformats.org/officeDocument/2006/relationships/image" Target="../media/image19.jpg"/><Relationship Id="rId9" Type="http://schemas.openxmlformats.org/officeDocument/2006/relationships/image" Target="../media/image20.jpg"/><Relationship Id="rId10" Type="http://schemas.openxmlformats.org/officeDocument/2006/relationships/image" Target="../media/image11.jpg"/><Relationship Id="rId11" Type="http://schemas.openxmlformats.org/officeDocument/2006/relationships/image" Target="../media/image21.jpg"/><Relationship Id="rId12" Type="http://schemas.openxmlformats.org/officeDocument/2006/relationships/image" Target="../media/image22.jpg"/><Relationship Id="rId13" Type="http://schemas.openxmlformats.org/officeDocument/2006/relationships/image" Target="../media/image23.jpg"/><Relationship Id="rId14" Type="http://schemas.openxmlformats.org/officeDocument/2006/relationships/image" Target="../media/image24.jpg"/><Relationship Id="rId15" Type="http://schemas.openxmlformats.org/officeDocument/2006/relationships/image" Target="../media/image25.jpg"/><Relationship Id="rId16" Type="http://schemas.openxmlformats.org/officeDocument/2006/relationships/image" Target="../media/image26.jpg"/><Relationship Id="rId17" Type="http://schemas.openxmlformats.org/officeDocument/2006/relationships/image" Target="../media/image27.jpg"/><Relationship Id="rId18" Type="http://schemas.openxmlformats.org/officeDocument/2006/relationships/image" Target="../media/image8.jpg"/><Relationship Id="rId19" Type="http://schemas.openxmlformats.org/officeDocument/2006/relationships/image" Target="../media/image28.jpg"/><Relationship Id="rId20" Type="http://schemas.openxmlformats.org/officeDocument/2006/relationships/image" Target="../media/image29.jpg"/><Relationship Id="rId21" Type="http://schemas.openxmlformats.org/officeDocument/2006/relationships/image" Target="../media/image30.jpg"/><Relationship Id="rId22" Type="http://schemas.openxmlformats.org/officeDocument/2006/relationships/image" Target="../media/image31.jpg"/><Relationship Id="rId23" Type="http://schemas.openxmlformats.org/officeDocument/2006/relationships/image" Target="../media/image32.jpg"/><Relationship Id="rId24" Type="http://schemas.openxmlformats.org/officeDocument/2006/relationships/image" Target="../media/image33.jpg"/><Relationship Id="rId25" Type="http://schemas.openxmlformats.org/officeDocument/2006/relationships/image" Target="../media/image34.jpg"/><Relationship Id="rId26" Type="http://schemas.openxmlformats.org/officeDocument/2006/relationships/image" Target="../media/image35.jpg"/><Relationship Id="rId27" Type="http://schemas.openxmlformats.org/officeDocument/2006/relationships/image" Target="../media/image36.jpg"/><Relationship Id="rId28" Type="http://schemas.openxmlformats.org/officeDocument/2006/relationships/image" Target="../media/image37.jpg"/><Relationship Id="rId29" Type="http://schemas.openxmlformats.org/officeDocument/2006/relationships/image" Target="../media/image3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39.jpg"/><Relationship Id="rId6" Type="http://schemas.openxmlformats.org/officeDocument/2006/relationships/image" Target="../media/image40.jpg"/><Relationship Id="rId7" Type="http://schemas.openxmlformats.org/officeDocument/2006/relationships/image" Target="../media/image10.jpg"/><Relationship Id="rId8" Type="http://schemas.openxmlformats.org/officeDocument/2006/relationships/image" Target="../media/image41.jpg"/><Relationship Id="rId9" Type="http://schemas.openxmlformats.org/officeDocument/2006/relationships/image" Target="../media/image25.jpg"/><Relationship Id="rId10" Type="http://schemas.openxmlformats.org/officeDocument/2006/relationships/image" Target="../media/image42.jpg"/><Relationship Id="rId11" Type="http://schemas.openxmlformats.org/officeDocument/2006/relationships/image" Target="../media/image4.jpg"/><Relationship Id="rId12" Type="http://schemas.openxmlformats.org/officeDocument/2006/relationships/image" Target="../media/image7.jpg"/><Relationship Id="rId13" Type="http://schemas.openxmlformats.org/officeDocument/2006/relationships/image" Target="../media/image8.jpg"/><Relationship Id="rId14" Type="http://schemas.openxmlformats.org/officeDocument/2006/relationships/image" Target="../media/image9.jpg"/><Relationship Id="rId15" Type="http://schemas.openxmlformats.org/officeDocument/2006/relationships/image" Target="../media/image4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39.jpg"/><Relationship Id="rId6" Type="http://schemas.openxmlformats.org/officeDocument/2006/relationships/image" Target="../media/image40.jpg"/><Relationship Id="rId7" Type="http://schemas.openxmlformats.org/officeDocument/2006/relationships/image" Target="../media/image6.jpg"/><Relationship Id="rId8" Type="http://schemas.openxmlformats.org/officeDocument/2006/relationships/image" Target="../media/image41.jpg"/><Relationship Id="rId9" Type="http://schemas.openxmlformats.org/officeDocument/2006/relationships/image" Target="../media/image25.jpg"/><Relationship Id="rId10" Type="http://schemas.openxmlformats.org/officeDocument/2006/relationships/image" Target="../media/image42.jpg"/><Relationship Id="rId11" Type="http://schemas.openxmlformats.org/officeDocument/2006/relationships/image" Target="../media/image4.jpg"/><Relationship Id="rId12" Type="http://schemas.openxmlformats.org/officeDocument/2006/relationships/image" Target="../media/image7.jpg"/><Relationship Id="rId13" Type="http://schemas.openxmlformats.org/officeDocument/2006/relationships/image" Target="../media/image8.jpg"/><Relationship Id="rId14" Type="http://schemas.openxmlformats.org/officeDocument/2006/relationships/image" Target="../media/image9.jpg"/><Relationship Id="rId15" Type="http://schemas.openxmlformats.org/officeDocument/2006/relationships/image" Target="../media/image21.jpg"/><Relationship Id="rId16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21.jpg"/><Relationship Id="rId6" Type="http://schemas.openxmlformats.org/officeDocument/2006/relationships/image" Target="../media/image40.jpg"/><Relationship Id="rId7" Type="http://schemas.openxmlformats.org/officeDocument/2006/relationships/image" Target="../media/image10.jpg"/><Relationship Id="rId8" Type="http://schemas.openxmlformats.org/officeDocument/2006/relationships/image" Target="../media/image41.jpg"/><Relationship Id="rId9" Type="http://schemas.openxmlformats.org/officeDocument/2006/relationships/image" Target="../media/image43.jpg"/><Relationship Id="rId10" Type="http://schemas.openxmlformats.org/officeDocument/2006/relationships/image" Target="../media/image42.jpg"/><Relationship Id="rId11" Type="http://schemas.openxmlformats.org/officeDocument/2006/relationships/image" Target="../media/image4.jpg"/><Relationship Id="rId12" Type="http://schemas.openxmlformats.org/officeDocument/2006/relationships/image" Target="../media/image7.jpg"/><Relationship Id="rId13" Type="http://schemas.openxmlformats.org/officeDocument/2006/relationships/image" Target="../media/image8.jpg"/><Relationship Id="rId14" Type="http://schemas.openxmlformats.org/officeDocument/2006/relationships/image" Target="../media/image9.jpg"/><Relationship Id="rId15" Type="http://schemas.openxmlformats.org/officeDocument/2006/relationships/image" Target="../media/image6.jpg"/><Relationship Id="rId16" Type="http://schemas.openxmlformats.org/officeDocument/2006/relationships/image" Target="../media/image25.jpg"/><Relationship Id="rId17" Type="http://schemas.openxmlformats.org/officeDocument/2006/relationships/image" Target="../media/image44.jpg"/><Relationship Id="rId18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4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10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1.jpg"/><Relationship Id="rId12" Type="http://schemas.openxmlformats.org/officeDocument/2006/relationships/image" Target="../media/image6.jpg"/><Relationship Id="rId13" Type="http://schemas.openxmlformats.org/officeDocument/2006/relationships/image" Target="../media/image1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4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8.jpg"/><Relationship Id="rId8" Type="http://schemas.openxmlformats.org/officeDocument/2006/relationships/image" Target="../media/image13.jpg"/><Relationship Id="rId9" Type="http://schemas.openxmlformats.org/officeDocument/2006/relationships/image" Target="../media/image10.jpg"/><Relationship Id="rId10" Type="http://schemas.openxmlformats.org/officeDocument/2006/relationships/image" Target="../media/image9.jpg"/><Relationship Id="rId11" Type="http://schemas.openxmlformats.org/officeDocument/2006/relationships/image" Target="../media/image14.jpg"/><Relationship Id="rId12" Type="http://schemas.openxmlformats.org/officeDocument/2006/relationships/image" Target="../media/image7.jpg"/><Relationship Id="rId13" Type="http://schemas.openxmlformats.org/officeDocument/2006/relationships/image" Target="../media/image6.jpg"/><Relationship Id="rId14" Type="http://schemas.openxmlformats.org/officeDocument/2006/relationships/image" Target="../media/image15.jpg"/><Relationship Id="rId15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4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16.jpg"/><Relationship Id="rId8" Type="http://schemas.openxmlformats.org/officeDocument/2006/relationships/image" Target="../media/image13.jpg"/><Relationship Id="rId9" Type="http://schemas.openxmlformats.org/officeDocument/2006/relationships/image" Target="../media/image10.jpg"/><Relationship Id="rId10" Type="http://schemas.openxmlformats.org/officeDocument/2006/relationships/image" Target="../media/image9.jpg"/><Relationship Id="rId11" Type="http://schemas.openxmlformats.org/officeDocument/2006/relationships/image" Target="../media/image17.jpg"/><Relationship Id="rId12" Type="http://schemas.openxmlformats.org/officeDocument/2006/relationships/image" Target="../media/image7.jpg"/><Relationship Id="rId13" Type="http://schemas.openxmlformats.org/officeDocument/2006/relationships/image" Target="../media/image8.jpg"/><Relationship Id="rId14" Type="http://schemas.openxmlformats.org/officeDocument/2006/relationships/image" Target="../media/image2.jpg"/><Relationship Id="rId15" Type="http://schemas.openxmlformats.org/officeDocument/2006/relationships/image" Target="../media/image39.jpg"/><Relationship Id="rId16" Type="http://schemas.openxmlformats.org/officeDocument/2006/relationships/image" Target="../media/image40.jpg"/><Relationship Id="rId17" Type="http://schemas.openxmlformats.org/officeDocument/2006/relationships/image" Target="../media/image6.jpg"/><Relationship Id="rId18" Type="http://schemas.openxmlformats.org/officeDocument/2006/relationships/image" Target="../media/image41.jpg"/><Relationship Id="rId19" Type="http://schemas.openxmlformats.org/officeDocument/2006/relationships/image" Target="../media/image43.jpg"/><Relationship Id="rId20" Type="http://schemas.openxmlformats.org/officeDocument/2006/relationships/image" Target="../media/image4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10.jpg"/><Relationship Id="rId6" Type="http://schemas.openxmlformats.org/officeDocument/2006/relationships/image" Target="../media/image42.jpg"/><Relationship Id="rId7" Type="http://schemas.openxmlformats.org/officeDocument/2006/relationships/image" Target="../media/image4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39.jpg"/><Relationship Id="rId12" Type="http://schemas.openxmlformats.org/officeDocument/2006/relationships/image" Target="../media/image40.jpg"/><Relationship Id="rId13" Type="http://schemas.openxmlformats.org/officeDocument/2006/relationships/image" Target="../media/image41.jpg"/><Relationship Id="rId14" Type="http://schemas.openxmlformats.org/officeDocument/2006/relationships/image" Target="../media/image4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39.jpg"/><Relationship Id="rId6" Type="http://schemas.openxmlformats.org/officeDocument/2006/relationships/image" Target="../media/image40.jpg"/><Relationship Id="rId7" Type="http://schemas.openxmlformats.org/officeDocument/2006/relationships/image" Target="../media/image6.jpg"/><Relationship Id="rId8" Type="http://schemas.openxmlformats.org/officeDocument/2006/relationships/image" Target="../media/image12.jpg"/><Relationship Id="rId9" Type="http://schemas.openxmlformats.org/officeDocument/2006/relationships/image" Target="../media/image41.jpg"/><Relationship Id="rId10" Type="http://schemas.openxmlformats.org/officeDocument/2006/relationships/image" Target="../media/image25.jpg"/><Relationship Id="rId11" Type="http://schemas.openxmlformats.org/officeDocument/2006/relationships/image" Target="../media/image42.jpg"/><Relationship Id="rId12" Type="http://schemas.openxmlformats.org/officeDocument/2006/relationships/image" Target="../media/image4.jpg"/><Relationship Id="rId13" Type="http://schemas.openxmlformats.org/officeDocument/2006/relationships/image" Target="../media/image7.jpg"/><Relationship Id="rId14" Type="http://schemas.openxmlformats.org/officeDocument/2006/relationships/image" Target="../media/image8.jpg"/><Relationship Id="rId15" Type="http://schemas.openxmlformats.org/officeDocument/2006/relationships/image" Target="../media/image9.jpg"/><Relationship Id="rId16" Type="http://schemas.openxmlformats.org/officeDocument/2006/relationships/image" Target="../media/image46.jpg"/><Relationship Id="rId17" Type="http://schemas.openxmlformats.org/officeDocument/2006/relationships/image" Target="../media/image1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6.jpg"/><Relationship Id="rId6" Type="http://schemas.openxmlformats.org/officeDocument/2006/relationships/image" Target="../media/image40.jpg"/><Relationship Id="rId7" Type="http://schemas.openxmlformats.org/officeDocument/2006/relationships/image" Target="../media/image10.jpg"/><Relationship Id="rId8" Type="http://schemas.openxmlformats.org/officeDocument/2006/relationships/image" Target="../media/image41.jpg"/><Relationship Id="rId9" Type="http://schemas.openxmlformats.org/officeDocument/2006/relationships/image" Target="../media/image43.jpg"/><Relationship Id="rId10" Type="http://schemas.openxmlformats.org/officeDocument/2006/relationships/image" Target="../media/image42.jpg"/><Relationship Id="rId11" Type="http://schemas.openxmlformats.org/officeDocument/2006/relationships/image" Target="../media/image4.jpg"/><Relationship Id="rId12" Type="http://schemas.openxmlformats.org/officeDocument/2006/relationships/image" Target="../media/image7.jpg"/><Relationship Id="rId13" Type="http://schemas.openxmlformats.org/officeDocument/2006/relationships/image" Target="../media/image8.jpg"/><Relationship Id="rId14" Type="http://schemas.openxmlformats.org/officeDocument/2006/relationships/image" Target="../media/image9.jpg"/><Relationship Id="rId15" Type="http://schemas.openxmlformats.org/officeDocument/2006/relationships/image" Target="../media/image6.jpg"/><Relationship Id="rId16" Type="http://schemas.openxmlformats.org/officeDocument/2006/relationships/image" Target="../media/image2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39.jpg"/><Relationship Id="rId6" Type="http://schemas.openxmlformats.org/officeDocument/2006/relationships/image" Target="../media/image40.jpg"/><Relationship Id="rId7" Type="http://schemas.openxmlformats.org/officeDocument/2006/relationships/image" Target="../media/image10.jpg"/><Relationship Id="rId8" Type="http://schemas.openxmlformats.org/officeDocument/2006/relationships/image" Target="../media/image41.jpg"/><Relationship Id="rId9" Type="http://schemas.openxmlformats.org/officeDocument/2006/relationships/image" Target="../media/image4.jpg"/><Relationship Id="rId10" Type="http://schemas.openxmlformats.org/officeDocument/2006/relationships/image" Target="../media/image47.jpg"/><Relationship Id="rId11" Type="http://schemas.openxmlformats.org/officeDocument/2006/relationships/image" Target="../media/image25.jpg"/><Relationship Id="rId12" Type="http://schemas.openxmlformats.org/officeDocument/2006/relationships/image" Target="../media/image7.jpg"/><Relationship Id="rId13" Type="http://schemas.openxmlformats.org/officeDocument/2006/relationships/image" Target="../media/image8.jpg"/><Relationship Id="rId14" Type="http://schemas.openxmlformats.org/officeDocument/2006/relationships/image" Target="../media/image9.jpg"/><Relationship Id="rId15" Type="http://schemas.openxmlformats.org/officeDocument/2006/relationships/image" Target="../media/image4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39.jpg"/><Relationship Id="rId6" Type="http://schemas.openxmlformats.org/officeDocument/2006/relationships/image" Target="../media/image40.jpg"/><Relationship Id="rId7" Type="http://schemas.openxmlformats.org/officeDocument/2006/relationships/image" Target="../media/image10.jpg"/><Relationship Id="rId8" Type="http://schemas.openxmlformats.org/officeDocument/2006/relationships/image" Target="../media/image41.jpg"/><Relationship Id="rId9" Type="http://schemas.openxmlformats.org/officeDocument/2006/relationships/image" Target="../media/image4.jpg"/><Relationship Id="rId10" Type="http://schemas.openxmlformats.org/officeDocument/2006/relationships/image" Target="../media/image47.jpg"/><Relationship Id="rId11" Type="http://schemas.openxmlformats.org/officeDocument/2006/relationships/image" Target="../media/image48.jpg"/><Relationship Id="rId12" Type="http://schemas.openxmlformats.org/officeDocument/2006/relationships/image" Target="../media/image7.jpg"/><Relationship Id="rId13" Type="http://schemas.openxmlformats.org/officeDocument/2006/relationships/image" Target="../media/image8.jpg"/><Relationship Id="rId14" Type="http://schemas.openxmlformats.org/officeDocument/2006/relationships/image" Target="../media/image9.jpg"/><Relationship Id="rId15" Type="http://schemas.openxmlformats.org/officeDocument/2006/relationships/image" Target="../media/image4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39.jpg"/><Relationship Id="rId6" Type="http://schemas.openxmlformats.org/officeDocument/2006/relationships/image" Target="../media/image40.jpg"/><Relationship Id="rId7" Type="http://schemas.openxmlformats.org/officeDocument/2006/relationships/image" Target="../media/image10.jpg"/><Relationship Id="rId8" Type="http://schemas.openxmlformats.org/officeDocument/2006/relationships/image" Target="../media/image41.jpg"/><Relationship Id="rId9" Type="http://schemas.openxmlformats.org/officeDocument/2006/relationships/image" Target="../media/image4.jpg"/><Relationship Id="rId10" Type="http://schemas.openxmlformats.org/officeDocument/2006/relationships/image" Target="../media/image47.jpg"/><Relationship Id="rId11" Type="http://schemas.openxmlformats.org/officeDocument/2006/relationships/image" Target="../media/image45.jpg"/><Relationship Id="rId12" Type="http://schemas.openxmlformats.org/officeDocument/2006/relationships/image" Target="../media/image7.jpg"/><Relationship Id="rId13" Type="http://schemas.openxmlformats.org/officeDocument/2006/relationships/image" Target="../media/image8.jpg"/><Relationship Id="rId14" Type="http://schemas.openxmlformats.org/officeDocument/2006/relationships/image" Target="../media/image9.jpg"/><Relationship Id="rId15" Type="http://schemas.openxmlformats.org/officeDocument/2006/relationships/image" Target="../media/image11.jpg"/><Relationship Id="rId16" Type="http://schemas.openxmlformats.org/officeDocument/2006/relationships/image" Target="../media/image25.jpg"/><Relationship Id="rId17" Type="http://schemas.openxmlformats.org/officeDocument/2006/relationships/image" Target="../media/image4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50.jpg"/><Relationship Id="rId6" Type="http://schemas.openxmlformats.org/officeDocument/2006/relationships/image" Target="../media/image40.jpg"/><Relationship Id="rId7" Type="http://schemas.openxmlformats.org/officeDocument/2006/relationships/image" Target="../media/image10.jpg"/><Relationship Id="rId8" Type="http://schemas.openxmlformats.org/officeDocument/2006/relationships/image" Target="../media/image41.jpg"/><Relationship Id="rId9" Type="http://schemas.openxmlformats.org/officeDocument/2006/relationships/image" Target="../media/image25.jpg"/><Relationship Id="rId10" Type="http://schemas.openxmlformats.org/officeDocument/2006/relationships/image" Target="../media/image42.jpg"/><Relationship Id="rId11" Type="http://schemas.openxmlformats.org/officeDocument/2006/relationships/image" Target="../media/image4.jpg"/><Relationship Id="rId12" Type="http://schemas.openxmlformats.org/officeDocument/2006/relationships/image" Target="../media/image7.jpg"/><Relationship Id="rId13" Type="http://schemas.openxmlformats.org/officeDocument/2006/relationships/image" Target="../media/image8.jpg"/><Relationship Id="rId14" Type="http://schemas.openxmlformats.org/officeDocument/2006/relationships/image" Target="../media/image9.jpg"/><Relationship Id="rId15" Type="http://schemas.openxmlformats.org/officeDocument/2006/relationships/image" Target="../media/image39.jpg"/><Relationship Id="rId16" Type="http://schemas.openxmlformats.org/officeDocument/2006/relationships/image" Target="../media/image4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21.jpg"/><Relationship Id="rId6" Type="http://schemas.openxmlformats.org/officeDocument/2006/relationships/image" Target="../media/image40.jpg"/><Relationship Id="rId7" Type="http://schemas.openxmlformats.org/officeDocument/2006/relationships/image" Target="../media/image6.jpg"/><Relationship Id="rId8" Type="http://schemas.openxmlformats.org/officeDocument/2006/relationships/image" Target="../media/image41.jpg"/><Relationship Id="rId9" Type="http://schemas.openxmlformats.org/officeDocument/2006/relationships/image" Target="../media/image43.jpg"/><Relationship Id="rId10" Type="http://schemas.openxmlformats.org/officeDocument/2006/relationships/image" Target="../media/image42.jpg"/><Relationship Id="rId11" Type="http://schemas.openxmlformats.org/officeDocument/2006/relationships/image" Target="../media/image4.jpg"/><Relationship Id="rId12" Type="http://schemas.openxmlformats.org/officeDocument/2006/relationships/image" Target="../media/image7.jpg"/><Relationship Id="rId13" Type="http://schemas.openxmlformats.org/officeDocument/2006/relationships/image" Target="../media/image8.jpg"/><Relationship Id="rId14" Type="http://schemas.openxmlformats.org/officeDocument/2006/relationships/image" Target="../media/image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39.jpg"/><Relationship Id="rId6" Type="http://schemas.openxmlformats.org/officeDocument/2006/relationships/image" Target="../media/image40.jpg"/><Relationship Id="rId7" Type="http://schemas.openxmlformats.org/officeDocument/2006/relationships/image" Target="../media/image18.jpg"/><Relationship Id="rId8" Type="http://schemas.openxmlformats.org/officeDocument/2006/relationships/image" Target="../media/image19.jpg"/><Relationship Id="rId9" Type="http://schemas.openxmlformats.org/officeDocument/2006/relationships/image" Target="../media/image51.jpg"/><Relationship Id="rId10" Type="http://schemas.openxmlformats.org/officeDocument/2006/relationships/image" Target="../media/image4.jpg"/><Relationship Id="rId11" Type="http://schemas.openxmlformats.org/officeDocument/2006/relationships/image" Target="../media/image22.jpg"/><Relationship Id="rId12" Type="http://schemas.openxmlformats.org/officeDocument/2006/relationships/image" Target="../media/image52.jpg"/><Relationship Id="rId13" Type="http://schemas.openxmlformats.org/officeDocument/2006/relationships/image" Target="../media/image20.jpg"/><Relationship Id="rId14" Type="http://schemas.openxmlformats.org/officeDocument/2006/relationships/image" Target="../media/image23.jpg"/><Relationship Id="rId15" Type="http://schemas.openxmlformats.org/officeDocument/2006/relationships/image" Target="../media/image27.jpg"/><Relationship Id="rId16" Type="http://schemas.openxmlformats.org/officeDocument/2006/relationships/image" Target="../media/image8.jpg"/><Relationship Id="rId17" Type="http://schemas.openxmlformats.org/officeDocument/2006/relationships/image" Target="../media/image28.jpg"/><Relationship Id="rId18" Type="http://schemas.openxmlformats.org/officeDocument/2006/relationships/image" Target="../media/image26.jpg"/><Relationship Id="rId19" Type="http://schemas.openxmlformats.org/officeDocument/2006/relationships/image" Target="../media/image29.jpg"/><Relationship Id="rId20" Type="http://schemas.openxmlformats.org/officeDocument/2006/relationships/image" Target="../media/image30.jpg"/><Relationship Id="rId21" Type="http://schemas.openxmlformats.org/officeDocument/2006/relationships/image" Target="../media/image11.jpg"/><Relationship Id="rId22" Type="http://schemas.openxmlformats.org/officeDocument/2006/relationships/image" Target="../media/image21.jpg"/><Relationship Id="rId23" Type="http://schemas.openxmlformats.org/officeDocument/2006/relationships/image" Target="../media/image31.jpg"/><Relationship Id="rId24" Type="http://schemas.openxmlformats.org/officeDocument/2006/relationships/image" Target="../media/image32.jpg"/><Relationship Id="rId25" Type="http://schemas.openxmlformats.org/officeDocument/2006/relationships/image" Target="../media/image33.jpg"/><Relationship Id="rId26" Type="http://schemas.openxmlformats.org/officeDocument/2006/relationships/image" Target="../media/image34.jpg"/><Relationship Id="rId27" Type="http://schemas.openxmlformats.org/officeDocument/2006/relationships/image" Target="../media/image25.jpg"/><Relationship Id="rId28" Type="http://schemas.openxmlformats.org/officeDocument/2006/relationships/image" Target="../media/image35.jpg"/><Relationship Id="rId29" Type="http://schemas.openxmlformats.org/officeDocument/2006/relationships/image" Target="../media/image36.jpg"/><Relationship Id="rId30" Type="http://schemas.openxmlformats.org/officeDocument/2006/relationships/image" Target="../media/image37.jpg"/><Relationship Id="rId31" Type="http://schemas.openxmlformats.org/officeDocument/2006/relationships/image" Target="../media/image38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21.jpg"/><Relationship Id="rId6" Type="http://schemas.openxmlformats.org/officeDocument/2006/relationships/image" Target="../media/image40.jpg"/><Relationship Id="rId7" Type="http://schemas.openxmlformats.org/officeDocument/2006/relationships/image" Target="../media/image10.jpg"/><Relationship Id="rId8" Type="http://schemas.openxmlformats.org/officeDocument/2006/relationships/image" Target="../media/image41.jpg"/><Relationship Id="rId9" Type="http://schemas.openxmlformats.org/officeDocument/2006/relationships/image" Target="../media/image45.jpg"/><Relationship Id="rId10" Type="http://schemas.openxmlformats.org/officeDocument/2006/relationships/image" Target="../media/image42.jpg"/><Relationship Id="rId11" Type="http://schemas.openxmlformats.org/officeDocument/2006/relationships/image" Target="../media/image4.jpg"/><Relationship Id="rId12" Type="http://schemas.openxmlformats.org/officeDocument/2006/relationships/image" Target="../media/image7.jpg"/><Relationship Id="rId13" Type="http://schemas.openxmlformats.org/officeDocument/2006/relationships/image" Target="../media/image8.jpg"/><Relationship Id="rId14" Type="http://schemas.openxmlformats.org/officeDocument/2006/relationships/image" Target="../media/image9.jpg"/><Relationship Id="rId15" Type="http://schemas.openxmlformats.org/officeDocument/2006/relationships/image" Target="../media/image36.jpg"/><Relationship Id="rId16" Type="http://schemas.openxmlformats.org/officeDocument/2006/relationships/image" Target="../media/image25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39.jpg"/><Relationship Id="rId6" Type="http://schemas.openxmlformats.org/officeDocument/2006/relationships/image" Target="../media/image40.jpg"/><Relationship Id="rId7" Type="http://schemas.openxmlformats.org/officeDocument/2006/relationships/image" Target="../media/image6.jpg"/><Relationship Id="rId8" Type="http://schemas.openxmlformats.org/officeDocument/2006/relationships/image" Target="../media/image41.jpg"/><Relationship Id="rId9" Type="http://schemas.openxmlformats.org/officeDocument/2006/relationships/image" Target="../media/image45.jpg"/><Relationship Id="rId10" Type="http://schemas.openxmlformats.org/officeDocument/2006/relationships/image" Target="../media/image42.jpg"/><Relationship Id="rId11" Type="http://schemas.openxmlformats.org/officeDocument/2006/relationships/image" Target="../media/image4.jpg"/><Relationship Id="rId12" Type="http://schemas.openxmlformats.org/officeDocument/2006/relationships/image" Target="../media/image7.jpg"/><Relationship Id="rId13" Type="http://schemas.openxmlformats.org/officeDocument/2006/relationships/image" Target="../media/image8.jpg"/><Relationship Id="rId14" Type="http://schemas.openxmlformats.org/officeDocument/2006/relationships/image" Target="../media/image9.jpg"/><Relationship Id="rId15" Type="http://schemas.openxmlformats.org/officeDocument/2006/relationships/image" Target="../media/image50.jpg"/><Relationship Id="rId16" Type="http://schemas.openxmlformats.org/officeDocument/2006/relationships/image" Target="../media/image10.jpg"/><Relationship Id="rId17" Type="http://schemas.openxmlformats.org/officeDocument/2006/relationships/image" Target="../media/image4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50.jpg"/><Relationship Id="rId6" Type="http://schemas.openxmlformats.org/officeDocument/2006/relationships/image" Target="../media/image40.jpg"/><Relationship Id="rId7" Type="http://schemas.openxmlformats.org/officeDocument/2006/relationships/image" Target="../media/image6.jpg"/><Relationship Id="rId8" Type="http://schemas.openxmlformats.org/officeDocument/2006/relationships/image" Target="../media/image41.jpg"/><Relationship Id="rId9" Type="http://schemas.openxmlformats.org/officeDocument/2006/relationships/image" Target="../media/image25.jpg"/><Relationship Id="rId10" Type="http://schemas.openxmlformats.org/officeDocument/2006/relationships/image" Target="../media/image42.jpg"/><Relationship Id="rId11" Type="http://schemas.openxmlformats.org/officeDocument/2006/relationships/image" Target="../media/image4.jpg"/><Relationship Id="rId12" Type="http://schemas.openxmlformats.org/officeDocument/2006/relationships/image" Target="../media/image7.jpg"/><Relationship Id="rId13" Type="http://schemas.openxmlformats.org/officeDocument/2006/relationships/image" Target="../media/image8.jpg"/><Relationship Id="rId14" Type="http://schemas.openxmlformats.org/officeDocument/2006/relationships/image" Target="../media/image9.jpg"/><Relationship Id="rId15" Type="http://schemas.openxmlformats.org/officeDocument/2006/relationships/image" Target="../media/image46.jpg"/><Relationship Id="rId16" Type="http://schemas.openxmlformats.org/officeDocument/2006/relationships/image" Target="../media/image4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6.jpg"/><Relationship Id="rId6" Type="http://schemas.openxmlformats.org/officeDocument/2006/relationships/image" Target="../media/image40.jpg"/><Relationship Id="rId7" Type="http://schemas.openxmlformats.org/officeDocument/2006/relationships/image" Target="../media/image18.jpg"/><Relationship Id="rId8" Type="http://schemas.openxmlformats.org/officeDocument/2006/relationships/image" Target="../media/image19.jpg"/><Relationship Id="rId9" Type="http://schemas.openxmlformats.org/officeDocument/2006/relationships/image" Target="../media/image51.jpg"/><Relationship Id="rId10" Type="http://schemas.openxmlformats.org/officeDocument/2006/relationships/image" Target="../media/image43.jpg"/><Relationship Id="rId11" Type="http://schemas.openxmlformats.org/officeDocument/2006/relationships/image" Target="../media/image53.jpg"/><Relationship Id="rId12" Type="http://schemas.openxmlformats.org/officeDocument/2006/relationships/image" Target="../media/image4.jpg"/><Relationship Id="rId13" Type="http://schemas.openxmlformats.org/officeDocument/2006/relationships/image" Target="../media/image20.jpg"/><Relationship Id="rId14" Type="http://schemas.openxmlformats.org/officeDocument/2006/relationships/image" Target="../media/image11.jpg"/><Relationship Id="rId15" Type="http://schemas.openxmlformats.org/officeDocument/2006/relationships/image" Target="../media/image21.jpg"/><Relationship Id="rId16" Type="http://schemas.openxmlformats.org/officeDocument/2006/relationships/image" Target="../media/image22.jpg"/><Relationship Id="rId17" Type="http://schemas.openxmlformats.org/officeDocument/2006/relationships/image" Target="../media/image23.jpg"/><Relationship Id="rId18" Type="http://schemas.openxmlformats.org/officeDocument/2006/relationships/image" Target="../media/image24.jpg"/><Relationship Id="rId19" Type="http://schemas.openxmlformats.org/officeDocument/2006/relationships/image" Target="../media/image25.jpg"/><Relationship Id="rId20" Type="http://schemas.openxmlformats.org/officeDocument/2006/relationships/image" Target="../media/image26.jpg"/><Relationship Id="rId21" Type="http://schemas.openxmlformats.org/officeDocument/2006/relationships/image" Target="../media/image27.jpg"/><Relationship Id="rId22" Type="http://schemas.openxmlformats.org/officeDocument/2006/relationships/image" Target="../media/image8.jpg"/><Relationship Id="rId23" Type="http://schemas.openxmlformats.org/officeDocument/2006/relationships/image" Target="../media/image28.jpg"/><Relationship Id="rId24" Type="http://schemas.openxmlformats.org/officeDocument/2006/relationships/image" Target="../media/image29.jpg"/><Relationship Id="rId25" Type="http://schemas.openxmlformats.org/officeDocument/2006/relationships/image" Target="../media/image30.jpg"/><Relationship Id="rId26" Type="http://schemas.openxmlformats.org/officeDocument/2006/relationships/image" Target="../media/image31.jpg"/><Relationship Id="rId27" Type="http://schemas.openxmlformats.org/officeDocument/2006/relationships/image" Target="../media/image32.jpg"/><Relationship Id="rId28" Type="http://schemas.openxmlformats.org/officeDocument/2006/relationships/image" Target="../media/image33.jpg"/><Relationship Id="rId29" Type="http://schemas.openxmlformats.org/officeDocument/2006/relationships/image" Target="../media/image34.jpg"/><Relationship Id="rId30" Type="http://schemas.openxmlformats.org/officeDocument/2006/relationships/image" Target="../media/image35.jpg"/><Relationship Id="rId31" Type="http://schemas.openxmlformats.org/officeDocument/2006/relationships/image" Target="../media/image36.jpg"/><Relationship Id="rId32" Type="http://schemas.openxmlformats.org/officeDocument/2006/relationships/image" Target="../media/image37.jpg"/><Relationship Id="rId33" Type="http://schemas.openxmlformats.org/officeDocument/2006/relationships/image" Target="../media/image38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6.jpg"/><Relationship Id="rId6" Type="http://schemas.openxmlformats.org/officeDocument/2006/relationships/image" Target="../media/image40.jpg"/><Relationship Id="rId7" Type="http://schemas.openxmlformats.org/officeDocument/2006/relationships/image" Target="../media/image10.jpg"/><Relationship Id="rId8" Type="http://schemas.openxmlformats.org/officeDocument/2006/relationships/image" Target="../media/image41.jpg"/><Relationship Id="rId9" Type="http://schemas.openxmlformats.org/officeDocument/2006/relationships/image" Target="../media/image45.jpg"/><Relationship Id="rId10" Type="http://schemas.openxmlformats.org/officeDocument/2006/relationships/image" Target="../media/image42.jpg"/><Relationship Id="rId11" Type="http://schemas.openxmlformats.org/officeDocument/2006/relationships/image" Target="../media/image4.jpg"/><Relationship Id="rId12" Type="http://schemas.openxmlformats.org/officeDocument/2006/relationships/image" Target="../media/image7.jpg"/><Relationship Id="rId13" Type="http://schemas.openxmlformats.org/officeDocument/2006/relationships/image" Target="../media/image8.jpg"/><Relationship Id="rId14" Type="http://schemas.openxmlformats.org/officeDocument/2006/relationships/image" Target="../media/image9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6.jpg"/><Relationship Id="rId6" Type="http://schemas.openxmlformats.org/officeDocument/2006/relationships/image" Target="../media/image40.jpg"/><Relationship Id="rId7" Type="http://schemas.openxmlformats.org/officeDocument/2006/relationships/image" Target="../media/image18.jpg"/><Relationship Id="rId8" Type="http://schemas.openxmlformats.org/officeDocument/2006/relationships/image" Target="../media/image19.jpg"/><Relationship Id="rId9" Type="http://schemas.openxmlformats.org/officeDocument/2006/relationships/image" Target="../media/image51.jpg"/><Relationship Id="rId10" Type="http://schemas.openxmlformats.org/officeDocument/2006/relationships/image" Target="../media/image4.jpg"/><Relationship Id="rId11" Type="http://schemas.openxmlformats.org/officeDocument/2006/relationships/image" Target="../media/image22.jpg"/><Relationship Id="rId12" Type="http://schemas.openxmlformats.org/officeDocument/2006/relationships/image" Target="../media/image52.jpg"/><Relationship Id="rId13" Type="http://schemas.openxmlformats.org/officeDocument/2006/relationships/image" Target="../media/image20.jpg"/><Relationship Id="rId14" Type="http://schemas.openxmlformats.org/officeDocument/2006/relationships/image" Target="../media/image23.jpg"/><Relationship Id="rId15" Type="http://schemas.openxmlformats.org/officeDocument/2006/relationships/image" Target="../media/image27.jpg"/><Relationship Id="rId16" Type="http://schemas.openxmlformats.org/officeDocument/2006/relationships/image" Target="../media/image8.jpg"/><Relationship Id="rId17" Type="http://schemas.openxmlformats.org/officeDocument/2006/relationships/image" Target="../media/image28.jpg"/><Relationship Id="rId18" Type="http://schemas.openxmlformats.org/officeDocument/2006/relationships/image" Target="../media/image26.jpg"/><Relationship Id="rId19" Type="http://schemas.openxmlformats.org/officeDocument/2006/relationships/image" Target="../media/image29.jpg"/><Relationship Id="rId20" Type="http://schemas.openxmlformats.org/officeDocument/2006/relationships/image" Target="../media/image30.jpg"/><Relationship Id="rId21" Type="http://schemas.openxmlformats.org/officeDocument/2006/relationships/image" Target="../media/image11.jpg"/><Relationship Id="rId22" Type="http://schemas.openxmlformats.org/officeDocument/2006/relationships/image" Target="../media/image21.jpg"/><Relationship Id="rId23" Type="http://schemas.openxmlformats.org/officeDocument/2006/relationships/image" Target="../media/image31.jpg"/><Relationship Id="rId24" Type="http://schemas.openxmlformats.org/officeDocument/2006/relationships/image" Target="../media/image32.jpg"/><Relationship Id="rId25" Type="http://schemas.openxmlformats.org/officeDocument/2006/relationships/image" Target="../media/image33.jpg"/><Relationship Id="rId26" Type="http://schemas.openxmlformats.org/officeDocument/2006/relationships/image" Target="../media/image34.jpg"/><Relationship Id="rId27" Type="http://schemas.openxmlformats.org/officeDocument/2006/relationships/image" Target="../media/image25.jpg"/><Relationship Id="rId28" Type="http://schemas.openxmlformats.org/officeDocument/2006/relationships/image" Target="../media/image35.jpg"/><Relationship Id="rId29" Type="http://schemas.openxmlformats.org/officeDocument/2006/relationships/image" Target="../media/image36.jpg"/><Relationship Id="rId30" Type="http://schemas.openxmlformats.org/officeDocument/2006/relationships/image" Target="../media/image37.jpg"/><Relationship Id="rId31" Type="http://schemas.openxmlformats.org/officeDocument/2006/relationships/image" Target="../media/image38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11.jpg"/><Relationship Id="rId6" Type="http://schemas.openxmlformats.org/officeDocument/2006/relationships/image" Target="../media/image6.jpg"/><Relationship Id="rId7" Type="http://schemas.openxmlformats.org/officeDocument/2006/relationships/image" Target="../media/image42.jpg"/><Relationship Id="rId8" Type="http://schemas.openxmlformats.org/officeDocument/2006/relationships/image" Target="../media/image4.jpg"/><Relationship Id="rId9" Type="http://schemas.openxmlformats.org/officeDocument/2006/relationships/image" Target="../media/image7.jpg"/><Relationship Id="rId10" Type="http://schemas.openxmlformats.org/officeDocument/2006/relationships/image" Target="../media/image8.jpg"/><Relationship Id="rId11" Type="http://schemas.openxmlformats.org/officeDocument/2006/relationships/image" Target="../media/image9.jpg"/><Relationship Id="rId12" Type="http://schemas.openxmlformats.org/officeDocument/2006/relationships/image" Target="../media/image39.jpg"/><Relationship Id="rId13" Type="http://schemas.openxmlformats.org/officeDocument/2006/relationships/image" Target="../media/image40.jpg"/><Relationship Id="rId14" Type="http://schemas.openxmlformats.org/officeDocument/2006/relationships/image" Target="../media/image12.jpg"/><Relationship Id="rId15" Type="http://schemas.openxmlformats.org/officeDocument/2006/relationships/image" Target="../media/image41.jpg"/><Relationship Id="rId16" Type="http://schemas.openxmlformats.org/officeDocument/2006/relationships/image" Target="../media/image43.jpg"/><Relationship Id="rId17" Type="http://schemas.openxmlformats.org/officeDocument/2006/relationships/image" Target="../media/image18.jpg"/><Relationship Id="rId18" Type="http://schemas.openxmlformats.org/officeDocument/2006/relationships/image" Target="../media/image10.jpg"/><Relationship Id="rId19" Type="http://schemas.openxmlformats.org/officeDocument/2006/relationships/image" Target="../media/image2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39.jpg"/><Relationship Id="rId6" Type="http://schemas.openxmlformats.org/officeDocument/2006/relationships/image" Target="../media/image40.jpg"/><Relationship Id="rId7" Type="http://schemas.openxmlformats.org/officeDocument/2006/relationships/image" Target="../media/image11.jpg"/><Relationship Id="rId8" Type="http://schemas.openxmlformats.org/officeDocument/2006/relationships/image" Target="../media/image10.jpg"/><Relationship Id="rId9" Type="http://schemas.openxmlformats.org/officeDocument/2006/relationships/image" Target="../media/image41.jpg"/><Relationship Id="rId10" Type="http://schemas.openxmlformats.org/officeDocument/2006/relationships/image" Target="../media/image43.jpg"/><Relationship Id="rId11" Type="http://schemas.openxmlformats.org/officeDocument/2006/relationships/image" Target="../media/image42.jpg"/><Relationship Id="rId12" Type="http://schemas.openxmlformats.org/officeDocument/2006/relationships/image" Target="../media/image4.jpg"/><Relationship Id="rId13" Type="http://schemas.openxmlformats.org/officeDocument/2006/relationships/image" Target="../media/image7.jpg"/><Relationship Id="rId14" Type="http://schemas.openxmlformats.org/officeDocument/2006/relationships/image" Target="../media/image8.jpg"/><Relationship Id="rId15" Type="http://schemas.openxmlformats.org/officeDocument/2006/relationships/image" Target="../media/image9.jpg"/><Relationship Id="rId16" Type="http://schemas.openxmlformats.org/officeDocument/2006/relationships/image" Target="../media/image45.jpg"/><Relationship Id="rId17" Type="http://schemas.openxmlformats.org/officeDocument/2006/relationships/image" Target="../media/image25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36.jpg"/><Relationship Id="rId6" Type="http://schemas.openxmlformats.org/officeDocument/2006/relationships/image" Target="../media/image40.jpg"/><Relationship Id="rId7" Type="http://schemas.openxmlformats.org/officeDocument/2006/relationships/image" Target="../media/image10.jpg"/><Relationship Id="rId8" Type="http://schemas.openxmlformats.org/officeDocument/2006/relationships/image" Target="../media/image41.jpg"/><Relationship Id="rId9" Type="http://schemas.openxmlformats.org/officeDocument/2006/relationships/image" Target="../media/image43.jpg"/><Relationship Id="rId10" Type="http://schemas.openxmlformats.org/officeDocument/2006/relationships/image" Target="../media/image42.jpg"/><Relationship Id="rId11" Type="http://schemas.openxmlformats.org/officeDocument/2006/relationships/image" Target="../media/image4.jpg"/><Relationship Id="rId12" Type="http://schemas.openxmlformats.org/officeDocument/2006/relationships/image" Target="../media/image7.jpg"/><Relationship Id="rId13" Type="http://schemas.openxmlformats.org/officeDocument/2006/relationships/image" Target="../media/image8.jpg"/><Relationship Id="rId14" Type="http://schemas.openxmlformats.org/officeDocument/2006/relationships/image" Target="../media/image9.jpg"/><Relationship Id="rId15" Type="http://schemas.openxmlformats.org/officeDocument/2006/relationships/image" Target="../media/image6.jpg"/><Relationship Id="rId16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7905" y="-79557"/>
            <a:ext cx="23328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latin typeface="Times-Bold"/>
              </a:rPr>
              <a:t>H165312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7905" y="-79557"/>
            <a:ext cx="23328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" name="Picture 3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779" y="4474357"/>
            <a:ext cx="3682082" cy="20187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16285" y="7027521"/>
            <a:ext cx="72576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Times-Bold"/>
              </a:rPr>
              <a:t>CCNc1cc(O)c(-c2nc(=O)c3ccccc3o2)c(C#N)c1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16285" y="7027521"/>
            <a:ext cx="72576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571698" y="225216"/>
            <a:ext cx="414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Times-Bold"/>
              </a:rPr>
              <a:t>Reaction route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1698" y="225216"/>
            <a:ext cx="41472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74227" y="590885"/>
            <a:ext cx="19008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Times-Bold"/>
              </a:rPr>
              <a:t>route #id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4227" y="590885"/>
            <a:ext cx="1900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301986" y="590885"/>
            <a:ext cx="19008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Times-Bold"/>
              </a:rPr>
              <a:t>reactions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1986" y="590885"/>
            <a:ext cx="1900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31421" y="956622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1421" y="956622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042103" y="956622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2103" y="956622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252784" y="956622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2784" y="956622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63465" y="956622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3465" y="956622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674146" y="956622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74146" y="956622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884828" y="956622"/>
            <a:ext cx="162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4828" y="956622"/>
            <a:ext cx="162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463465" y="1051849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3465" y="1051849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52784" y="1051849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2784" y="1051849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674146" y="1147075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74146" y="1147075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674146" y="1242301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74146" y="1242301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63465" y="1242301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63465" y="1242301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74146" y="1337528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31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74146" y="1337528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463465" y="1432754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63465" y="1432754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674146" y="1527980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33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74146" y="1527980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779487" y="1623206"/>
            <a:ext cx="162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9487" y="1623206"/>
            <a:ext cx="162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674146" y="1623206"/>
            <a:ext cx="162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74146" y="1623206"/>
            <a:ext cx="162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182627" y="1623206"/>
            <a:ext cx="378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17-15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82627" y="1623206"/>
            <a:ext cx="378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077286" y="1623206"/>
            <a:ext cx="162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77286" y="1623206"/>
            <a:ext cx="162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585767" y="1623206"/>
            <a:ext cx="378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19-18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5767" y="1623206"/>
            <a:ext cx="378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094248" y="1623206"/>
            <a:ext cx="378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12-11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94248" y="1623206"/>
            <a:ext cx="378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5883567" y="1623206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83567" y="1623206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5672885" y="1623206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72885" y="1623206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7252784" y="1718433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34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52784" y="1718433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7393308" y="1813659"/>
            <a:ext cx="270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4-3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93308" y="1813659"/>
            <a:ext cx="270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7112470" y="1813659"/>
            <a:ext cx="270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7-5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12470" y="1813659"/>
            <a:ext cx="270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6691108" y="1813659"/>
            <a:ext cx="324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10-9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91108" y="1813659"/>
            <a:ext cx="324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462204" y="1813659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13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62204" y="1813659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7674146" y="1908885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35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74146" y="1908885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7674146" y="2004111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36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74146" y="2004111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7252784" y="2099338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39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52784" y="2099338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042103" y="2099338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40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2103" y="2099338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7042103" y="2194564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41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42103" y="2194564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7042103" y="2289790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42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42103" y="2289790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7042103" y="2385016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43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42103" y="2385016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7042103" y="2480243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44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42103" y="2480243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7042103" y="2575469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45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042103" y="2575469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7674146" y="2670695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46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74146" y="2670695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5251523" y="2765922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47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251523" y="2765922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5040842" y="2765922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37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40842" y="2765922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4830160" y="2765922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48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830160" y="2765922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4619479" y="2861148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49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619479" y="2861148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4408798" y="2861148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50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408798" y="2861148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4198117" y="2956374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51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198117" y="2956374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3987436" y="3051600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52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987436" y="3051600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3776754" y="3146827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53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776754" y="3146827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3566073" y="3242053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54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566073" y="3242053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3355392" y="3337279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55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355392" y="3337279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3144711" y="3432505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56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144711" y="3432505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2934029" y="3527732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57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934029" y="3527732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2723348" y="3622958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58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723348" y="3622958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2512667" y="3718184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59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512667" y="3718184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7674146" y="3813411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60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674146" y="3813411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2301986" y="3908637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38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301986" y="3908637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pSp>
        <p:nvGrpSpPr>
          <p:cNvPr id="122" name="Group 121"/>
          <p:cNvGrpSpPr/>
          <p:nvPr/>
        </p:nvGrpSpPr>
        <p:grpSpPr>
          <a:xfrm>
            <a:off x="2505644" y="1028073"/>
            <a:ext cx="4438560" cy="2761562"/>
            <a:chOff x="2505644" y="1028073"/>
            <a:chExt cx="4438560" cy="2761562"/>
          </a:xfrm>
        </p:grpSpPr>
        <p:sp>
          <p:nvSpPr>
            <p:cNvPr id="119" name="Straight Connector 118"/>
            <p:cNvSpPr/>
            <p:nvPr/>
          </p:nvSpPr>
          <p:spPr>
            <a:xfrm>
              <a:off x="2505644" y="1028073"/>
              <a:ext cx="4438560" cy="276156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Straight Connector 119"/>
            <p:cNvSpPr/>
            <p:nvPr/>
          </p:nvSpPr>
          <p:spPr>
            <a:xfrm>
              <a:off x="2505644" y="3696945"/>
              <a:ext cx="86772" cy="9268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Straight Connector 120"/>
            <p:cNvSpPr/>
            <p:nvPr/>
          </p:nvSpPr>
          <p:spPr>
            <a:xfrm>
              <a:off x="2505644" y="3752748"/>
              <a:ext cx="121491" cy="3688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6" name="Group 125"/>
          <p:cNvGrpSpPr/>
          <p:nvPr/>
        </p:nvGrpSpPr>
        <p:grpSpPr>
          <a:xfrm>
            <a:off x="2625450" y="2837372"/>
            <a:ext cx="2408369" cy="952262"/>
            <a:chOff x="2625450" y="2837372"/>
            <a:chExt cx="2408369" cy="952262"/>
          </a:xfrm>
        </p:grpSpPr>
        <p:sp>
          <p:nvSpPr>
            <p:cNvPr id="123" name="Straight Connector 122"/>
            <p:cNvSpPr/>
            <p:nvPr/>
          </p:nvSpPr>
          <p:spPr>
            <a:xfrm>
              <a:off x="2625450" y="2837372"/>
              <a:ext cx="2408368" cy="95226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Straight Connector 123"/>
            <p:cNvSpPr/>
            <p:nvPr/>
          </p:nvSpPr>
          <p:spPr>
            <a:xfrm>
              <a:off x="4931851" y="2837372"/>
              <a:ext cx="101967" cy="7565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Straight Connector 124"/>
            <p:cNvSpPr/>
            <p:nvPr/>
          </p:nvSpPr>
          <p:spPr>
            <a:xfrm>
              <a:off x="4907686" y="2837372"/>
              <a:ext cx="126133" cy="1453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5153625" y="1028073"/>
            <a:ext cx="2724180" cy="1809299"/>
            <a:chOff x="5153625" y="1028073"/>
            <a:chExt cx="2724180" cy="1809299"/>
          </a:xfrm>
        </p:grpSpPr>
        <p:sp>
          <p:nvSpPr>
            <p:cNvPr id="127" name="Straight Connector 126"/>
            <p:cNvSpPr/>
            <p:nvPr/>
          </p:nvSpPr>
          <p:spPr>
            <a:xfrm>
              <a:off x="5153625" y="1028073"/>
              <a:ext cx="2724180" cy="180929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Straight Connector 127"/>
            <p:cNvSpPr/>
            <p:nvPr/>
          </p:nvSpPr>
          <p:spPr>
            <a:xfrm>
              <a:off x="7793823" y="1028073"/>
              <a:ext cx="83981" cy="9522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Straight Connector 128"/>
            <p:cNvSpPr/>
            <p:nvPr/>
          </p:nvSpPr>
          <p:spPr>
            <a:xfrm>
              <a:off x="7757462" y="1028073"/>
              <a:ext cx="120342" cy="404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4" name="Group 133"/>
          <p:cNvGrpSpPr/>
          <p:nvPr/>
        </p:nvGrpSpPr>
        <p:grpSpPr>
          <a:xfrm>
            <a:off x="2716326" y="1028073"/>
            <a:ext cx="4227878" cy="2666335"/>
            <a:chOff x="2716326" y="1028073"/>
            <a:chExt cx="4227878" cy="2666335"/>
          </a:xfrm>
        </p:grpSpPr>
        <p:sp>
          <p:nvSpPr>
            <p:cNvPr id="131" name="Straight Connector 130"/>
            <p:cNvSpPr/>
            <p:nvPr/>
          </p:nvSpPr>
          <p:spPr>
            <a:xfrm>
              <a:off x="2716326" y="1028073"/>
              <a:ext cx="4227878" cy="266633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Straight Connector 131"/>
            <p:cNvSpPr/>
            <p:nvPr/>
          </p:nvSpPr>
          <p:spPr>
            <a:xfrm>
              <a:off x="2716326" y="3601192"/>
              <a:ext cx="86206" cy="9321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Straight Connector 132"/>
            <p:cNvSpPr/>
            <p:nvPr/>
          </p:nvSpPr>
          <p:spPr>
            <a:xfrm>
              <a:off x="2716326" y="3656782"/>
              <a:ext cx="121265" cy="376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8" name="Group 137"/>
          <p:cNvGrpSpPr/>
          <p:nvPr/>
        </p:nvGrpSpPr>
        <p:grpSpPr>
          <a:xfrm>
            <a:off x="2836131" y="2837372"/>
            <a:ext cx="2197688" cy="857036"/>
            <a:chOff x="2836131" y="2837372"/>
            <a:chExt cx="2197688" cy="857036"/>
          </a:xfrm>
        </p:grpSpPr>
        <p:sp>
          <p:nvSpPr>
            <p:cNvPr id="135" name="Straight Connector 134"/>
            <p:cNvSpPr/>
            <p:nvPr/>
          </p:nvSpPr>
          <p:spPr>
            <a:xfrm>
              <a:off x="2836131" y="2837372"/>
              <a:ext cx="2197687" cy="85703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Straight Connector 135"/>
            <p:cNvSpPr/>
            <p:nvPr/>
          </p:nvSpPr>
          <p:spPr>
            <a:xfrm>
              <a:off x="4931497" y="2837372"/>
              <a:ext cx="102322" cy="7517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Straight Connector 136"/>
            <p:cNvSpPr/>
            <p:nvPr/>
          </p:nvSpPr>
          <p:spPr>
            <a:xfrm>
              <a:off x="4907619" y="2837372"/>
              <a:ext cx="126200" cy="1394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153625" y="1028073"/>
            <a:ext cx="2724180" cy="1809299"/>
            <a:chOff x="5153625" y="1028073"/>
            <a:chExt cx="2724180" cy="1809299"/>
          </a:xfrm>
        </p:grpSpPr>
        <p:sp>
          <p:nvSpPr>
            <p:cNvPr id="139" name="Straight Connector 138"/>
            <p:cNvSpPr/>
            <p:nvPr/>
          </p:nvSpPr>
          <p:spPr>
            <a:xfrm>
              <a:off x="5153625" y="1028073"/>
              <a:ext cx="2724180" cy="180929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Straight Connector 139"/>
            <p:cNvSpPr/>
            <p:nvPr/>
          </p:nvSpPr>
          <p:spPr>
            <a:xfrm>
              <a:off x="7793823" y="1028073"/>
              <a:ext cx="83981" cy="9522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Straight Connector 140"/>
            <p:cNvSpPr/>
            <p:nvPr/>
          </p:nvSpPr>
          <p:spPr>
            <a:xfrm>
              <a:off x="7757462" y="1028073"/>
              <a:ext cx="120342" cy="404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6" name="Group 145"/>
          <p:cNvGrpSpPr/>
          <p:nvPr/>
        </p:nvGrpSpPr>
        <p:grpSpPr>
          <a:xfrm>
            <a:off x="2927007" y="1028073"/>
            <a:ext cx="4017197" cy="2571110"/>
            <a:chOff x="2927007" y="1028073"/>
            <a:chExt cx="4017197" cy="2571110"/>
          </a:xfrm>
        </p:grpSpPr>
        <p:sp>
          <p:nvSpPr>
            <p:cNvPr id="143" name="Straight Connector 142"/>
            <p:cNvSpPr/>
            <p:nvPr/>
          </p:nvSpPr>
          <p:spPr>
            <a:xfrm>
              <a:off x="2927007" y="1028073"/>
              <a:ext cx="4017197" cy="257110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Straight Connector 143"/>
            <p:cNvSpPr/>
            <p:nvPr/>
          </p:nvSpPr>
          <p:spPr>
            <a:xfrm>
              <a:off x="2927007" y="3505393"/>
              <a:ext cx="85582" cy="9379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Straight Connector 144"/>
            <p:cNvSpPr/>
            <p:nvPr/>
          </p:nvSpPr>
          <p:spPr>
            <a:xfrm>
              <a:off x="2927007" y="3560747"/>
              <a:ext cx="121011" cy="3843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0" name="Group 149"/>
          <p:cNvGrpSpPr/>
          <p:nvPr/>
        </p:nvGrpSpPr>
        <p:grpSpPr>
          <a:xfrm>
            <a:off x="3046813" y="2837372"/>
            <a:ext cx="1987006" cy="761810"/>
            <a:chOff x="3046813" y="2837372"/>
            <a:chExt cx="1987006" cy="761810"/>
          </a:xfrm>
        </p:grpSpPr>
        <p:sp>
          <p:nvSpPr>
            <p:cNvPr id="147" name="Straight Connector 146"/>
            <p:cNvSpPr/>
            <p:nvPr/>
          </p:nvSpPr>
          <p:spPr>
            <a:xfrm>
              <a:off x="3046813" y="2837372"/>
              <a:ext cx="1987006" cy="7618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Straight Connector 147"/>
            <p:cNvSpPr/>
            <p:nvPr/>
          </p:nvSpPr>
          <p:spPr>
            <a:xfrm>
              <a:off x="4931068" y="2837372"/>
              <a:ext cx="102750" cy="7458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Straight Connector 148"/>
            <p:cNvSpPr/>
            <p:nvPr/>
          </p:nvSpPr>
          <p:spPr>
            <a:xfrm>
              <a:off x="4907541" y="2837372"/>
              <a:ext cx="126278" cy="1322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4" name="Group 153"/>
          <p:cNvGrpSpPr/>
          <p:nvPr/>
        </p:nvGrpSpPr>
        <p:grpSpPr>
          <a:xfrm>
            <a:off x="5153625" y="1028073"/>
            <a:ext cx="2724180" cy="1809299"/>
            <a:chOff x="5153625" y="1028073"/>
            <a:chExt cx="2724180" cy="1809299"/>
          </a:xfrm>
        </p:grpSpPr>
        <p:sp>
          <p:nvSpPr>
            <p:cNvPr id="151" name="Straight Connector 150"/>
            <p:cNvSpPr/>
            <p:nvPr/>
          </p:nvSpPr>
          <p:spPr>
            <a:xfrm>
              <a:off x="5153625" y="1028073"/>
              <a:ext cx="2724180" cy="180929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Straight Connector 151"/>
            <p:cNvSpPr/>
            <p:nvPr/>
          </p:nvSpPr>
          <p:spPr>
            <a:xfrm>
              <a:off x="7793823" y="1028073"/>
              <a:ext cx="83981" cy="9522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Straight Connector 152"/>
            <p:cNvSpPr/>
            <p:nvPr/>
          </p:nvSpPr>
          <p:spPr>
            <a:xfrm>
              <a:off x="7757462" y="1028073"/>
              <a:ext cx="120342" cy="404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8" name="Group 157"/>
          <p:cNvGrpSpPr/>
          <p:nvPr/>
        </p:nvGrpSpPr>
        <p:grpSpPr>
          <a:xfrm>
            <a:off x="3137688" y="1028073"/>
            <a:ext cx="3806516" cy="2475883"/>
            <a:chOff x="3137688" y="1028073"/>
            <a:chExt cx="3806516" cy="2475883"/>
          </a:xfrm>
        </p:grpSpPr>
        <p:sp>
          <p:nvSpPr>
            <p:cNvPr id="155" name="Straight Connector 154"/>
            <p:cNvSpPr/>
            <p:nvPr/>
          </p:nvSpPr>
          <p:spPr>
            <a:xfrm>
              <a:off x="3137688" y="1028073"/>
              <a:ext cx="3806516" cy="247588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Straight Connector 155"/>
            <p:cNvSpPr/>
            <p:nvPr/>
          </p:nvSpPr>
          <p:spPr>
            <a:xfrm>
              <a:off x="3137688" y="3409540"/>
              <a:ext cx="84891" cy="9441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Straight Connector 156"/>
            <p:cNvSpPr/>
            <p:nvPr/>
          </p:nvSpPr>
          <p:spPr>
            <a:xfrm>
              <a:off x="3137688" y="3464633"/>
              <a:ext cx="120725" cy="3932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3257494" y="2837372"/>
            <a:ext cx="1776325" cy="666583"/>
            <a:chOff x="3257494" y="2837372"/>
            <a:chExt cx="1776325" cy="666583"/>
          </a:xfrm>
        </p:grpSpPr>
        <p:sp>
          <p:nvSpPr>
            <p:cNvPr id="159" name="Straight Connector 158"/>
            <p:cNvSpPr/>
            <p:nvPr/>
          </p:nvSpPr>
          <p:spPr>
            <a:xfrm>
              <a:off x="3257494" y="2837372"/>
              <a:ext cx="1776325" cy="66658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Straight Connector 159"/>
            <p:cNvSpPr/>
            <p:nvPr/>
          </p:nvSpPr>
          <p:spPr>
            <a:xfrm>
              <a:off x="4930541" y="2837372"/>
              <a:ext cx="103278" cy="7385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Straight Connector 160"/>
            <p:cNvSpPr/>
            <p:nvPr/>
          </p:nvSpPr>
          <p:spPr>
            <a:xfrm>
              <a:off x="4907450" y="2837372"/>
              <a:ext cx="126368" cy="1232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6" name="Group 165"/>
          <p:cNvGrpSpPr/>
          <p:nvPr/>
        </p:nvGrpSpPr>
        <p:grpSpPr>
          <a:xfrm>
            <a:off x="5153625" y="1028073"/>
            <a:ext cx="2724180" cy="1809299"/>
            <a:chOff x="5153625" y="1028073"/>
            <a:chExt cx="2724180" cy="1809299"/>
          </a:xfrm>
        </p:grpSpPr>
        <p:sp>
          <p:nvSpPr>
            <p:cNvPr id="163" name="Straight Connector 162"/>
            <p:cNvSpPr/>
            <p:nvPr/>
          </p:nvSpPr>
          <p:spPr>
            <a:xfrm>
              <a:off x="5153625" y="1028073"/>
              <a:ext cx="2724180" cy="180929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Straight Connector 163"/>
            <p:cNvSpPr/>
            <p:nvPr/>
          </p:nvSpPr>
          <p:spPr>
            <a:xfrm>
              <a:off x="7793823" y="1028073"/>
              <a:ext cx="83981" cy="9522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Straight Connector 164"/>
            <p:cNvSpPr/>
            <p:nvPr/>
          </p:nvSpPr>
          <p:spPr>
            <a:xfrm>
              <a:off x="7757462" y="1028073"/>
              <a:ext cx="120342" cy="404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0" name="Group 169"/>
          <p:cNvGrpSpPr/>
          <p:nvPr/>
        </p:nvGrpSpPr>
        <p:grpSpPr>
          <a:xfrm>
            <a:off x="3348369" y="1028073"/>
            <a:ext cx="3595835" cy="2380657"/>
            <a:chOff x="3348369" y="1028073"/>
            <a:chExt cx="3595835" cy="2380657"/>
          </a:xfrm>
        </p:grpSpPr>
        <p:sp>
          <p:nvSpPr>
            <p:cNvPr id="167" name="Straight Connector 166"/>
            <p:cNvSpPr/>
            <p:nvPr/>
          </p:nvSpPr>
          <p:spPr>
            <a:xfrm>
              <a:off x="3348369" y="1028073"/>
              <a:ext cx="3595835" cy="238065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Straight Connector 167"/>
            <p:cNvSpPr/>
            <p:nvPr/>
          </p:nvSpPr>
          <p:spPr>
            <a:xfrm>
              <a:off x="3348369" y="3313627"/>
              <a:ext cx="84121" cy="9510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Straight Connector 168"/>
            <p:cNvSpPr/>
            <p:nvPr/>
          </p:nvSpPr>
          <p:spPr>
            <a:xfrm>
              <a:off x="3348369" y="3368427"/>
              <a:ext cx="120401" cy="4030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4" name="Group 173"/>
          <p:cNvGrpSpPr/>
          <p:nvPr/>
        </p:nvGrpSpPr>
        <p:grpSpPr>
          <a:xfrm>
            <a:off x="3468175" y="2837372"/>
            <a:ext cx="1565644" cy="571357"/>
            <a:chOff x="3468175" y="2837372"/>
            <a:chExt cx="1565644" cy="571357"/>
          </a:xfrm>
        </p:grpSpPr>
        <p:sp>
          <p:nvSpPr>
            <p:cNvPr id="171" name="Straight Connector 170"/>
            <p:cNvSpPr/>
            <p:nvPr/>
          </p:nvSpPr>
          <p:spPr>
            <a:xfrm>
              <a:off x="3468175" y="2837372"/>
              <a:ext cx="1565644" cy="57135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Straight Connector 171"/>
            <p:cNvSpPr/>
            <p:nvPr/>
          </p:nvSpPr>
          <p:spPr>
            <a:xfrm>
              <a:off x="4929874" y="2837372"/>
              <a:ext cx="103944" cy="729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Straight Connector 172"/>
            <p:cNvSpPr/>
            <p:nvPr/>
          </p:nvSpPr>
          <p:spPr>
            <a:xfrm>
              <a:off x="4907343" y="2837372"/>
              <a:ext cx="126475" cy="1117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8" name="Group 177"/>
          <p:cNvGrpSpPr/>
          <p:nvPr/>
        </p:nvGrpSpPr>
        <p:grpSpPr>
          <a:xfrm>
            <a:off x="5153625" y="1028073"/>
            <a:ext cx="2724180" cy="1809299"/>
            <a:chOff x="5153625" y="1028073"/>
            <a:chExt cx="2724180" cy="1809299"/>
          </a:xfrm>
        </p:grpSpPr>
        <p:sp>
          <p:nvSpPr>
            <p:cNvPr id="175" name="Straight Connector 174"/>
            <p:cNvSpPr/>
            <p:nvPr/>
          </p:nvSpPr>
          <p:spPr>
            <a:xfrm>
              <a:off x="5153625" y="1028073"/>
              <a:ext cx="2724180" cy="180929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Straight Connector 175"/>
            <p:cNvSpPr/>
            <p:nvPr/>
          </p:nvSpPr>
          <p:spPr>
            <a:xfrm>
              <a:off x="7793823" y="1028073"/>
              <a:ext cx="83981" cy="9522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Straight Connector 176"/>
            <p:cNvSpPr/>
            <p:nvPr/>
          </p:nvSpPr>
          <p:spPr>
            <a:xfrm>
              <a:off x="7757462" y="1028073"/>
              <a:ext cx="120342" cy="404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2" name="Group 181"/>
          <p:cNvGrpSpPr/>
          <p:nvPr/>
        </p:nvGrpSpPr>
        <p:grpSpPr>
          <a:xfrm>
            <a:off x="3559050" y="2932599"/>
            <a:ext cx="962530" cy="380905"/>
            <a:chOff x="3559050" y="2932599"/>
            <a:chExt cx="962530" cy="380905"/>
          </a:xfrm>
        </p:grpSpPr>
        <p:sp>
          <p:nvSpPr>
            <p:cNvPr id="179" name="Straight Connector 178"/>
            <p:cNvSpPr/>
            <p:nvPr/>
          </p:nvSpPr>
          <p:spPr>
            <a:xfrm>
              <a:off x="3559050" y="2932599"/>
              <a:ext cx="962530" cy="38090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Straight Connector 179"/>
            <p:cNvSpPr/>
            <p:nvPr/>
          </p:nvSpPr>
          <p:spPr>
            <a:xfrm>
              <a:off x="3559050" y="3237820"/>
              <a:ext cx="101945" cy="7568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Straight Connector 180"/>
            <p:cNvSpPr/>
            <p:nvPr/>
          </p:nvSpPr>
          <p:spPr>
            <a:xfrm>
              <a:off x="3559050" y="3298931"/>
              <a:ext cx="126129" cy="1457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6" name="Group 185"/>
          <p:cNvGrpSpPr/>
          <p:nvPr/>
        </p:nvGrpSpPr>
        <p:grpSpPr>
          <a:xfrm>
            <a:off x="3678856" y="2837372"/>
            <a:ext cx="1354963" cy="476131"/>
            <a:chOff x="3678856" y="2837372"/>
            <a:chExt cx="1354963" cy="476131"/>
          </a:xfrm>
        </p:grpSpPr>
        <p:sp>
          <p:nvSpPr>
            <p:cNvPr id="183" name="Straight Connector 182"/>
            <p:cNvSpPr/>
            <p:nvPr/>
          </p:nvSpPr>
          <p:spPr>
            <a:xfrm>
              <a:off x="3678856" y="2837372"/>
              <a:ext cx="1354962" cy="47613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Straight Connector 183"/>
            <p:cNvSpPr/>
            <p:nvPr/>
          </p:nvSpPr>
          <p:spPr>
            <a:xfrm>
              <a:off x="4929007" y="2837372"/>
              <a:ext cx="104812" cy="7166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Straight Connector 184"/>
            <p:cNvSpPr/>
            <p:nvPr/>
          </p:nvSpPr>
          <p:spPr>
            <a:xfrm>
              <a:off x="4907218" y="2837372"/>
              <a:ext cx="126600" cy="965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0" name="Group 189"/>
          <p:cNvGrpSpPr/>
          <p:nvPr/>
        </p:nvGrpSpPr>
        <p:grpSpPr>
          <a:xfrm>
            <a:off x="5153625" y="1028073"/>
            <a:ext cx="2724180" cy="1809299"/>
            <a:chOff x="5153625" y="1028073"/>
            <a:chExt cx="2724180" cy="1809299"/>
          </a:xfrm>
        </p:grpSpPr>
        <p:sp>
          <p:nvSpPr>
            <p:cNvPr id="187" name="Straight Connector 186"/>
            <p:cNvSpPr/>
            <p:nvPr/>
          </p:nvSpPr>
          <p:spPr>
            <a:xfrm>
              <a:off x="5153625" y="1028073"/>
              <a:ext cx="2724180" cy="180929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Straight Connector 187"/>
            <p:cNvSpPr/>
            <p:nvPr/>
          </p:nvSpPr>
          <p:spPr>
            <a:xfrm>
              <a:off x="7793823" y="1028073"/>
              <a:ext cx="83981" cy="9522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Straight Connector 188"/>
            <p:cNvSpPr/>
            <p:nvPr/>
          </p:nvSpPr>
          <p:spPr>
            <a:xfrm>
              <a:off x="7757462" y="1028073"/>
              <a:ext cx="120342" cy="404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4" name="Group 193"/>
          <p:cNvGrpSpPr/>
          <p:nvPr/>
        </p:nvGrpSpPr>
        <p:grpSpPr>
          <a:xfrm>
            <a:off x="3769732" y="1028073"/>
            <a:ext cx="3174472" cy="2190204"/>
            <a:chOff x="3769732" y="1028073"/>
            <a:chExt cx="3174472" cy="2190204"/>
          </a:xfrm>
        </p:grpSpPr>
        <p:sp>
          <p:nvSpPr>
            <p:cNvPr id="191" name="Straight Connector 190"/>
            <p:cNvSpPr/>
            <p:nvPr/>
          </p:nvSpPr>
          <p:spPr>
            <a:xfrm>
              <a:off x="3769732" y="1028073"/>
              <a:ext cx="3174472" cy="219020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Straight Connector 191"/>
            <p:cNvSpPr/>
            <p:nvPr/>
          </p:nvSpPr>
          <p:spPr>
            <a:xfrm>
              <a:off x="3769732" y="3121582"/>
              <a:ext cx="82285" cy="9669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Straight Connector 192"/>
            <p:cNvSpPr/>
            <p:nvPr/>
          </p:nvSpPr>
          <p:spPr>
            <a:xfrm>
              <a:off x="3769732" y="3175678"/>
              <a:ext cx="119608" cy="4259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8" name="Group 197"/>
          <p:cNvGrpSpPr/>
          <p:nvPr/>
        </p:nvGrpSpPr>
        <p:grpSpPr>
          <a:xfrm>
            <a:off x="3889537" y="2837372"/>
            <a:ext cx="1144282" cy="380905"/>
            <a:chOff x="3889537" y="2837372"/>
            <a:chExt cx="1144282" cy="380905"/>
          </a:xfrm>
        </p:grpSpPr>
        <p:sp>
          <p:nvSpPr>
            <p:cNvPr id="195" name="Straight Connector 194"/>
            <p:cNvSpPr/>
            <p:nvPr/>
          </p:nvSpPr>
          <p:spPr>
            <a:xfrm>
              <a:off x="3889537" y="2837372"/>
              <a:ext cx="1144281" cy="38090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Straight Connector 195"/>
            <p:cNvSpPr/>
            <p:nvPr/>
          </p:nvSpPr>
          <p:spPr>
            <a:xfrm>
              <a:off x="4927833" y="2837372"/>
              <a:ext cx="105985" cy="699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Straight Connector 196"/>
            <p:cNvSpPr/>
            <p:nvPr/>
          </p:nvSpPr>
          <p:spPr>
            <a:xfrm>
              <a:off x="4907076" y="2837372"/>
              <a:ext cx="126743" cy="755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2" name="Group 201"/>
          <p:cNvGrpSpPr/>
          <p:nvPr/>
        </p:nvGrpSpPr>
        <p:grpSpPr>
          <a:xfrm>
            <a:off x="5153625" y="1028073"/>
            <a:ext cx="2724180" cy="1809299"/>
            <a:chOff x="5153625" y="1028073"/>
            <a:chExt cx="2724180" cy="1809299"/>
          </a:xfrm>
        </p:grpSpPr>
        <p:sp>
          <p:nvSpPr>
            <p:cNvPr id="199" name="Straight Connector 198"/>
            <p:cNvSpPr/>
            <p:nvPr/>
          </p:nvSpPr>
          <p:spPr>
            <a:xfrm>
              <a:off x="5153625" y="1028073"/>
              <a:ext cx="2724180" cy="180929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Straight Connector 199"/>
            <p:cNvSpPr/>
            <p:nvPr/>
          </p:nvSpPr>
          <p:spPr>
            <a:xfrm>
              <a:off x="7793823" y="1028073"/>
              <a:ext cx="83981" cy="9522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Straight Connector 200"/>
            <p:cNvSpPr/>
            <p:nvPr/>
          </p:nvSpPr>
          <p:spPr>
            <a:xfrm>
              <a:off x="7757462" y="1028073"/>
              <a:ext cx="120342" cy="404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6" name="Group 205"/>
          <p:cNvGrpSpPr/>
          <p:nvPr/>
        </p:nvGrpSpPr>
        <p:grpSpPr>
          <a:xfrm>
            <a:off x="3980413" y="1028073"/>
            <a:ext cx="2963791" cy="2094977"/>
            <a:chOff x="3980413" y="1028073"/>
            <a:chExt cx="2963791" cy="2094977"/>
          </a:xfrm>
        </p:grpSpPr>
        <p:sp>
          <p:nvSpPr>
            <p:cNvPr id="203" name="Straight Connector 202"/>
            <p:cNvSpPr/>
            <p:nvPr/>
          </p:nvSpPr>
          <p:spPr>
            <a:xfrm>
              <a:off x="3980413" y="1028073"/>
              <a:ext cx="2963791" cy="209497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Straight Connector 203"/>
            <p:cNvSpPr/>
            <p:nvPr/>
          </p:nvSpPr>
          <p:spPr>
            <a:xfrm>
              <a:off x="3980413" y="3025426"/>
              <a:ext cx="81180" cy="9762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Straight Connector 204"/>
            <p:cNvSpPr/>
            <p:nvPr/>
          </p:nvSpPr>
          <p:spPr>
            <a:xfrm>
              <a:off x="3980413" y="3079094"/>
              <a:ext cx="119116" cy="4395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0" name="Group 209"/>
          <p:cNvGrpSpPr/>
          <p:nvPr/>
        </p:nvGrpSpPr>
        <p:grpSpPr>
          <a:xfrm>
            <a:off x="4100219" y="2837372"/>
            <a:ext cx="933600" cy="285678"/>
            <a:chOff x="4100219" y="2837372"/>
            <a:chExt cx="933600" cy="285678"/>
          </a:xfrm>
        </p:grpSpPr>
        <p:sp>
          <p:nvSpPr>
            <p:cNvPr id="207" name="Straight Connector 206"/>
            <p:cNvSpPr/>
            <p:nvPr/>
          </p:nvSpPr>
          <p:spPr>
            <a:xfrm>
              <a:off x="4100219" y="2837372"/>
              <a:ext cx="933600" cy="2856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Straight Connector 207"/>
            <p:cNvSpPr/>
            <p:nvPr/>
          </p:nvSpPr>
          <p:spPr>
            <a:xfrm>
              <a:off x="4926160" y="2837372"/>
              <a:ext cx="107659" cy="6730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Straight Connector 208"/>
            <p:cNvSpPr/>
            <p:nvPr/>
          </p:nvSpPr>
          <p:spPr>
            <a:xfrm>
              <a:off x="4906929" y="2837372"/>
              <a:ext cx="126889" cy="446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4" name="Group 213"/>
          <p:cNvGrpSpPr/>
          <p:nvPr/>
        </p:nvGrpSpPr>
        <p:grpSpPr>
          <a:xfrm>
            <a:off x="5153625" y="1028073"/>
            <a:ext cx="2724180" cy="1809299"/>
            <a:chOff x="5153625" y="1028073"/>
            <a:chExt cx="2724180" cy="1809299"/>
          </a:xfrm>
        </p:grpSpPr>
        <p:sp>
          <p:nvSpPr>
            <p:cNvPr id="211" name="Straight Connector 210"/>
            <p:cNvSpPr/>
            <p:nvPr/>
          </p:nvSpPr>
          <p:spPr>
            <a:xfrm>
              <a:off x="5153625" y="1028073"/>
              <a:ext cx="2724180" cy="180929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Straight Connector 211"/>
            <p:cNvSpPr/>
            <p:nvPr/>
          </p:nvSpPr>
          <p:spPr>
            <a:xfrm>
              <a:off x="7793823" y="1028073"/>
              <a:ext cx="83981" cy="9522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Straight Connector 212"/>
            <p:cNvSpPr/>
            <p:nvPr/>
          </p:nvSpPr>
          <p:spPr>
            <a:xfrm>
              <a:off x="7757462" y="1028073"/>
              <a:ext cx="120342" cy="404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8" name="Group 217"/>
          <p:cNvGrpSpPr/>
          <p:nvPr/>
        </p:nvGrpSpPr>
        <p:grpSpPr>
          <a:xfrm>
            <a:off x="4191094" y="2932599"/>
            <a:ext cx="330486" cy="95226"/>
            <a:chOff x="4191094" y="2932599"/>
            <a:chExt cx="330486" cy="95226"/>
          </a:xfrm>
        </p:grpSpPr>
        <p:sp>
          <p:nvSpPr>
            <p:cNvPr id="215" name="Straight Connector 214"/>
            <p:cNvSpPr/>
            <p:nvPr/>
          </p:nvSpPr>
          <p:spPr>
            <a:xfrm>
              <a:off x="4191094" y="2932599"/>
              <a:ext cx="330486" cy="952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Straight Connector 215"/>
            <p:cNvSpPr/>
            <p:nvPr/>
          </p:nvSpPr>
          <p:spPr>
            <a:xfrm>
              <a:off x="4191094" y="2962292"/>
              <a:ext cx="108749" cy="6553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Straight Connector 216"/>
            <p:cNvSpPr/>
            <p:nvPr/>
          </p:nvSpPr>
          <p:spPr>
            <a:xfrm>
              <a:off x="4191094" y="3025445"/>
              <a:ext cx="126946" cy="238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2" name="Group 221"/>
          <p:cNvGrpSpPr/>
          <p:nvPr/>
        </p:nvGrpSpPr>
        <p:grpSpPr>
          <a:xfrm>
            <a:off x="4310900" y="2836840"/>
            <a:ext cx="722919" cy="190984"/>
            <a:chOff x="4310900" y="2836840"/>
            <a:chExt cx="722919" cy="190984"/>
          </a:xfrm>
        </p:grpSpPr>
        <p:sp>
          <p:nvSpPr>
            <p:cNvPr id="219" name="Straight Connector 218"/>
            <p:cNvSpPr/>
            <p:nvPr/>
          </p:nvSpPr>
          <p:spPr>
            <a:xfrm>
              <a:off x="4310900" y="2837372"/>
              <a:ext cx="722919" cy="1904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Straight Connector 219"/>
            <p:cNvSpPr/>
            <p:nvPr/>
          </p:nvSpPr>
          <p:spPr>
            <a:xfrm>
              <a:off x="4923595" y="2837372"/>
              <a:ext cx="110224" cy="6302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Straight Connector 220"/>
            <p:cNvSpPr/>
            <p:nvPr/>
          </p:nvSpPr>
          <p:spPr>
            <a:xfrm flipV="1">
              <a:off x="4906852" y="2836840"/>
              <a:ext cx="126967" cy="53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6" name="Group 225"/>
          <p:cNvGrpSpPr/>
          <p:nvPr/>
        </p:nvGrpSpPr>
        <p:grpSpPr>
          <a:xfrm>
            <a:off x="5153625" y="1028073"/>
            <a:ext cx="2724180" cy="1809299"/>
            <a:chOff x="5153625" y="1028073"/>
            <a:chExt cx="2724180" cy="1809299"/>
          </a:xfrm>
        </p:grpSpPr>
        <p:sp>
          <p:nvSpPr>
            <p:cNvPr id="223" name="Straight Connector 222"/>
            <p:cNvSpPr/>
            <p:nvPr/>
          </p:nvSpPr>
          <p:spPr>
            <a:xfrm>
              <a:off x="5153625" y="1028073"/>
              <a:ext cx="2724180" cy="180929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Straight Connector 223"/>
            <p:cNvSpPr/>
            <p:nvPr/>
          </p:nvSpPr>
          <p:spPr>
            <a:xfrm>
              <a:off x="7793823" y="1028073"/>
              <a:ext cx="83981" cy="9522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5" name="Straight Connector 224"/>
            <p:cNvSpPr/>
            <p:nvPr/>
          </p:nvSpPr>
          <p:spPr>
            <a:xfrm>
              <a:off x="7757462" y="1028073"/>
              <a:ext cx="120342" cy="404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0" name="Group 229"/>
          <p:cNvGrpSpPr/>
          <p:nvPr/>
        </p:nvGrpSpPr>
        <p:grpSpPr>
          <a:xfrm>
            <a:off x="4489814" y="2899738"/>
            <a:ext cx="122642" cy="65721"/>
            <a:chOff x="4489814" y="2899738"/>
            <a:chExt cx="122642" cy="65721"/>
          </a:xfrm>
        </p:grpSpPr>
        <p:sp>
          <p:nvSpPr>
            <p:cNvPr id="227" name="Straight Connector 226"/>
            <p:cNvSpPr/>
            <p:nvPr/>
          </p:nvSpPr>
          <p:spPr>
            <a:xfrm>
              <a:off x="4521581" y="2932599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Straight Connector 227"/>
            <p:cNvSpPr/>
            <p:nvPr/>
          </p:nvSpPr>
          <p:spPr>
            <a:xfrm>
              <a:off x="4489814" y="2932599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Straight Connector 228"/>
            <p:cNvSpPr/>
            <p:nvPr/>
          </p:nvSpPr>
          <p:spPr>
            <a:xfrm flipV="1">
              <a:off x="4489814" y="2899738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4" name="Group 233"/>
          <p:cNvGrpSpPr/>
          <p:nvPr/>
        </p:nvGrpSpPr>
        <p:grpSpPr>
          <a:xfrm>
            <a:off x="4732262" y="2837372"/>
            <a:ext cx="301557" cy="95226"/>
            <a:chOff x="4732262" y="2837372"/>
            <a:chExt cx="301557" cy="95226"/>
          </a:xfrm>
        </p:grpSpPr>
        <p:sp>
          <p:nvSpPr>
            <p:cNvPr id="231" name="Straight Connector 230"/>
            <p:cNvSpPr/>
            <p:nvPr/>
          </p:nvSpPr>
          <p:spPr>
            <a:xfrm>
              <a:off x="4732262" y="2837372"/>
              <a:ext cx="301556" cy="952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Straight Connector 231"/>
            <p:cNvSpPr/>
            <p:nvPr/>
          </p:nvSpPr>
          <p:spPr>
            <a:xfrm>
              <a:off x="4926764" y="2837372"/>
              <a:ext cx="107054" cy="6826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Straight Connector 232"/>
            <p:cNvSpPr/>
            <p:nvPr/>
          </p:nvSpPr>
          <p:spPr>
            <a:xfrm>
              <a:off x="4906974" y="2837372"/>
              <a:ext cx="126845" cy="559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8" name="Group 237"/>
          <p:cNvGrpSpPr/>
          <p:nvPr/>
        </p:nvGrpSpPr>
        <p:grpSpPr>
          <a:xfrm>
            <a:off x="5153625" y="1028073"/>
            <a:ext cx="2724180" cy="1809299"/>
            <a:chOff x="5153625" y="1028073"/>
            <a:chExt cx="2724180" cy="1809299"/>
          </a:xfrm>
        </p:grpSpPr>
        <p:sp>
          <p:nvSpPr>
            <p:cNvPr id="235" name="Straight Connector 234"/>
            <p:cNvSpPr/>
            <p:nvPr/>
          </p:nvSpPr>
          <p:spPr>
            <a:xfrm>
              <a:off x="5153625" y="1028073"/>
              <a:ext cx="2724180" cy="180929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Straight Connector 235"/>
            <p:cNvSpPr/>
            <p:nvPr/>
          </p:nvSpPr>
          <p:spPr>
            <a:xfrm>
              <a:off x="7793823" y="1028073"/>
              <a:ext cx="83981" cy="9522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7" name="Straight Connector 236"/>
            <p:cNvSpPr/>
            <p:nvPr/>
          </p:nvSpPr>
          <p:spPr>
            <a:xfrm>
              <a:off x="7757462" y="1028073"/>
              <a:ext cx="120342" cy="404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2" name="Group 241"/>
          <p:cNvGrpSpPr/>
          <p:nvPr/>
        </p:nvGrpSpPr>
        <p:grpSpPr>
          <a:xfrm>
            <a:off x="4823138" y="1028073"/>
            <a:ext cx="2121066" cy="1809299"/>
            <a:chOff x="4823138" y="1028073"/>
            <a:chExt cx="2121066" cy="1809299"/>
          </a:xfrm>
        </p:grpSpPr>
        <p:sp>
          <p:nvSpPr>
            <p:cNvPr id="239" name="Straight Connector 238"/>
            <p:cNvSpPr/>
            <p:nvPr/>
          </p:nvSpPr>
          <p:spPr>
            <a:xfrm>
              <a:off x="4823138" y="1028073"/>
              <a:ext cx="2121066" cy="180929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0" name="Straight Connector 239"/>
            <p:cNvSpPr/>
            <p:nvPr/>
          </p:nvSpPr>
          <p:spPr>
            <a:xfrm>
              <a:off x="4823138" y="2732780"/>
              <a:ext cx="71981" cy="10459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1" name="Straight Connector 240"/>
            <p:cNvSpPr/>
            <p:nvPr/>
          </p:nvSpPr>
          <p:spPr>
            <a:xfrm>
              <a:off x="4823138" y="2782781"/>
              <a:ext cx="114633" cy="5459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6" name="Group 245"/>
          <p:cNvGrpSpPr/>
          <p:nvPr/>
        </p:nvGrpSpPr>
        <p:grpSpPr>
          <a:xfrm>
            <a:off x="4911177" y="2804512"/>
            <a:ext cx="122642" cy="65720"/>
            <a:chOff x="4911177" y="2804512"/>
            <a:chExt cx="122642" cy="65720"/>
          </a:xfrm>
        </p:grpSpPr>
        <p:sp>
          <p:nvSpPr>
            <p:cNvPr id="243" name="Straight Connector 242"/>
            <p:cNvSpPr/>
            <p:nvPr/>
          </p:nvSpPr>
          <p:spPr>
            <a:xfrm>
              <a:off x="4942944" y="2837372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4" name="Straight Connector 243"/>
            <p:cNvSpPr/>
            <p:nvPr/>
          </p:nvSpPr>
          <p:spPr>
            <a:xfrm>
              <a:off x="4911177" y="2837372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5" name="Straight Connector 244"/>
            <p:cNvSpPr/>
            <p:nvPr/>
          </p:nvSpPr>
          <p:spPr>
            <a:xfrm flipV="1">
              <a:off x="4911177" y="2804512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0" name="Group 249"/>
          <p:cNvGrpSpPr/>
          <p:nvPr/>
        </p:nvGrpSpPr>
        <p:grpSpPr>
          <a:xfrm>
            <a:off x="5153625" y="1028073"/>
            <a:ext cx="2724180" cy="1809299"/>
            <a:chOff x="5153625" y="1028073"/>
            <a:chExt cx="2724180" cy="1809299"/>
          </a:xfrm>
        </p:grpSpPr>
        <p:sp>
          <p:nvSpPr>
            <p:cNvPr id="247" name="Straight Connector 246"/>
            <p:cNvSpPr/>
            <p:nvPr/>
          </p:nvSpPr>
          <p:spPr>
            <a:xfrm>
              <a:off x="5153625" y="1028073"/>
              <a:ext cx="2724180" cy="180929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8" name="Straight Connector 247"/>
            <p:cNvSpPr/>
            <p:nvPr/>
          </p:nvSpPr>
          <p:spPr>
            <a:xfrm>
              <a:off x="7793823" y="1028073"/>
              <a:ext cx="83981" cy="9522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9" name="Straight Connector 248"/>
            <p:cNvSpPr/>
            <p:nvPr/>
          </p:nvSpPr>
          <p:spPr>
            <a:xfrm>
              <a:off x="7757462" y="1028073"/>
              <a:ext cx="120342" cy="404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4" name="Group 253"/>
          <p:cNvGrpSpPr/>
          <p:nvPr/>
        </p:nvGrpSpPr>
        <p:grpSpPr>
          <a:xfrm>
            <a:off x="5455181" y="1694657"/>
            <a:ext cx="330486" cy="190453"/>
            <a:chOff x="5455181" y="1694657"/>
            <a:chExt cx="330486" cy="190453"/>
          </a:xfrm>
        </p:grpSpPr>
        <p:sp>
          <p:nvSpPr>
            <p:cNvPr id="251" name="Straight Connector 250"/>
            <p:cNvSpPr/>
            <p:nvPr/>
          </p:nvSpPr>
          <p:spPr>
            <a:xfrm>
              <a:off x="5455181" y="1694657"/>
              <a:ext cx="330486" cy="1904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2" name="Straight Connector 251"/>
            <p:cNvSpPr/>
            <p:nvPr/>
          </p:nvSpPr>
          <p:spPr>
            <a:xfrm>
              <a:off x="5455181" y="1795403"/>
              <a:ext cx="89853" cy="8970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3" name="Straight Connector 252"/>
            <p:cNvSpPr/>
            <p:nvPr/>
          </p:nvSpPr>
          <p:spPr>
            <a:xfrm>
              <a:off x="5455181" y="1852346"/>
              <a:ext cx="122668" cy="3276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8" name="Group 257"/>
          <p:cNvGrpSpPr/>
          <p:nvPr/>
        </p:nvGrpSpPr>
        <p:grpSpPr>
          <a:xfrm>
            <a:off x="5574987" y="1694657"/>
            <a:ext cx="512237" cy="190452"/>
            <a:chOff x="5574987" y="1694657"/>
            <a:chExt cx="512237" cy="190452"/>
          </a:xfrm>
        </p:grpSpPr>
        <p:sp>
          <p:nvSpPr>
            <p:cNvPr id="255" name="Straight Connector 254"/>
            <p:cNvSpPr/>
            <p:nvPr/>
          </p:nvSpPr>
          <p:spPr>
            <a:xfrm>
              <a:off x="5574987" y="1694657"/>
              <a:ext cx="512237" cy="1904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Straight Connector 255"/>
            <p:cNvSpPr/>
            <p:nvPr/>
          </p:nvSpPr>
          <p:spPr>
            <a:xfrm>
              <a:off x="5983723" y="1694657"/>
              <a:ext cx="103501" cy="7354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7" name="Straight Connector 256"/>
            <p:cNvSpPr/>
            <p:nvPr/>
          </p:nvSpPr>
          <p:spPr>
            <a:xfrm>
              <a:off x="5960819" y="1694657"/>
              <a:ext cx="126405" cy="1193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2" name="Group 261"/>
          <p:cNvGrpSpPr/>
          <p:nvPr/>
        </p:nvGrpSpPr>
        <p:grpSpPr>
          <a:xfrm>
            <a:off x="6333967" y="1694657"/>
            <a:ext cx="350117" cy="190452"/>
            <a:chOff x="6333967" y="1694657"/>
            <a:chExt cx="350117" cy="190452"/>
          </a:xfrm>
        </p:grpSpPr>
        <p:sp>
          <p:nvSpPr>
            <p:cNvPr id="259" name="Straight Connector 258"/>
            <p:cNvSpPr/>
            <p:nvPr/>
          </p:nvSpPr>
          <p:spPr>
            <a:xfrm flipV="1">
              <a:off x="6333967" y="1694657"/>
              <a:ext cx="350117" cy="1904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0" name="Straight Connector 259"/>
            <p:cNvSpPr/>
            <p:nvPr/>
          </p:nvSpPr>
          <p:spPr>
            <a:xfrm flipV="1">
              <a:off x="6560648" y="1855372"/>
              <a:ext cx="123436" cy="2973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1" name="Straight Connector 260"/>
            <p:cNvSpPr/>
            <p:nvPr/>
          </p:nvSpPr>
          <p:spPr>
            <a:xfrm flipV="1">
              <a:off x="6592053" y="1797639"/>
              <a:ext cx="92031" cy="8747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6" name="Group 265"/>
          <p:cNvGrpSpPr/>
          <p:nvPr/>
        </p:nvGrpSpPr>
        <p:grpSpPr>
          <a:xfrm>
            <a:off x="6883214" y="1694657"/>
            <a:ext cx="187049" cy="190452"/>
            <a:chOff x="6883214" y="1694657"/>
            <a:chExt cx="187049" cy="190452"/>
          </a:xfrm>
        </p:grpSpPr>
        <p:sp>
          <p:nvSpPr>
            <p:cNvPr id="263" name="Straight Connector 262"/>
            <p:cNvSpPr/>
            <p:nvPr/>
          </p:nvSpPr>
          <p:spPr>
            <a:xfrm>
              <a:off x="6883214" y="1694657"/>
              <a:ext cx="187049" cy="1904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Straight Connector 263"/>
            <p:cNvSpPr/>
            <p:nvPr/>
          </p:nvSpPr>
          <p:spPr>
            <a:xfrm>
              <a:off x="7007772" y="1694657"/>
              <a:ext cx="62491" cy="11052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5" name="Straight Connector 264"/>
            <p:cNvSpPr/>
            <p:nvPr/>
          </p:nvSpPr>
          <p:spPr>
            <a:xfrm>
              <a:off x="6960883" y="1694657"/>
              <a:ext cx="109380" cy="6447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0" name="Group 269"/>
          <p:cNvGrpSpPr/>
          <p:nvPr/>
        </p:nvGrpSpPr>
        <p:grpSpPr>
          <a:xfrm>
            <a:off x="7096584" y="1694657"/>
            <a:ext cx="64514" cy="190453"/>
            <a:chOff x="7096584" y="1694657"/>
            <a:chExt cx="64514" cy="190453"/>
          </a:xfrm>
        </p:grpSpPr>
        <p:sp>
          <p:nvSpPr>
            <p:cNvPr id="267" name="Straight Connector 266"/>
            <p:cNvSpPr/>
            <p:nvPr/>
          </p:nvSpPr>
          <p:spPr>
            <a:xfrm>
              <a:off x="7105447" y="1694657"/>
              <a:ext cx="37008" cy="1904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8" name="Straight Connector 267"/>
            <p:cNvSpPr/>
            <p:nvPr/>
          </p:nvSpPr>
          <p:spPr>
            <a:xfrm flipV="1">
              <a:off x="7096584" y="1758451"/>
              <a:ext cx="8863" cy="12665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9" name="Straight Connector 268"/>
            <p:cNvSpPr/>
            <p:nvPr/>
          </p:nvSpPr>
          <p:spPr>
            <a:xfrm>
              <a:off x="7105447" y="1770988"/>
              <a:ext cx="55651" cy="11412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4" name="Group 273"/>
          <p:cNvGrpSpPr/>
          <p:nvPr/>
        </p:nvGrpSpPr>
        <p:grpSpPr>
          <a:xfrm>
            <a:off x="2294963" y="1885110"/>
            <a:ext cx="4962000" cy="2094977"/>
            <a:chOff x="2294963" y="1885110"/>
            <a:chExt cx="4962000" cy="2094977"/>
          </a:xfrm>
        </p:grpSpPr>
        <p:sp>
          <p:nvSpPr>
            <p:cNvPr id="271" name="Straight Connector 270"/>
            <p:cNvSpPr/>
            <p:nvPr/>
          </p:nvSpPr>
          <p:spPr>
            <a:xfrm>
              <a:off x="2294963" y="1885110"/>
              <a:ext cx="4962000" cy="209497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2" name="Straight Connector 271"/>
            <p:cNvSpPr/>
            <p:nvPr/>
          </p:nvSpPr>
          <p:spPr>
            <a:xfrm>
              <a:off x="2294963" y="3902112"/>
              <a:ext cx="100203" cy="7797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3" name="Straight Connector 272"/>
            <p:cNvSpPr/>
            <p:nvPr/>
          </p:nvSpPr>
          <p:spPr>
            <a:xfrm>
              <a:off x="2294963" y="3962658"/>
              <a:ext cx="125766" cy="1742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8" name="Group 277"/>
          <p:cNvGrpSpPr/>
          <p:nvPr/>
        </p:nvGrpSpPr>
        <p:grpSpPr>
          <a:xfrm>
            <a:off x="2414769" y="2837372"/>
            <a:ext cx="2619050" cy="1142715"/>
            <a:chOff x="2414769" y="2837372"/>
            <a:chExt cx="2619050" cy="1142715"/>
          </a:xfrm>
        </p:grpSpPr>
        <p:sp>
          <p:nvSpPr>
            <p:cNvPr id="275" name="Straight Connector 274"/>
            <p:cNvSpPr/>
            <p:nvPr/>
          </p:nvSpPr>
          <p:spPr>
            <a:xfrm>
              <a:off x="2414769" y="2837372"/>
              <a:ext cx="2619050" cy="11427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6" name="Straight Connector 275"/>
            <p:cNvSpPr/>
            <p:nvPr/>
          </p:nvSpPr>
          <p:spPr>
            <a:xfrm>
              <a:off x="4934551" y="2837372"/>
              <a:ext cx="99267" cy="7916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7" name="Straight Connector 276"/>
            <p:cNvSpPr/>
            <p:nvPr/>
          </p:nvSpPr>
          <p:spPr>
            <a:xfrm>
              <a:off x="4908269" y="2837372"/>
              <a:ext cx="125549" cy="189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2" name="Group 281"/>
          <p:cNvGrpSpPr/>
          <p:nvPr/>
        </p:nvGrpSpPr>
        <p:grpSpPr>
          <a:xfrm>
            <a:off x="5153625" y="1028073"/>
            <a:ext cx="2724180" cy="1809299"/>
            <a:chOff x="5153625" y="1028073"/>
            <a:chExt cx="2724180" cy="1809299"/>
          </a:xfrm>
        </p:grpSpPr>
        <p:sp>
          <p:nvSpPr>
            <p:cNvPr id="279" name="Straight Connector 278"/>
            <p:cNvSpPr/>
            <p:nvPr/>
          </p:nvSpPr>
          <p:spPr>
            <a:xfrm>
              <a:off x="5153625" y="1028073"/>
              <a:ext cx="2724180" cy="180929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0" name="Straight Connector 279"/>
            <p:cNvSpPr/>
            <p:nvPr/>
          </p:nvSpPr>
          <p:spPr>
            <a:xfrm>
              <a:off x="7793823" y="1028073"/>
              <a:ext cx="83981" cy="9522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1" name="Straight Connector 280"/>
            <p:cNvSpPr/>
            <p:nvPr/>
          </p:nvSpPr>
          <p:spPr>
            <a:xfrm>
              <a:off x="7757462" y="1028073"/>
              <a:ext cx="120342" cy="404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6" name="Group 285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283" name="Straight Connector 282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4" name="Straight Connector 283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5" name="Straight Connector 284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0" name="Group 289"/>
          <p:cNvGrpSpPr/>
          <p:nvPr/>
        </p:nvGrpSpPr>
        <p:grpSpPr>
          <a:xfrm>
            <a:off x="7123119" y="995213"/>
            <a:ext cx="122642" cy="65720"/>
            <a:chOff x="7123119" y="995213"/>
            <a:chExt cx="122642" cy="65720"/>
          </a:xfrm>
        </p:grpSpPr>
        <p:sp>
          <p:nvSpPr>
            <p:cNvPr id="287" name="Straight Connector 286"/>
            <p:cNvSpPr/>
            <p:nvPr/>
          </p:nvSpPr>
          <p:spPr>
            <a:xfrm>
              <a:off x="7154886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8" name="Straight Connector 287"/>
            <p:cNvSpPr/>
            <p:nvPr/>
          </p:nvSpPr>
          <p:spPr>
            <a:xfrm>
              <a:off x="7123119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9" name="Straight Connector 288"/>
            <p:cNvSpPr/>
            <p:nvPr/>
          </p:nvSpPr>
          <p:spPr>
            <a:xfrm flipV="1">
              <a:off x="7123119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4" name="Group 293"/>
          <p:cNvGrpSpPr/>
          <p:nvPr/>
        </p:nvGrpSpPr>
        <p:grpSpPr>
          <a:xfrm>
            <a:off x="7347999" y="1011889"/>
            <a:ext cx="108443" cy="111411"/>
            <a:chOff x="7347999" y="1011889"/>
            <a:chExt cx="108443" cy="111411"/>
          </a:xfrm>
        </p:grpSpPr>
        <p:sp>
          <p:nvSpPr>
            <p:cNvPr id="291" name="Straight Connector 290"/>
            <p:cNvSpPr/>
            <p:nvPr/>
          </p:nvSpPr>
          <p:spPr>
            <a:xfrm flipV="1">
              <a:off x="7365567" y="1028073"/>
              <a:ext cx="90875" cy="952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2" name="Straight Connector 291"/>
            <p:cNvSpPr/>
            <p:nvPr/>
          </p:nvSpPr>
          <p:spPr>
            <a:xfrm flipV="1">
              <a:off x="7347999" y="1057262"/>
              <a:ext cx="108443" cy="6603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3" name="Straight Connector 292"/>
            <p:cNvSpPr/>
            <p:nvPr/>
          </p:nvSpPr>
          <p:spPr>
            <a:xfrm flipV="1">
              <a:off x="7395545" y="1011889"/>
              <a:ext cx="60897" cy="11141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8" name="Group 297"/>
          <p:cNvGrpSpPr/>
          <p:nvPr/>
        </p:nvGrpSpPr>
        <p:grpSpPr>
          <a:xfrm>
            <a:off x="7576248" y="1123300"/>
            <a:ext cx="90875" cy="190452"/>
            <a:chOff x="7576248" y="1123300"/>
            <a:chExt cx="90875" cy="190452"/>
          </a:xfrm>
        </p:grpSpPr>
        <p:sp>
          <p:nvSpPr>
            <p:cNvPr id="295" name="Straight Connector 294"/>
            <p:cNvSpPr/>
            <p:nvPr/>
          </p:nvSpPr>
          <p:spPr>
            <a:xfrm flipV="1">
              <a:off x="7576248" y="1123300"/>
              <a:ext cx="90875" cy="1904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6" name="Straight Connector 295"/>
            <p:cNvSpPr/>
            <p:nvPr/>
          </p:nvSpPr>
          <p:spPr>
            <a:xfrm flipV="1">
              <a:off x="7584651" y="1217216"/>
              <a:ext cx="82472" cy="9653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7" name="Straight Connector 296"/>
            <p:cNvSpPr/>
            <p:nvPr/>
          </p:nvSpPr>
          <p:spPr>
            <a:xfrm flipV="1">
              <a:off x="7643966" y="1188914"/>
              <a:ext cx="23157" cy="12483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2" name="Group 301"/>
          <p:cNvGrpSpPr/>
          <p:nvPr/>
        </p:nvGrpSpPr>
        <p:grpSpPr>
          <a:xfrm>
            <a:off x="7786929" y="1028073"/>
            <a:ext cx="90875" cy="285678"/>
            <a:chOff x="7786929" y="1028073"/>
            <a:chExt cx="90875" cy="285678"/>
          </a:xfrm>
        </p:grpSpPr>
        <p:sp>
          <p:nvSpPr>
            <p:cNvPr id="299" name="Straight Connector 298"/>
            <p:cNvSpPr/>
            <p:nvPr/>
          </p:nvSpPr>
          <p:spPr>
            <a:xfrm>
              <a:off x="7786929" y="1028073"/>
              <a:ext cx="90875" cy="2856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0" name="Straight Connector 299"/>
            <p:cNvSpPr/>
            <p:nvPr/>
          </p:nvSpPr>
          <p:spPr>
            <a:xfrm>
              <a:off x="7871942" y="1028073"/>
              <a:ext cx="5862" cy="12683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1" name="Straight Connector 300"/>
            <p:cNvSpPr/>
            <p:nvPr/>
          </p:nvSpPr>
          <p:spPr>
            <a:xfrm>
              <a:off x="7809313" y="1028073"/>
              <a:ext cx="68491" cy="1069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6" name="Group 305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303" name="Straight Connector 302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4" name="Straight Connector 303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Straight Connector 304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0" name="Group 309"/>
          <p:cNvGrpSpPr/>
          <p:nvPr/>
        </p:nvGrpSpPr>
        <p:grpSpPr>
          <a:xfrm>
            <a:off x="7137318" y="1011889"/>
            <a:ext cx="108443" cy="111411"/>
            <a:chOff x="7137318" y="1011889"/>
            <a:chExt cx="108443" cy="111411"/>
          </a:xfrm>
        </p:grpSpPr>
        <p:sp>
          <p:nvSpPr>
            <p:cNvPr id="307" name="Straight Connector 306"/>
            <p:cNvSpPr/>
            <p:nvPr/>
          </p:nvSpPr>
          <p:spPr>
            <a:xfrm flipV="1">
              <a:off x="7154886" y="1028073"/>
              <a:ext cx="90875" cy="952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Straight Connector 307"/>
            <p:cNvSpPr/>
            <p:nvPr/>
          </p:nvSpPr>
          <p:spPr>
            <a:xfrm flipV="1">
              <a:off x="7137318" y="1057262"/>
              <a:ext cx="108443" cy="6603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Straight Connector 308"/>
            <p:cNvSpPr/>
            <p:nvPr/>
          </p:nvSpPr>
          <p:spPr>
            <a:xfrm flipV="1">
              <a:off x="7184863" y="1011889"/>
              <a:ext cx="60897" cy="11141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4" name="Group 313"/>
          <p:cNvGrpSpPr/>
          <p:nvPr/>
        </p:nvGrpSpPr>
        <p:grpSpPr>
          <a:xfrm>
            <a:off x="7333800" y="1090439"/>
            <a:ext cx="122642" cy="65721"/>
            <a:chOff x="7333800" y="1090439"/>
            <a:chExt cx="122642" cy="65721"/>
          </a:xfrm>
        </p:grpSpPr>
        <p:sp>
          <p:nvSpPr>
            <p:cNvPr id="311" name="Straight Connector 310"/>
            <p:cNvSpPr/>
            <p:nvPr/>
          </p:nvSpPr>
          <p:spPr>
            <a:xfrm>
              <a:off x="7365567" y="1123300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2" name="Straight Connector 311"/>
            <p:cNvSpPr/>
            <p:nvPr/>
          </p:nvSpPr>
          <p:spPr>
            <a:xfrm>
              <a:off x="7333800" y="1123300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3" name="Straight Connector 312"/>
            <p:cNvSpPr/>
            <p:nvPr/>
          </p:nvSpPr>
          <p:spPr>
            <a:xfrm flipV="1">
              <a:off x="7333800" y="1090439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8" name="Group 317"/>
          <p:cNvGrpSpPr/>
          <p:nvPr/>
        </p:nvGrpSpPr>
        <p:grpSpPr>
          <a:xfrm>
            <a:off x="7576248" y="1123300"/>
            <a:ext cx="90875" cy="190452"/>
            <a:chOff x="7576248" y="1123300"/>
            <a:chExt cx="90875" cy="190452"/>
          </a:xfrm>
        </p:grpSpPr>
        <p:sp>
          <p:nvSpPr>
            <p:cNvPr id="315" name="Straight Connector 314"/>
            <p:cNvSpPr/>
            <p:nvPr/>
          </p:nvSpPr>
          <p:spPr>
            <a:xfrm flipV="1">
              <a:off x="7576248" y="1123300"/>
              <a:ext cx="90875" cy="1904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6" name="Straight Connector 315"/>
            <p:cNvSpPr/>
            <p:nvPr/>
          </p:nvSpPr>
          <p:spPr>
            <a:xfrm flipV="1">
              <a:off x="7584651" y="1217216"/>
              <a:ext cx="82472" cy="9653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7" name="Straight Connector 316"/>
            <p:cNvSpPr/>
            <p:nvPr/>
          </p:nvSpPr>
          <p:spPr>
            <a:xfrm flipV="1">
              <a:off x="7643966" y="1188914"/>
              <a:ext cx="23157" cy="12483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2" name="Group 321"/>
          <p:cNvGrpSpPr/>
          <p:nvPr/>
        </p:nvGrpSpPr>
        <p:grpSpPr>
          <a:xfrm>
            <a:off x="7786929" y="1028073"/>
            <a:ext cx="90875" cy="285678"/>
            <a:chOff x="7786929" y="1028073"/>
            <a:chExt cx="90875" cy="285678"/>
          </a:xfrm>
        </p:grpSpPr>
        <p:sp>
          <p:nvSpPr>
            <p:cNvPr id="319" name="Straight Connector 318"/>
            <p:cNvSpPr/>
            <p:nvPr/>
          </p:nvSpPr>
          <p:spPr>
            <a:xfrm>
              <a:off x="7786929" y="1028073"/>
              <a:ext cx="90875" cy="2856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0" name="Straight Connector 319"/>
            <p:cNvSpPr/>
            <p:nvPr/>
          </p:nvSpPr>
          <p:spPr>
            <a:xfrm>
              <a:off x="7871942" y="1028073"/>
              <a:ext cx="5862" cy="12683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1" name="Straight Connector 320"/>
            <p:cNvSpPr/>
            <p:nvPr/>
          </p:nvSpPr>
          <p:spPr>
            <a:xfrm>
              <a:off x="7809313" y="1028073"/>
              <a:ext cx="68491" cy="1069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6" name="Group 325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323" name="Straight Connector 322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4" name="Straight Connector 323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5" name="Straight Connector 324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0" name="Group 329"/>
          <p:cNvGrpSpPr/>
          <p:nvPr/>
        </p:nvGrpSpPr>
        <p:grpSpPr>
          <a:xfrm>
            <a:off x="7123119" y="995213"/>
            <a:ext cx="122642" cy="65720"/>
            <a:chOff x="7123119" y="995213"/>
            <a:chExt cx="122642" cy="65720"/>
          </a:xfrm>
        </p:grpSpPr>
        <p:sp>
          <p:nvSpPr>
            <p:cNvPr id="327" name="Straight Connector 326"/>
            <p:cNvSpPr/>
            <p:nvPr/>
          </p:nvSpPr>
          <p:spPr>
            <a:xfrm>
              <a:off x="7154886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8" name="Straight Connector 327"/>
            <p:cNvSpPr/>
            <p:nvPr/>
          </p:nvSpPr>
          <p:spPr>
            <a:xfrm>
              <a:off x="7123119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9" name="Straight Connector 328"/>
            <p:cNvSpPr/>
            <p:nvPr/>
          </p:nvSpPr>
          <p:spPr>
            <a:xfrm flipV="1">
              <a:off x="7123119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4" name="Group 333"/>
          <p:cNvGrpSpPr/>
          <p:nvPr/>
        </p:nvGrpSpPr>
        <p:grpSpPr>
          <a:xfrm>
            <a:off x="7333800" y="995213"/>
            <a:ext cx="122642" cy="65720"/>
            <a:chOff x="7333800" y="995213"/>
            <a:chExt cx="122642" cy="65720"/>
          </a:xfrm>
        </p:grpSpPr>
        <p:sp>
          <p:nvSpPr>
            <p:cNvPr id="331" name="Straight Connector 330"/>
            <p:cNvSpPr/>
            <p:nvPr/>
          </p:nvSpPr>
          <p:spPr>
            <a:xfrm>
              <a:off x="7365567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2" name="Straight Connector 331"/>
            <p:cNvSpPr/>
            <p:nvPr/>
          </p:nvSpPr>
          <p:spPr>
            <a:xfrm>
              <a:off x="7333800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3" name="Straight Connector 332"/>
            <p:cNvSpPr/>
            <p:nvPr/>
          </p:nvSpPr>
          <p:spPr>
            <a:xfrm flipV="1">
              <a:off x="7333800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8" name="Group 337"/>
          <p:cNvGrpSpPr/>
          <p:nvPr/>
        </p:nvGrpSpPr>
        <p:grpSpPr>
          <a:xfrm>
            <a:off x="7576248" y="1028073"/>
            <a:ext cx="90875" cy="285679"/>
            <a:chOff x="7576248" y="1028073"/>
            <a:chExt cx="90875" cy="285679"/>
          </a:xfrm>
        </p:grpSpPr>
        <p:sp>
          <p:nvSpPr>
            <p:cNvPr id="335" name="Straight Connector 334"/>
            <p:cNvSpPr/>
            <p:nvPr/>
          </p:nvSpPr>
          <p:spPr>
            <a:xfrm flipV="1">
              <a:off x="7576248" y="1028073"/>
              <a:ext cx="90875" cy="2856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6" name="Straight Connector 335"/>
            <p:cNvSpPr/>
            <p:nvPr/>
          </p:nvSpPr>
          <p:spPr>
            <a:xfrm flipV="1">
              <a:off x="7598632" y="1206842"/>
              <a:ext cx="68491" cy="1069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7" name="Straight Connector 336"/>
            <p:cNvSpPr/>
            <p:nvPr/>
          </p:nvSpPr>
          <p:spPr>
            <a:xfrm flipV="1">
              <a:off x="7661261" y="1186919"/>
              <a:ext cx="5862" cy="12683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2" name="Group 341"/>
          <p:cNvGrpSpPr/>
          <p:nvPr/>
        </p:nvGrpSpPr>
        <p:grpSpPr>
          <a:xfrm>
            <a:off x="7786929" y="1028073"/>
            <a:ext cx="90875" cy="285678"/>
            <a:chOff x="7786929" y="1028073"/>
            <a:chExt cx="90875" cy="285678"/>
          </a:xfrm>
        </p:grpSpPr>
        <p:sp>
          <p:nvSpPr>
            <p:cNvPr id="339" name="Straight Connector 338"/>
            <p:cNvSpPr/>
            <p:nvPr/>
          </p:nvSpPr>
          <p:spPr>
            <a:xfrm>
              <a:off x="7786929" y="1028073"/>
              <a:ext cx="90875" cy="2856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0" name="Straight Connector 339"/>
            <p:cNvSpPr/>
            <p:nvPr/>
          </p:nvSpPr>
          <p:spPr>
            <a:xfrm>
              <a:off x="7871942" y="1028073"/>
              <a:ext cx="5862" cy="12683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1" name="Straight Connector 340"/>
            <p:cNvSpPr/>
            <p:nvPr/>
          </p:nvSpPr>
          <p:spPr>
            <a:xfrm>
              <a:off x="7809313" y="1028073"/>
              <a:ext cx="68491" cy="1069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6" name="Group 345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343" name="Straight Connector 342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4" name="Straight Connector 343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5" name="Straight Connector 344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0" name="Group 349"/>
          <p:cNvGrpSpPr/>
          <p:nvPr/>
        </p:nvGrpSpPr>
        <p:grpSpPr>
          <a:xfrm>
            <a:off x="7154886" y="1028073"/>
            <a:ext cx="522937" cy="2856788"/>
            <a:chOff x="7154886" y="1028073"/>
            <a:chExt cx="522937" cy="2856788"/>
          </a:xfrm>
        </p:grpSpPr>
        <p:sp>
          <p:nvSpPr>
            <p:cNvPr id="347" name="Straight Connector 346"/>
            <p:cNvSpPr/>
            <p:nvPr/>
          </p:nvSpPr>
          <p:spPr>
            <a:xfrm flipV="1">
              <a:off x="7154886" y="1028073"/>
              <a:ext cx="512237" cy="285678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8" name="Straight Connector 347"/>
            <p:cNvSpPr/>
            <p:nvPr/>
          </p:nvSpPr>
          <p:spPr>
            <a:xfrm flipV="1">
              <a:off x="7613133" y="3769944"/>
              <a:ext cx="53990" cy="11491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9" name="Straight Connector 348"/>
            <p:cNvSpPr/>
            <p:nvPr/>
          </p:nvSpPr>
          <p:spPr>
            <a:xfrm>
              <a:off x="7667124" y="3758345"/>
              <a:ext cx="10699" cy="12651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4" name="Group 353"/>
          <p:cNvGrpSpPr/>
          <p:nvPr/>
        </p:nvGrpSpPr>
        <p:grpSpPr>
          <a:xfrm>
            <a:off x="7786929" y="1028073"/>
            <a:ext cx="119820" cy="2856788"/>
            <a:chOff x="7786929" y="1028073"/>
            <a:chExt cx="119820" cy="2856788"/>
          </a:xfrm>
        </p:grpSpPr>
        <p:sp>
          <p:nvSpPr>
            <p:cNvPr id="351" name="Straight Connector 350"/>
            <p:cNvSpPr/>
            <p:nvPr/>
          </p:nvSpPr>
          <p:spPr>
            <a:xfrm>
              <a:off x="7786929" y="1028073"/>
              <a:ext cx="90875" cy="285678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2" name="Straight Connector 351"/>
            <p:cNvSpPr/>
            <p:nvPr/>
          </p:nvSpPr>
          <p:spPr>
            <a:xfrm flipV="1">
              <a:off x="7877805" y="1028073"/>
              <a:ext cx="28944" cy="12362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3" name="Straight Connector 352"/>
            <p:cNvSpPr/>
            <p:nvPr/>
          </p:nvSpPr>
          <p:spPr>
            <a:xfrm>
              <a:off x="7841061" y="1028073"/>
              <a:ext cx="36743" cy="12153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8" name="Group 357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355" name="Straight Connector 354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6" name="Straight Connector 355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7" name="Straight Connector 356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2" name="Group 361"/>
          <p:cNvGrpSpPr/>
          <p:nvPr/>
        </p:nvGrpSpPr>
        <p:grpSpPr>
          <a:xfrm>
            <a:off x="7123119" y="995213"/>
            <a:ext cx="122642" cy="65720"/>
            <a:chOff x="7123119" y="995213"/>
            <a:chExt cx="122642" cy="65720"/>
          </a:xfrm>
        </p:grpSpPr>
        <p:sp>
          <p:nvSpPr>
            <p:cNvPr id="359" name="Straight Connector 358"/>
            <p:cNvSpPr/>
            <p:nvPr/>
          </p:nvSpPr>
          <p:spPr>
            <a:xfrm>
              <a:off x="7154886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0" name="Straight Connector 359"/>
            <p:cNvSpPr/>
            <p:nvPr/>
          </p:nvSpPr>
          <p:spPr>
            <a:xfrm>
              <a:off x="7123119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1" name="Straight Connector 360"/>
            <p:cNvSpPr/>
            <p:nvPr/>
          </p:nvSpPr>
          <p:spPr>
            <a:xfrm flipV="1">
              <a:off x="7123119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6" name="Group 365"/>
          <p:cNvGrpSpPr/>
          <p:nvPr/>
        </p:nvGrpSpPr>
        <p:grpSpPr>
          <a:xfrm>
            <a:off x="7347999" y="1011889"/>
            <a:ext cx="108443" cy="111411"/>
            <a:chOff x="7347999" y="1011889"/>
            <a:chExt cx="108443" cy="111411"/>
          </a:xfrm>
        </p:grpSpPr>
        <p:sp>
          <p:nvSpPr>
            <p:cNvPr id="363" name="Straight Connector 362"/>
            <p:cNvSpPr/>
            <p:nvPr/>
          </p:nvSpPr>
          <p:spPr>
            <a:xfrm flipV="1">
              <a:off x="7365567" y="1028073"/>
              <a:ext cx="90875" cy="952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4" name="Straight Connector 363"/>
            <p:cNvSpPr/>
            <p:nvPr/>
          </p:nvSpPr>
          <p:spPr>
            <a:xfrm flipV="1">
              <a:off x="7347999" y="1057262"/>
              <a:ext cx="108443" cy="6603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5" name="Straight Connector 364"/>
            <p:cNvSpPr/>
            <p:nvPr/>
          </p:nvSpPr>
          <p:spPr>
            <a:xfrm flipV="1">
              <a:off x="7395545" y="1011889"/>
              <a:ext cx="60897" cy="11141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0" name="Group 369"/>
          <p:cNvGrpSpPr/>
          <p:nvPr/>
        </p:nvGrpSpPr>
        <p:grpSpPr>
          <a:xfrm>
            <a:off x="7576248" y="1123300"/>
            <a:ext cx="111937" cy="952262"/>
            <a:chOff x="7576248" y="1123300"/>
            <a:chExt cx="111937" cy="952262"/>
          </a:xfrm>
        </p:grpSpPr>
        <p:sp>
          <p:nvSpPr>
            <p:cNvPr id="367" name="Straight Connector 366"/>
            <p:cNvSpPr/>
            <p:nvPr/>
          </p:nvSpPr>
          <p:spPr>
            <a:xfrm flipV="1">
              <a:off x="7576248" y="1123300"/>
              <a:ext cx="90875" cy="95226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8" name="Straight Connector 367"/>
            <p:cNvSpPr/>
            <p:nvPr/>
          </p:nvSpPr>
          <p:spPr>
            <a:xfrm flipV="1">
              <a:off x="7622760" y="1956597"/>
              <a:ext cx="44363" cy="11896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9" name="Straight Connector 368"/>
            <p:cNvSpPr/>
            <p:nvPr/>
          </p:nvSpPr>
          <p:spPr>
            <a:xfrm>
              <a:off x="7667124" y="1950353"/>
              <a:ext cx="21061" cy="12520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4" name="Group 373"/>
          <p:cNvGrpSpPr/>
          <p:nvPr/>
        </p:nvGrpSpPr>
        <p:grpSpPr>
          <a:xfrm>
            <a:off x="7786929" y="1028073"/>
            <a:ext cx="113013" cy="1047488"/>
            <a:chOff x="7786929" y="1028073"/>
            <a:chExt cx="113013" cy="1047488"/>
          </a:xfrm>
        </p:grpSpPr>
        <p:sp>
          <p:nvSpPr>
            <p:cNvPr id="371" name="Straight Connector 370"/>
            <p:cNvSpPr/>
            <p:nvPr/>
          </p:nvSpPr>
          <p:spPr>
            <a:xfrm>
              <a:off x="7786929" y="1028073"/>
              <a:ext cx="90875" cy="104748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2" name="Straight Connector 371"/>
            <p:cNvSpPr/>
            <p:nvPr/>
          </p:nvSpPr>
          <p:spPr>
            <a:xfrm flipV="1">
              <a:off x="7877805" y="1028073"/>
              <a:ext cx="22137" cy="12502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3" name="Straight Connector 372"/>
            <p:cNvSpPr/>
            <p:nvPr/>
          </p:nvSpPr>
          <p:spPr>
            <a:xfrm>
              <a:off x="7834467" y="1028073"/>
              <a:ext cx="43337" cy="11934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8" name="Group 377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375" name="Straight Connector 374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6" name="Straight Connector 375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7" name="Straight Connector 376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2" name="Group 381"/>
          <p:cNvGrpSpPr/>
          <p:nvPr/>
        </p:nvGrpSpPr>
        <p:grpSpPr>
          <a:xfrm>
            <a:off x="7137318" y="1011889"/>
            <a:ext cx="108443" cy="111411"/>
            <a:chOff x="7137318" y="1011889"/>
            <a:chExt cx="108443" cy="111411"/>
          </a:xfrm>
        </p:grpSpPr>
        <p:sp>
          <p:nvSpPr>
            <p:cNvPr id="379" name="Straight Connector 378"/>
            <p:cNvSpPr/>
            <p:nvPr/>
          </p:nvSpPr>
          <p:spPr>
            <a:xfrm flipV="1">
              <a:off x="7154886" y="1028073"/>
              <a:ext cx="90875" cy="952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0" name="Straight Connector 379"/>
            <p:cNvSpPr/>
            <p:nvPr/>
          </p:nvSpPr>
          <p:spPr>
            <a:xfrm flipV="1">
              <a:off x="7137318" y="1057262"/>
              <a:ext cx="108443" cy="6603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1" name="Straight Connector 380"/>
            <p:cNvSpPr/>
            <p:nvPr/>
          </p:nvSpPr>
          <p:spPr>
            <a:xfrm flipV="1">
              <a:off x="7184863" y="1011889"/>
              <a:ext cx="60897" cy="11141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6" name="Group 385"/>
          <p:cNvGrpSpPr/>
          <p:nvPr/>
        </p:nvGrpSpPr>
        <p:grpSpPr>
          <a:xfrm>
            <a:off x="7333800" y="1090439"/>
            <a:ext cx="122642" cy="65721"/>
            <a:chOff x="7333800" y="1090439"/>
            <a:chExt cx="122642" cy="65721"/>
          </a:xfrm>
        </p:grpSpPr>
        <p:sp>
          <p:nvSpPr>
            <p:cNvPr id="383" name="Straight Connector 382"/>
            <p:cNvSpPr/>
            <p:nvPr/>
          </p:nvSpPr>
          <p:spPr>
            <a:xfrm>
              <a:off x="7365567" y="1123300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4" name="Straight Connector 383"/>
            <p:cNvSpPr/>
            <p:nvPr/>
          </p:nvSpPr>
          <p:spPr>
            <a:xfrm>
              <a:off x="7333800" y="1123300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5" name="Straight Connector 384"/>
            <p:cNvSpPr/>
            <p:nvPr/>
          </p:nvSpPr>
          <p:spPr>
            <a:xfrm flipV="1">
              <a:off x="7333800" y="1090439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0" name="Group 389"/>
          <p:cNvGrpSpPr/>
          <p:nvPr/>
        </p:nvGrpSpPr>
        <p:grpSpPr>
          <a:xfrm>
            <a:off x="7576248" y="1123300"/>
            <a:ext cx="111937" cy="952262"/>
            <a:chOff x="7576248" y="1123300"/>
            <a:chExt cx="111937" cy="952262"/>
          </a:xfrm>
        </p:grpSpPr>
        <p:sp>
          <p:nvSpPr>
            <p:cNvPr id="387" name="Straight Connector 386"/>
            <p:cNvSpPr/>
            <p:nvPr/>
          </p:nvSpPr>
          <p:spPr>
            <a:xfrm flipV="1">
              <a:off x="7576248" y="1123300"/>
              <a:ext cx="90875" cy="95226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8" name="Straight Connector 387"/>
            <p:cNvSpPr/>
            <p:nvPr/>
          </p:nvSpPr>
          <p:spPr>
            <a:xfrm flipV="1">
              <a:off x="7622760" y="1956597"/>
              <a:ext cx="44363" cy="11896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9" name="Straight Connector 388"/>
            <p:cNvSpPr/>
            <p:nvPr/>
          </p:nvSpPr>
          <p:spPr>
            <a:xfrm>
              <a:off x="7667124" y="1950353"/>
              <a:ext cx="21061" cy="12520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4" name="Group 393"/>
          <p:cNvGrpSpPr/>
          <p:nvPr/>
        </p:nvGrpSpPr>
        <p:grpSpPr>
          <a:xfrm>
            <a:off x="7786929" y="1028073"/>
            <a:ext cx="113013" cy="1047488"/>
            <a:chOff x="7786929" y="1028073"/>
            <a:chExt cx="113013" cy="1047488"/>
          </a:xfrm>
        </p:grpSpPr>
        <p:sp>
          <p:nvSpPr>
            <p:cNvPr id="391" name="Straight Connector 390"/>
            <p:cNvSpPr/>
            <p:nvPr/>
          </p:nvSpPr>
          <p:spPr>
            <a:xfrm>
              <a:off x="7786929" y="1028073"/>
              <a:ext cx="90875" cy="104748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2" name="Straight Connector 391"/>
            <p:cNvSpPr/>
            <p:nvPr/>
          </p:nvSpPr>
          <p:spPr>
            <a:xfrm flipV="1">
              <a:off x="7877805" y="1028073"/>
              <a:ext cx="22137" cy="12502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3" name="Straight Connector 392"/>
            <p:cNvSpPr/>
            <p:nvPr/>
          </p:nvSpPr>
          <p:spPr>
            <a:xfrm>
              <a:off x="7834467" y="1028073"/>
              <a:ext cx="43337" cy="11934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8" name="Group 397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395" name="Straight Connector 394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6" name="Straight Connector 395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7" name="Straight Connector 396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2" name="Group 401"/>
          <p:cNvGrpSpPr/>
          <p:nvPr/>
        </p:nvGrpSpPr>
        <p:grpSpPr>
          <a:xfrm>
            <a:off x="7123119" y="995213"/>
            <a:ext cx="122642" cy="65720"/>
            <a:chOff x="7123119" y="995213"/>
            <a:chExt cx="122642" cy="65720"/>
          </a:xfrm>
        </p:grpSpPr>
        <p:sp>
          <p:nvSpPr>
            <p:cNvPr id="399" name="Straight Connector 398"/>
            <p:cNvSpPr/>
            <p:nvPr/>
          </p:nvSpPr>
          <p:spPr>
            <a:xfrm>
              <a:off x="7154886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0" name="Straight Connector 399"/>
            <p:cNvSpPr/>
            <p:nvPr/>
          </p:nvSpPr>
          <p:spPr>
            <a:xfrm>
              <a:off x="7123119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1" name="Straight Connector 400"/>
            <p:cNvSpPr/>
            <p:nvPr/>
          </p:nvSpPr>
          <p:spPr>
            <a:xfrm flipV="1">
              <a:off x="7123119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6" name="Group 405"/>
          <p:cNvGrpSpPr/>
          <p:nvPr/>
        </p:nvGrpSpPr>
        <p:grpSpPr>
          <a:xfrm>
            <a:off x="7333800" y="995213"/>
            <a:ext cx="122642" cy="65720"/>
            <a:chOff x="7333800" y="995213"/>
            <a:chExt cx="122642" cy="65720"/>
          </a:xfrm>
        </p:grpSpPr>
        <p:sp>
          <p:nvSpPr>
            <p:cNvPr id="403" name="Straight Connector 402"/>
            <p:cNvSpPr/>
            <p:nvPr/>
          </p:nvSpPr>
          <p:spPr>
            <a:xfrm>
              <a:off x="7365567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4" name="Straight Connector 403"/>
            <p:cNvSpPr/>
            <p:nvPr/>
          </p:nvSpPr>
          <p:spPr>
            <a:xfrm>
              <a:off x="7333800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5" name="Straight Connector 404"/>
            <p:cNvSpPr/>
            <p:nvPr/>
          </p:nvSpPr>
          <p:spPr>
            <a:xfrm flipV="1">
              <a:off x="7333800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10" name="Group 409"/>
          <p:cNvGrpSpPr/>
          <p:nvPr/>
        </p:nvGrpSpPr>
        <p:grpSpPr>
          <a:xfrm>
            <a:off x="7576248" y="1028073"/>
            <a:ext cx="113013" cy="1047489"/>
            <a:chOff x="7576248" y="1028073"/>
            <a:chExt cx="113013" cy="1047489"/>
          </a:xfrm>
        </p:grpSpPr>
        <p:sp>
          <p:nvSpPr>
            <p:cNvPr id="407" name="Straight Connector 406"/>
            <p:cNvSpPr/>
            <p:nvPr/>
          </p:nvSpPr>
          <p:spPr>
            <a:xfrm flipV="1">
              <a:off x="7576248" y="1028073"/>
              <a:ext cx="90875" cy="104748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8" name="Straight Connector 407"/>
            <p:cNvSpPr/>
            <p:nvPr/>
          </p:nvSpPr>
          <p:spPr>
            <a:xfrm flipV="1">
              <a:off x="7623786" y="1956219"/>
              <a:ext cx="43337" cy="11934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9" name="Straight Connector 408"/>
            <p:cNvSpPr/>
            <p:nvPr/>
          </p:nvSpPr>
          <p:spPr>
            <a:xfrm>
              <a:off x="7667124" y="1950539"/>
              <a:ext cx="22137" cy="12502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14" name="Group 413"/>
          <p:cNvGrpSpPr/>
          <p:nvPr/>
        </p:nvGrpSpPr>
        <p:grpSpPr>
          <a:xfrm>
            <a:off x="7786929" y="1028073"/>
            <a:ext cx="113013" cy="1047488"/>
            <a:chOff x="7786929" y="1028073"/>
            <a:chExt cx="113013" cy="1047488"/>
          </a:xfrm>
        </p:grpSpPr>
        <p:sp>
          <p:nvSpPr>
            <p:cNvPr id="411" name="Straight Connector 410"/>
            <p:cNvSpPr/>
            <p:nvPr/>
          </p:nvSpPr>
          <p:spPr>
            <a:xfrm>
              <a:off x="7786929" y="1028073"/>
              <a:ext cx="90875" cy="104748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2" name="Straight Connector 411"/>
            <p:cNvSpPr/>
            <p:nvPr/>
          </p:nvSpPr>
          <p:spPr>
            <a:xfrm flipV="1">
              <a:off x="7877805" y="1028073"/>
              <a:ext cx="22137" cy="12502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3" name="Straight Connector 412"/>
            <p:cNvSpPr/>
            <p:nvPr/>
          </p:nvSpPr>
          <p:spPr>
            <a:xfrm>
              <a:off x="7834467" y="1028073"/>
              <a:ext cx="43337" cy="11934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18" name="Group 417"/>
          <p:cNvGrpSpPr/>
          <p:nvPr/>
        </p:nvGrpSpPr>
        <p:grpSpPr>
          <a:xfrm>
            <a:off x="2505644" y="1028073"/>
            <a:ext cx="4438560" cy="2761562"/>
            <a:chOff x="2505644" y="1028073"/>
            <a:chExt cx="4438560" cy="2761562"/>
          </a:xfrm>
        </p:grpSpPr>
        <p:sp>
          <p:nvSpPr>
            <p:cNvPr id="415" name="Straight Connector 414"/>
            <p:cNvSpPr/>
            <p:nvPr/>
          </p:nvSpPr>
          <p:spPr>
            <a:xfrm>
              <a:off x="2505644" y="1028073"/>
              <a:ext cx="4438560" cy="276156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6" name="Straight Connector 415"/>
            <p:cNvSpPr/>
            <p:nvPr/>
          </p:nvSpPr>
          <p:spPr>
            <a:xfrm>
              <a:off x="2505644" y="3696945"/>
              <a:ext cx="86772" cy="9268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7" name="Straight Connector 416"/>
            <p:cNvSpPr/>
            <p:nvPr/>
          </p:nvSpPr>
          <p:spPr>
            <a:xfrm>
              <a:off x="2505644" y="3752748"/>
              <a:ext cx="121491" cy="3688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22" name="Group 421"/>
          <p:cNvGrpSpPr/>
          <p:nvPr/>
        </p:nvGrpSpPr>
        <p:grpSpPr>
          <a:xfrm>
            <a:off x="2625450" y="2837372"/>
            <a:ext cx="2408369" cy="952262"/>
            <a:chOff x="2625450" y="2837372"/>
            <a:chExt cx="2408369" cy="952262"/>
          </a:xfrm>
        </p:grpSpPr>
        <p:sp>
          <p:nvSpPr>
            <p:cNvPr id="419" name="Straight Connector 418"/>
            <p:cNvSpPr/>
            <p:nvPr/>
          </p:nvSpPr>
          <p:spPr>
            <a:xfrm>
              <a:off x="2625450" y="2837372"/>
              <a:ext cx="2408368" cy="95226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0" name="Straight Connector 419"/>
            <p:cNvSpPr/>
            <p:nvPr/>
          </p:nvSpPr>
          <p:spPr>
            <a:xfrm>
              <a:off x="4931851" y="2837372"/>
              <a:ext cx="101967" cy="7565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1" name="Straight Connector 420"/>
            <p:cNvSpPr/>
            <p:nvPr/>
          </p:nvSpPr>
          <p:spPr>
            <a:xfrm>
              <a:off x="4907686" y="2837372"/>
              <a:ext cx="126133" cy="1453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26" name="Group 425"/>
          <p:cNvGrpSpPr/>
          <p:nvPr/>
        </p:nvGrpSpPr>
        <p:grpSpPr>
          <a:xfrm>
            <a:off x="5121858" y="2804512"/>
            <a:ext cx="122642" cy="65720"/>
            <a:chOff x="5121858" y="2804512"/>
            <a:chExt cx="122642" cy="65720"/>
          </a:xfrm>
        </p:grpSpPr>
        <p:sp>
          <p:nvSpPr>
            <p:cNvPr id="423" name="Straight Connector 422"/>
            <p:cNvSpPr/>
            <p:nvPr/>
          </p:nvSpPr>
          <p:spPr>
            <a:xfrm>
              <a:off x="5153625" y="2837372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4" name="Straight Connector 423"/>
            <p:cNvSpPr/>
            <p:nvPr/>
          </p:nvSpPr>
          <p:spPr>
            <a:xfrm>
              <a:off x="5121858" y="2837372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5" name="Straight Connector 424"/>
            <p:cNvSpPr/>
            <p:nvPr/>
          </p:nvSpPr>
          <p:spPr>
            <a:xfrm flipV="1">
              <a:off x="5121858" y="2804512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0" name="Group 429"/>
          <p:cNvGrpSpPr/>
          <p:nvPr/>
        </p:nvGrpSpPr>
        <p:grpSpPr>
          <a:xfrm>
            <a:off x="2716326" y="1028073"/>
            <a:ext cx="4227878" cy="2666335"/>
            <a:chOff x="2716326" y="1028073"/>
            <a:chExt cx="4227878" cy="2666335"/>
          </a:xfrm>
        </p:grpSpPr>
        <p:sp>
          <p:nvSpPr>
            <p:cNvPr id="427" name="Straight Connector 426"/>
            <p:cNvSpPr/>
            <p:nvPr/>
          </p:nvSpPr>
          <p:spPr>
            <a:xfrm>
              <a:off x="2716326" y="1028073"/>
              <a:ext cx="4227878" cy="266633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8" name="Straight Connector 427"/>
            <p:cNvSpPr/>
            <p:nvPr/>
          </p:nvSpPr>
          <p:spPr>
            <a:xfrm>
              <a:off x="2716326" y="3601192"/>
              <a:ext cx="86206" cy="9321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9" name="Straight Connector 428"/>
            <p:cNvSpPr/>
            <p:nvPr/>
          </p:nvSpPr>
          <p:spPr>
            <a:xfrm>
              <a:off x="2716326" y="3656782"/>
              <a:ext cx="121265" cy="376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4" name="Group 433"/>
          <p:cNvGrpSpPr/>
          <p:nvPr/>
        </p:nvGrpSpPr>
        <p:grpSpPr>
          <a:xfrm>
            <a:off x="2836131" y="2837372"/>
            <a:ext cx="2197688" cy="857036"/>
            <a:chOff x="2836131" y="2837372"/>
            <a:chExt cx="2197688" cy="857036"/>
          </a:xfrm>
        </p:grpSpPr>
        <p:sp>
          <p:nvSpPr>
            <p:cNvPr id="431" name="Straight Connector 430"/>
            <p:cNvSpPr/>
            <p:nvPr/>
          </p:nvSpPr>
          <p:spPr>
            <a:xfrm>
              <a:off x="2836131" y="2837372"/>
              <a:ext cx="2197687" cy="85703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2" name="Straight Connector 431"/>
            <p:cNvSpPr/>
            <p:nvPr/>
          </p:nvSpPr>
          <p:spPr>
            <a:xfrm>
              <a:off x="4931497" y="2837372"/>
              <a:ext cx="102322" cy="7517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3" name="Straight Connector 432"/>
            <p:cNvSpPr/>
            <p:nvPr/>
          </p:nvSpPr>
          <p:spPr>
            <a:xfrm>
              <a:off x="4907619" y="2837372"/>
              <a:ext cx="126200" cy="1394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8" name="Group 437"/>
          <p:cNvGrpSpPr/>
          <p:nvPr/>
        </p:nvGrpSpPr>
        <p:grpSpPr>
          <a:xfrm>
            <a:off x="5121858" y="2804512"/>
            <a:ext cx="122642" cy="65720"/>
            <a:chOff x="5121858" y="2804512"/>
            <a:chExt cx="122642" cy="65720"/>
          </a:xfrm>
        </p:grpSpPr>
        <p:sp>
          <p:nvSpPr>
            <p:cNvPr id="435" name="Straight Connector 434"/>
            <p:cNvSpPr/>
            <p:nvPr/>
          </p:nvSpPr>
          <p:spPr>
            <a:xfrm>
              <a:off x="5153625" y="2837372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6" name="Straight Connector 435"/>
            <p:cNvSpPr/>
            <p:nvPr/>
          </p:nvSpPr>
          <p:spPr>
            <a:xfrm>
              <a:off x="5121858" y="2837372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7" name="Straight Connector 436"/>
            <p:cNvSpPr/>
            <p:nvPr/>
          </p:nvSpPr>
          <p:spPr>
            <a:xfrm flipV="1">
              <a:off x="5121858" y="2804512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2" name="Group 441"/>
          <p:cNvGrpSpPr/>
          <p:nvPr/>
        </p:nvGrpSpPr>
        <p:grpSpPr>
          <a:xfrm>
            <a:off x="2927007" y="1028073"/>
            <a:ext cx="4017197" cy="2571110"/>
            <a:chOff x="2927007" y="1028073"/>
            <a:chExt cx="4017197" cy="2571110"/>
          </a:xfrm>
        </p:grpSpPr>
        <p:sp>
          <p:nvSpPr>
            <p:cNvPr id="439" name="Straight Connector 438"/>
            <p:cNvSpPr/>
            <p:nvPr/>
          </p:nvSpPr>
          <p:spPr>
            <a:xfrm>
              <a:off x="2927007" y="1028073"/>
              <a:ext cx="4017197" cy="257110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0" name="Straight Connector 439"/>
            <p:cNvSpPr/>
            <p:nvPr/>
          </p:nvSpPr>
          <p:spPr>
            <a:xfrm>
              <a:off x="2927007" y="3505393"/>
              <a:ext cx="85582" cy="9379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1" name="Straight Connector 440"/>
            <p:cNvSpPr/>
            <p:nvPr/>
          </p:nvSpPr>
          <p:spPr>
            <a:xfrm>
              <a:off x="2927007" y="3560747"/>
              <a:ext cx="121011" cy="3843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6" name="Group 445"/>
          <p:cNvGrpSpPr/>
          <p:nvPr/>
        </p:nvGrpSpPr>
        <p:grpSpPr>
          <a:xfrm>
            <a:off x="3046813" y="2837372"/>
            <a:ext cx="1987006" cy="761810"/>
            <a:chOff x="3046813" y="2837372"/>
            <a:chExt cx="1987006" cy="761810"/>
          </a:xfrm>
        </p:grpSpPr>
        <p:sp>
          <p:nvSpPr>
            <p:cNvPr id="443" name="Straight Connector 442"/>
            <p:cNvSpPr/>
            <p:nvPr/>
          </p:nvSpPr>
          <p:spPr>
            <a:xfrm>
              <a:off x="3046813" y="2837372"/>
              <a:ext cx="1987006" cy="7618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4" name="Straight Connector 443"/>
            <p:cNvSpPr/>
            <p:nvPr/>
          </p:nvSpPr>
          <p:spPr>
            <a:xfrm>
              <a:off x="4931068" y="2837372"/>
              <a:ext cx="102750" cy="7458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5" name="Straight Connector 444"/>
            <p:cNvSpPr/>
            <p:nvPr/>
          </p:nvSpPr>
          <p:spPr>
            <a:xfrm>
              <a:off x="4907541" y="2837372"/>
              <a:ext cx="126278" cy="1322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0" name="Group 449"/>
          <p:cNvGrpSpPr/>
          <p:nvPr/>
        </p:nvGrpSpPr>
        <p:grpSpPr>
          <a:xfrm>
            <a:off x="5121858" y="2804512"/>
            <a:ext cx="122642" cy="65720"/>
            <a:chOff x="5121858" y="2804512"/>
            <a:chExt cx="122642" cy="65720"/>
          </a:xfrm>
        </p:grpSpPr>
        <p:sp>
          <p:nvSpPr>
            <p:cNvPr id="447" name="Straight Connector 446"/>
            <p:cNvSpPr/>
            <p:nvPr/>
          </p:nvSpPr>
          <p:spPr>
            <a:xfrm>
              <a:off x="5153625" y="2837372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8" name="Straight Connector 447"/>
            <p:cNvSpPr/>
            <p:nvPr/>
          </p:nvSpPr>
          <p:spPr>
            <a:xfrm>
              <a:off x="5121858" y="2837372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9" name="Straight Connector 448"/>
            <p:cNvSpPr/>
            <p:nvPr/>
          </p:nvSpPr>
          <p:spPr>
            <a:xfrm flipV="1">
              <a:off x="5121858" y="2804512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4" name="Group 453"/>
          <p:cNvGrpSpPr/>
          <p:nvPr/>
        </p:nvGrpSpPr>
        <p:grpSpPr>
          <a:xfrm>
            <a:off x="3137688" y="1028073"/>
            <a:ext cx="3806516" cy="2475883"/>
            <a:chOff x="3137688" y="1028073"/>
            <a:chExt cx="3806516" cy="2475883"/>
          </a:xfrm>
        </p:grpSpPr>
        <p:sp>
          <p:nvSpPr>
            <p:cNvPr id="451" name="Straight Connector 450"/>
            <p:cNvSpPr/>
            <p:nvPr/>
          </p:nvSpPr>
          <p:spPr>
            <a:xfrm>
              <a:off x="3137688" y="1028073"/>
              <a:ext cx="3806516" cy="247588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2" name="Straight Connector 451"/>
            <p:cNvSpPr/>
            <p:nvPr/>
          </p:nvSpPr>
          <p:spPr>
            <a:xfrm>
              <a:off x="3137688" y="3409540"/>
              <a:ext cx="84891" cy="9441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3" name="Straight Connector 452"/>
            <p:cNvSpPr/>
            <p:nvPr/>
          </p:nvSpPr>
          <p:spPr>
            <a:xfrm>
              <a:off x="3137688" y="3464633"/>
              <a:ext cx="120725" cy="3932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8" name="Group 457"/>
          <p:cNvGrpSpPr/>
          <p:nvPr/>
        </p:nvGrpSpPr>
        <p:grpSpPr>
          <a:xfrm>
            <a:off x="3257494" y="2837372"/>
            <a:ext cx="1776325" cy="666583"/>
            <a:chOff x="3257494" y="2837372"/>
            <a:chExt cx="1776325" cy="666583"/>
          </a:xfrm>
        </p:grpSpPr>
        <p:sp>
          <p:nvSpPr>
            <p:cNvPr id="455" name="Straight Connector 454"/>
            <p:cNvSpPr/>
            <p:nvPr/>
          </p:nvSpPr>
          <p:spPr>
            <a:xfrm>
              <a:off x="3257494" y="2837372"/>
              <a:ext cx="1776325" cy="66658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6" name="Straight Connector 455"/>
            <p:cNvSpPr/>
            <p:nvPr/>
          </p:nvSpPr>
          <p:spPr>
            <a:xfrm>
              <a:off x="4930541" y="2837372"/>
              <a:ext cx="103278" cy="7385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7" name="Straight Connector 456"/>
            <p:cNvSpPr/>
            <p:nvPr/>
          </p:nvSpPr>
          <p:spPr>
            <a:xfrm>
              <a:off x="4907450" y="2837372"/>
              <a:ext cx="126368" cy="1232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62" name="Group 461"/>
          <p:cNvGrpSpPr/>
          <p:nvPr/>
        </p:nvGrpSpPr>
        <p:grpSpPr>
          <a:xfrm>
            <a:off x="5121858" y="2804512"/>
            <a:ext cx="122642" cy="65720"/>
            <a:chOff x="5121858" y="2804512"/>
            <a:chExt cx="122642" cy="65720"/>
          </a:xfrm>
        </p:grpSpPr>
        <p:sp>
          <p:nvSpPr>
            <p:cNvPr id="459" name="Straight Connector 458"/>
            <p:cNvSpPr/>
            <p:nvPr/>
          </p:nvSpPr>
          <p:spPr>
            <a:xfrm>
              <a:off x="5153625" y="2837372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0" name="Straight Connector 459"/>
            <p:cNvSpPr/>
            <p:nvPr/>
          </p:nvSpPr>
          <p:spPr>
            <a:xfrm>
              <a:off x="5121858" y="2837372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1" name="Straight Connector 460"/>
            <p:cNvSpPr/>
            <p:nvPr/>
          </p:nvSpPr>
          <p:spPr>
            <a:xfrm flipV="1">
              <a:off x="5121858" y="2804512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66" name="Group 465"/>
          <p:cNvGrpSpPr/>
          <p:nvPr/>
        </p:nvGrpSpPr>
        <p:grpSpPr>
          <a:xfrm>
            <a:off x="3348369" y="1028073"/>
            <a:ext cx="3595835" cy="2380657"/>
            <a:chOff x="3348369" y="1028073"/>
            <a:chExt cx="3595835" cy="2380657"/>
          </a:xfrm>
        </p:grpSpPr>
        <p:sp>
          <p:nvSpPr>
            <p:cNvPr id="463" name="Straight Connector 462"/>
            <p:cNvSpPr/>
            <p:nvPr/>
          </p:nvSpPr>
          <p:spPr>
            <a:xfrm>
              <a:off x="3348369" y="1028073"/>
              <a:ext cx="3595835" cy="238065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4" name="Straight Connector 463"/>
            <p:cNvSpPr/>
            <p:nvPr/>
          </p:nvSpPr>
          <p:spPr>
            <a:xfrm>
              <a:off x="3348369" y="3313627"/>
              <a:ext cx="84121" cy="9510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5" name="Straight Connector 464"/>
            <p:cNvSpPr/>
            <p:nvPr/>
          </p:nvSpPr>
          <p:spPr>
            <a:xfrm>
              <a:off x="3348369" y="3368427"/>
              <a:ext cx="120401" cy="4030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70" name="Group 469"/>
          <p:cNvGrpSpPr/>
          <p:nvPr/>
        </p:nvGrpSpPr>
        <p:grpSpPr>
          <a:xfrm>
            <a:off x="3468175" y="2837372"/>
            <a:ext cx="1565644" cy="571357"/>
            <a:chOff x="3468175" y="2837372"/>
            <a:chExt cx="1565644" cy="571357"/>
          </a:xfrm>
        </p:grpSpPr>
        <p:sp>
          <p:nvSpPr>
            <p:cNvPr id="467" name="Straight Connector 466"/>
            <p:cNvSpPr/>
            <p:nvPr/>
          </p:nvSpPr>
          <p:spPr>
            <a:xfrm>
              <a:off x="3468175" y="2837372"/>
              <a:ext cx="1565644" cy="57135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8" name="Straight Connector 467"/>
            <p:cNvSpPr/>
            <p:nvPr/>
          </p:nvSpPr>
          <p:spPr>
            <a:xfrm>
              <a:off x="4929874" y="2837372"/>
              <a:ext cx="103944" cy="729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9" name="Straight Connector 468"/>
            <p:cNvSpPr/>
            <p:nvPr/>
          </p:nvSpPr>
          <p:spPr>
            <a:xfrm>
              <a:off x="4907343" y="2837372"/>
              <a:ext cx="126475" cy="1117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74" name="Group 473"/>
          <p:cNvGrpSpPr/>
          <p:nvPr/>
        </p:nvGrpSpPr>
        <p:grpSpPr>
          <a:xfrm>
            <a:off x="5121858" y="2804512"/>
            <a:ext cx="122642" cy="65720"/>
            <a:chOff x="5121858" y="2804512"/>
            <a:chExt cx="122642" cy="65720"/>
          </a:xfrm>
        </p:grpSpPr>
        <p:sp>
          <p:nvSpPr>
            <p:cNvPr id="471" name="Straight Connector 470"/>
            <p:cNvSpPr/>
            <p:nvPr/>
          </p:nvSpPr>
          <p:spPr>
            <a:xfrm>
              <a:off x="5153625" y="2837372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2" name="Straight Connector 471"/>
            <p:cNvSpPr/>
            <p:nvPr/>
          </p:nvSpPr>
          <p:spPr>
            <a:xfrm>
              <a:off x="5121858" y="2837372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3" name="Straight Connector 472"/>
            <p:cNvSpPr/>
            <p:nvPr/>
          </p:nvSpPr>
          <p:spPr>
            <a:xfrm flipV="1">
              <a:off x="5121858" y="2804512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78" name="Group 477"/>
          <p:cNvGrpSpPr/>
          <p:nvPr/>
        </p:nvGrpSpPr>
        <p:grpSpPr>
          <a:xfrm>
            <a:off x="3559050" y="2932599"/>
            <a:ext cx="962530" cy="380905"/>
            <a:chOff x="3559050" y="2932599"/>
            <a:chExt cx="962530" cy="380905"/>
          </a:xfrm>
        </p:grpSpPr>
        <p:sp>
          <p:nvSpPr>
            <p:cNvPr id="475" name="Straight Connector 474"/>
            <p:cNvSpPr/>
            <p:nvPr/>
          </p:nvSpPr>
          <p:spPr>
            <a:xfrm>
              <a:off x="3559050" y="2932599"/>
              <a:ext cx="962530" cy="38090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6" name="Straight Connector 475"/>
            <p:cNvSpPr/>
            <p:nvPr/>
          </p:nvSpPr>
          <p:spPr>
            <a:xfrm>
              <a:off x="3559050" y="3237820"/>
              <a:ext cx="101945" cy="7568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7" name="Straight Connector 476"/>
            <p:cNvSpPr/>
            <p:nvPr/>
          </p:nvSpPr>
          <p:spPr>
            <a:xfrm>
              <a:off x="3559050" y="3298931"/>
              <a:ext cx="126129" cy="1457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82" name="Group 481"/>
          <p:cNvGrpSpPr/>
          <p:nvPr/>
        </p:nvGrpSpPr>
        <p:grpSpPr>
          <a:xfrm>
            <a:off x="3678856" y="2837372"/>
            <a:ext cx="1354963" cy="476131"/>
            <a:chOff x="3678856" y="2837372"/>
            <a:chExt cx="1354963" cy="476131"/>
          </a:xfrm>
        </p:grpSpPr>
        <p:sp>
          <p:nvSpPr>
            <p:cNvPr id="479" name="Straight Connector 478"/>
            <p:cNvSpPr/>
            <p:nvPr/>
          </p:nvSpPr>
          <p:spPr>
            <a:xfrm>
              <a:off x="3678856" y="2837372"/>
              <a:ext cx="1354962" cy="47613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0" name="Straight Connector 479"/>
            <p:cNvSpPr/>
            <p:nvPr/>
          </p:nvSpPr>
          <p:spPr>
            <a:xfrm>
              <a:off x="4929007" y="2837372"/>
              <a:ext cx="104812" cy="7166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1" name="Straight Connector 480"/>
            <p:cNvSpPr/>
            <p:nvPr/>
          </p:nvSpPr>
          <p:spPr>
            <a:xfrm>
              <a:off x="4907218" y="2837372"/>
              <a:ext cx="126600" cy="965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86" name="Group 485"/>
          <p:cNvGrpSpPr/>
          <p:nvPr/>
        </p:nvGrpSpPr>
        <p:grpSpPr>
          <a:xfrm>
            <a:off x="5121858" y="2804512"/>
            <a:ext cx="122642" cy="65720"/>
            <a:chOff x="5121858" y="2804512"/>
            <a:chExt cx="122642" cy="65720"/>
          </a:xfrm>
        </p:grpSpPr>
        <p:sp>
          <p:nvSpPr>
            <p:cNvPr id="483" name="Straight Connector 482"/>
            <p:cNvSpPr/>
            <p:nvPr/>
          </p:nvSpPr>
          <p:spPr>
            <a:xfrm>
              <a:off x="5153625" y="2837372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4" name="Straight Connector 483"/>
            <p:cNvSpPr/>
            <p:nvPr/>
          </p:nvSpPr>
          <p:spPr>
            <a:xfrm>
              <a:off x="5121858" y="2837372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5" name="Straight Connector 484"/>
            <p:cNvSpPr/>
            <p:nvPr/>
          </p:nvSpPr>
          <p:spPr>
            <a:xfrm flipV="1">
              <a:off x="5121858" y="2804512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90" name="Group 489"/>
          <p:cNvGrpSpPr/>
          <p:nvPr/>
        </p:nvGrpSpPr>
        <p:grpSpPr>
          <a:xfrm>
            <a:off x="3769732" y="1028073"/>
            <a:ext cx="3174472" cy="2190204"/>
            <a:chOff x="3769732" y="1028073"/>
            <a:chExt cx="3174472" cy="2190204"/>
          </a:xfrm>
        </p:grpSpPr>
        <p:sp>
          <p:nvSpPr>
            <p:cNvPr id="487" name="Straight Connector 486"/>
            <p:cNvSpPr/>
            <p:nvPr/>
          </p:nvSpPr>
          <p:spPr>
            <a:xfrm>
              <a:off x="3769732" y="1028073"/>
              <a:ext cx="3174472" cy="219020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8" name="Straight Connector 487"/>
            <p:cNvSpPr/>
            <p:nvPr/>
          </p:nvSpPr>
          <p:spPr>
            <a:xfrm>
              <a:off x="3769732" y="3121582"/>
              <a:ext cx="82285" cy="9669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9" name="Straight Connector 488"/>
            <p:cNvSpPr/>
            <p:nvPr/>
          </p:nvSpPr>
          <p:spPr>
            <a:xfrm>
              <a:off x="3769732" y="3175678"/>
              <a:ext cx="119608" cy="4259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94" name="Group 493"/>
          <p:cNvGrpSpPr/>
          <p:nvPr/>
        </p:nvGrpSpPr>
        <p:grpSpPr>
          <a:xfrm>
            <a:off x="3889537" y="2837372"/>
            <a:ext cx="1144282" cy="380905"/>
            <a:chOff x="3889537" y="2837372"/>
            <a:chExt cx="1144282" cy="380905"/>
          </a:xfrm>
        </p:grpSpPr>
        <p:sp>
          <p:nvSpPr>
            <p:cNvPr id="491" name="Straight Connector 490"/>
            <p:cNvSpPr/>
            <p:nvPr/>
          </p:nvSpPr>
          <p:spPr>
            <a:xfrm>
              <a:off x="3889537" y="2837372"/>
              <a:ext cx="1144281" cy="38090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2" name="Straight Connector 491"/>
            <p:cNvSpPr/>
            <p:nvPr/>
          </p:nvSpPr>
          <p:spPr>
            <a:xfrm>
              <a:off x="4927833" y="2837372"/>
              <a:ext cx="105985" cy="699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3" name="Straight Connector 492"/>
            <p:cNvSpPr/>
            <p:nvPr/>
          </p:nvSpPr>
          <p:spPr>
            <a:xfrm>
              <a:off x="4907076" y="2837372"/>
              <a:ext cx="126743" cy="755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98" name="Group 497"/>
          <p:cNvGrpSpPr/>
          <p:nvPr/>
        </p:nvGrpSpPr>
        <p:grpSpPr>
          <a:xfrm>
            <a:off x="5121858" y="2804512"/>
            <a:ext cx="122642" cy="65720"/>
            <a:chOff x="5121858" y="2804512"/>
            <a:chExt cx="122642" cy="65720"/>
          </a:xfrm>
        </p:grpSpPr>
        <p:sp>
          <p:nvSpPr>
            <p:cNvPr id="495" name="Straight Connector 494"/>
            <p:cNvSpPr/>
            <p:nvPr/>
          </p:nvSpPr>
          <p:spPr>
            <a:xfrm>
              <a:off x="5153625" y="2837372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6" name="Straight Connector 495"/>
            <p:cNvSpPr/>
            <p:nvPr/>
          </p:nvSpPr>
          <p:spPr>
            <a:xfrm>
              <a:off x="5121858" y="2837372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7" name="Straight Connector 496"/>
            <p:cNvSpPr/>
            <p:nvPr/>
          </p:nvSpPr>
          <p:spPr>
            <a:xfrm flipV="1">
              <a:off x="5121858" y="2804512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2" name="Group 501"/>
          <p:cNvGrpSpPr/>
          <p:nvPr/>
        </p:nvGrpSpPr>
        <p:grpSpPr>
          <a:xfrm>
            <a:off x="3980413" y="1028073"/>
            <a:ext cx="2963791" cy="2094977"/>
            <a:chOff x="3980413" y="1028073"/>
            <a:chExt cx="2963791" cy="2094977"/>
          </a:xfrm>
        </p:grpSpPr>
        <p:sp>
          <p:nvSpPr>
            <p:cNvPr id="499" name="Straight Connector 498"/>
            <p:cNvSpPr/>
            <p:nvPr/>
          </p:nvSpPr>
          <p:spPr>
            <a:xfrm>
              <a:off x="3980413" y="1028073"/>
              <a:ext cx="2963791" cy="209497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0" name="Straight Connector 499"/>
            <p:cNvSpPr/>
            <p:nvPr/>
          </p:nvSpPr>
          <p:spPr>
            <a:xfrm>
              <a:off x="3980413" y="3025426"/>
              <a:ext cx="81180" cy="9762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1" name="Straight Connector 500"/>
            <p:cNvSpPr/>
            <p:nvPr/>
          </p:nvSpPr>
          <p:spPr>
            <a:xfrm>
              <a:off x="3980413" y="3079094"/>
              <a:ext cx="119116" cy="4395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6" name="Group 505"/>
          <p:cNvGrpSpPr/>
          <p:nvPr/>
        </p:nvGrpSpPr>
        <p:grpSpPr>
          <a:xfrm>
            <a:off x="4100219" y="2837372"/>
            <a:ext cx="933600" cy="285678"/>
            <a:chOff x="4100219" y="2837372"/>
            <a:chExt cx="933600" cy="285678"/>
          </a:xfrm>
        </p:grpSpPr>
        <p:sp>
          <p:nvSpPr>
            <p:cNvPr id="503" name="Straight Connector 502"/>
            <p:cNvSpPr/>
            <p:nvPr/>
          </p:nvSpPr>
          <p:spPr>
            <a:xfrm>
              <a:off x="4100219" y="2837372"/>
              <a:ext cx="933600" cy="2856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4" name="Straight Connector 503"/>
            <p:cNvSpPr/>
            <p:nvPr/>
          </p:nvSpPr>
          <p:spPr>
            <a:xfrm>
              <a:off x="4926160" y="2837372"/>
              <a:ext cx="107659" cy="6730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5" name="Straight Connector 504"/>
            <p:cNvSpPr/>
            <p:nvPr/>
          </p:nvSpPr>
          <p:spPr>
            <a:xfrm>
              <a:off x="4906929" y="2837372"/>
              <a:ext cx="126889" cy="446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0" name="Group 509"/>
          <p:cNvGrpSpPr/>
          <p:nvPr/>
        </p:nvGrpSpPr>
        <p:grpSpPr>
          <a:xfrm>
            <a:off x="5121858" y="2804512"/>
            <a:ext cx="122642" cy="65720"/>
            <a:chOff x="5121858" y="2804512"/>
            <a:chExt cx="122642" cy="65720"/>
          </a:xfrm>
        </p:grpSpPr>
        <p:sp>
          <p:nvSpPr>
            <p:cNvPr id="507" name="Straight Connector 506"/>
            <p:cNvSpPr/>
            <p:nvPr/>
          </p:nvSpPr>
          <p:spPr>
            <a:xfrm>
              <a:off x="5153625" y="2837372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8" name="Straight Connector 507"/>
            <p:cNvSpPr/>
            <p:nvPr/>
          </p:nvSpPr>
          <p:spPr>
            <a:xfrm>
              <a:off x="5121858" y="2837372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9" name="Straight Connector 508"/>
            <p:cNvSpPr/>
            <p:nvPr/>
          </p:nvSpPr>
          <p:spPr>
            <a:xfrm flipV="1">
              <a:off x="5121858" y="2804512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4" name="Group 513"/>
          <p:cNvGrpSpPr/>
          <p:nvPr/>
        </p:nvGrpSpPr>
        <p:grpSpPr>
          <a:xfrm>
            <a:off x="4191094" y="2932599"/>
            <a:ext cx="330486" cy="95226"/>
            <a:chOff x="4191094" y="2932599"/>
            <a:chExt cx="330486" cy="95226"/>
          </a:xfrm>
        </p:grpSpPr>
        <p:sp>
          <p:nvSpPr>
            <p:cNvPr id="511" name="Straight Connector 510"/>
            <p:cNvSpPr/>
            <p:nvPr/>
          </p:nvSpPr>
          <p:spPr>
            <a:xfrm>
              <a:off x="4191094" y="2932599"/>
              <a:ext cx="330486" cy="952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2" name="Straight Connector 511"/>
            <p:cNvSpPr/>
            <p:nvPr/>
          </p:nvSpPr>
          <p:spPr>
            <a:xfrm>
              <a:off x="4191094" y="2962292"/>
              <a:ext cx="108749" cy="6553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3" name="Straight Connector 512"/>
            <p:cNvSpPr/>
            <p:nvPr/>
          </p:nvSpPr>
          <p:spPr>
            <a:xfrm>
              <a:off x="4191094" y="3025445"/>
              <a:ext cx="126946" cy="238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8" name="Group 517"/>
          <p:cNvGrpSpPr/>
          <p:nvPr/>
        </p:nvGrpSpPr>
        <p:grpSpPr>
          <a:xfrm>
            <a:off x="4310900" y="2836840"/>
            <a:ext cx="722919" cy="190984"/>
            <a:chOff x="4310900" y="2836840"/>
            <a:chExt cx="722919" cy="190984"/>
          </a:xfrm>
        </p:grpSpPr>
        <p:sp>
          <p:nvSpPr>
            <p:cNvPr id="515" name="Straight Connector 514"/>
            <p:cNvSpPr/>
            <p:nvPr/>
          </p:nvSpPr>
          <p:spPr>
            <a:xfrm>
              <a:off x="4310900" y="2837372"/>
              <a:ext cx="722919" cy="1904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6" name="Straight Connector 515"/>
            <p:cNvSpPr/>
            <p:nvPr/>
          </p:nvSpPr>
          <p:spPr>
            <a:xfrm>
              <a:off x="4923595" y="2837372"/>
              <a:ext cx="110224" cy="6302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7" name="Straight Connector 516"/>
            <p:cNvSpPr/>
            <p:nvPr/>
          </p:nvSpPr>
          <p:spPr>
            <a:xfrm flipV="1">
              <a:off x="4906852" y="2836840"/>
              <a:ext cx="126967" cy="53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2" name="Group 521"/>
          <p:cNvGrpSpPr/>
          <p:nvPr/>
        </p:nvGrpSpPr>
        <p:grpSpPr>
          <a:xfrm>
            <a:off x="5121858" y="2804512"/>
            <a:ext cx="122642" cy="65720"/>
            <a:chOff x="5121858" y="2804512"/>
            <a:chExt cx="122642" cy="65720"/>
          </a:xfrm>
        </p:grpSpPr>
        <p:sp>
          <p:nvSpPr>
            <p:cNvPr id="519" name="Straight Connector 518"/>
            <p:cNvSpPr/>
            <p:nvPr/>
          </p:nvSpPr>
          <p:spPr>
            <a:xfrm>
              <a:off x="5153625" y="2837372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0" name="Straight Connector 519"/>
            <p:cNvSpPr/>
            <p:nvPr/>
          </p:nvSpPr>
          <p:spPr>
            <a:xfrm>
              <a:off x="5121858" y="2837372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1" name="Straight Connector 520"/>
            <p:cNvSpPr/>
            <p:nvPr/>
          </p:nvSpPr>
          <p:spPr>
            <a:xfrm flipV="1">
              <a:off x="5121858" y="2804512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6" name="Group 525"/>
          <p:cNvGrpSpPr/>
          <p:nvPr/>
        </p:nvGrpSpPr>
        <p:grpSpPr>
          <a:xfrm>
            <a:off x="4489814" y="2899738"/>
            <a:ext cx="122642" cy="65721"/>
            <a:chOff x="4489814" y="2899738"/>
            <a:chExt cx="122642" cy="65721"/>
          </a:xfrm>
        </p:grpSpPr>
        <p:sp>
          <p:nvSpPr>
            <p:cNvPr id="523" name="Straight Connector 522"/>
            <p:cNvSpPr/>
            <p:nvPr/>
          </p:nvSpPr>
          <p:spPr>
            <a:xfrm>
              <a:off x="4521581" y="2932599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4" name="Straight Connector 523"/>
            <p:cNvSpPr/>
            <p:nvPr/>
          </p:nvSpPr>
          <p:spPr>
            <a:xfrm>
              <a:off x="4489814" y="2932599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5" name="Straight Connector 524"/>
            <p:cNvSpPr/>
            <p:nvPr/>
          </p:nvSpPr>
          <p:spPr>
            <a:xfrm flipV="1">
              <a:off x="4489814" y="2899738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30" name="Group 529"/>
          <p:cNvGrpSpPr/>
          <p:nvPr/>
        </p:nvGrpSpPr>
        <p:grpSpPr>
          <a:xfrm>
            <a:off x="4732262" y="2837372"/>
            <a:ext cx="301557" cy="95226"/>
            <a:chOff x="4732262" y="2837372"/>
            <a:chExt cx="301557" cy="95226"/>
          </a:xfrm>
        </p:grpSpPr>
        <p:sp>
          <p:nvSpPr>
            <p:cNvPr id="527" name="Straight Connector 526"/>
            <p:cNvSpPr/>
            <p:nvPr/>
          </p:nvSpPr>
          <p:spPr>
            <a:xfrm>
              <a:off x="4732262" y="2837372"/>
              <a:ext cx="301556" cy="952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8" name="Straight Connector 527"/>
            <p:cNvSpPr/>
            <p:nvPr/>
          </p:nvSpPr>
          <p:spPr>
            <a:xfrm>
              <a:off x="4926764" y="2837372"/>
              <a:ext cx="107054" cy="6826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9" name="Straight Connector 528"/>
            <p:cNvSpPr/>
            <p:nvPr/>
          </p:nvSpPr>
          <p:spPr>
            <a:xfrm>
              <a:off x="4906974" y="2837372"/>
              <a:ext cx="126845" cy="559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34" name="Group 533"/>
          <p:cNvGrpSpPr/>
          <p:nvPr/>
        </p:nvGrpSpPr>
        <p:grpSpPr>
          <a:xfrm>
            <a:off x="5121858" y="2804512"/>
            <a:ext cx="122642" cy="65720"/>
            <a:chOff x="5121858" y="2804512"/>
            <a:chExt cx="122642" cy="65720"/>
          </a:xfrm>
        </p:grpSpPr>
        <p:sp>
          <p:nvSpPr>
            <p:cNvPr id="531" name="Straight Connector 530"/>
            <p:cNvSpPr/>
            <p:nvPr/>
          </p:nvSpPr>
          <p:spPr>
            <a:xfrm>
              <a:off x="5153625" y="2837372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2" name="Straight Connector 531"/>
            <p:cNvSpPr/>
            <p:nvPr/>
          </p:nvSpPr>
          <p:spPr>
            <a:xfrm>
              <a:off x="5121858" y="2837372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3" name="Straight Connector 532"/>
            <p:cNvSpPr/>
            <p:nvPr/>
          </p:nvSpPr>
          <p:spPr>
            <a:xfrm flipV="1">
              <a:off x="5121858" y="2804512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38" name="Group 537"/>
          <p:cNvGrpSpPr/>
          <p:nvPr/>
        </p:nvGrpSpPr>
        <p:grpSpPr>
          <a:xfrm>
            <a:off x="4823138" y="1028073"/>
            <a:ext cx="2121066" cy="1809299"/>
            <a:chOff x="4823138" y="1028073"/>
            <a:chExt cx="2121066" cy="1809299"/>
          </a:xfrm>
        </p:grpSpPr>
        <p:sp>
          <p:nvSpPr>
            <p:cNvPr id="535" name="Straight Connector 534"/>
            <p:cNvSpPr/>
            <p:nvPr/>
          </p:nvSpPr>
          <p:spPr>
            <a:xfrm>
              <a:off x="4823138" y="1028073"/>
              <a:ext cx="2121066" cy="180929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6" name="Straight Connector 535"/>
            <p:cNvSpPr/>
            <p:nvPr/>
          </p:nvSpPr>
          <p:spPr>
            <a:xfrm>
              <a:off x="4823138" y="2732780"/>
              <a:ext cx="71981" cy="10459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7" name="Straight Connector 536"/>
            <p:cNvSpPr/>
            <p:nvPr/>
          </p:nvSpPr>
          <p:spPr>
            <a:xfrm>
              <a:off x="4823138" y="2782781"/>
              <a:ext cx="114633" cy="5459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42" name="Group 541"/>
          <p:cNvGrpSpPr/>
          <p:nvPr/>
        </p:nvGrpSpPr>
        <p:grpSpPr>
          <a:xfrm>
            <a:off x="4911177" y="2804512"/>
            <a:ext cx="122642" cy="65720"/>
            <a:chOff x="4911177" y="2804512"/>
            <a:chExt cx="122642" cy="65720"/>
          </a:xfrm>
        </p:grpSpPr>
        <p:sp>
          <p:nvSpPr>
            <p:cNvPr id="539" name="Straight Connector 538"/>
            <p:cNvSpPr/>
            <p:nvPr/>
          </p:nvSpPr>
          <p:spPr>
            <a:xfrm>
              <a:off x="4942944" y="2837372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0" name="Straight Connector 539"/>
            <p:cNvSpPr/>
            <p:nvPr/>
          </p:nvSpPr>
          <p:spPr>
            <a:xfrm>
              <a:off x="4911177" y="2837372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1" name="Straight Connector 540"/>
            <p:cNvSpPr/>
            <p:nvPr/>
          </p:nvSpPr>
          <p:spPr>
            <a:xfrm flipV="1">
              <a:off x="4911177" y="2804512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46" name="Group 545"/>
          <p:cNvGrpSpPr/>
          <p:nvPr/>
        </p:nvGrpSpPr>
        <p:grpSpPr>
          <a:xfrm>
            <a:off x="5121858" y="2804512"/>
            <a:ext cx="122642" cy="65720"/>
            <a:chOff x="5121858" y="2804512"/>
            <a:chExt cx="122642" cy="65720"/>
          </a:xfrm>
        </p:grpSpPr>
        <p:sp>
          <p:nvSpPr>
            <p:cNvPr id="543" name="Straight Connector 542"/>
            <p:cNvSpPr/>
            <p:nvPr/>
          </p:nvSpPr>
          <p:spPr>
            <a:xfrm>
              <a:off x="5153625" y="2837372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4" name="Straight Connector 543"/>
            <p:cNvSpPr/>
            <p:nvPr/>
          </p:nvSpPr>
          <p:spPr>
            <a:xfrm>
              <a:off x="5121858" y="2837372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5" name="Straight Connector 544"/>
            <p:cNvSpPr/>
            <p:nvPr/>
          </p:nvSpPr>
          <p:spPr>
            <a:xfrm flipV="1">
              <a:off x="5121858" y="2804512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0" name="Group 549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547" name="Straight Connector 546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8" name="Straight Connector 547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9" name="Straight Connector 548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4" name="Group 553"/>
          <p:cNvGrpSpPr/>
          <p:nvPr/>
        </p:nvGrpSpPr>
        <p:grpSpPr>
          <a:xfrm>
            <a:off x="7137318" y="1011889"/>
            <a:ext cx="108443" cy="111411"/>
            <a:chOff x="7137318" y="1011889"/>
            <a:chExt cx="108443" cy="111411"/>
          </a:xfrm>
        </p:grpSpPr>
        <p:sp>
          <p:nvSpPr>
            <p:cNvPr id="551" name="Straight Connector 550"/>
            <p:cNvSpPr/>
            <p:nvPr/>
          </p:nvSpPr>
          <p:spPr>
            <a:xfrm flipV="1">
              <a:off x="7154886" y="1028073"/>
              <a:ext cx="90875" cy="952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2" name="Straight Connector 551"/>
            <p:cNvSpPr/>
            <p:nvPr/>
          </p:nvSpPr>
          <p:spPr>
            <a:xfrm flipV="1">
              <a:off x="7137318" y="1057262"/>
              <a:ext cx="108443" cy="6603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3" name="Straight Connector 552"/>
            <p:cNvSpPr/>
            <p:nvPr/>
          </p:nvSpPr>
          <p:spPr>
            <a:xfrm flipV="1">
              <a:off x="7184863" y="1011889"/>
              <a:ext cx="60897" cy="11141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8" name="Group 557"/>
          <p:cNvGrpSpPr/>
          <p:nvPr/>
        </p:nvGrpSpPr>
        <p:grpSpPr>
          <a:xfrm>
            <a:off x="7347999" y="1028073"/>
            <a:ext cx="108443" cy="111411"/>
            <a:chOff x="7347999" y="1028073"/>
            <a:chExt cx="108443" cy="111411"/>
          </a:xfrm>
        </p:grpSpPr>
        <p:sp>
          <p:nvSpPr>
            <p:cNvPr id="555" name="Straight Connector 554"/>
            <p:cNvSpPr/>
            <p:nvPr/>
          </p:nvSpPr>
          <p:spPr>
            <a:xfrm>
              <a:off x="7365567" y="1028073"/>
              <a:ext cx="90875" cy="952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6" name="Straight Connector 555"/>
            <p:cNvSpPr/>
            <p:nvPr/>
          </p:nvSpPr>
          <p:spPr>
            <a:xfrm>
              <a:off x="7395545" y="1028073"/>
              <a:ext cx="60897" cy="11141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7" name="Straight Connector 556"/>
            <p:cNvSpPr/>
            <p:nvPr/>
          </p:nvSpPr>
          <p:spPr>
            <a:xfrm>
              <a:off x="7347999" y="1028073"/>
              <a:ext cx="108443" cy="6603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62" name="Group 561"/>
          <p:cNvGrpSpPr/>
          <p:nvPr/>
        </p:nvGrpSpPr>
        <p:grpSpPr>
          <a:xfrm>
            <a:off x="7576248" y="1028073"/>
            <a:ext cx="90875" cy="285679"/>
            <a:chOff x="7576248" y="1028073"/>
            <a:chExt cx="90875" cy="285679"/>
          </a:xfrm>
        </p:grpSpPr>
        <p:sp>
          <p:nvSpPr>
            <p:cNvPr id="559" name="Straight Connector 558"/>
            <p:cNvSpPr/>
            <p:nvPr/>
          </p:nvSpPr>
          <p:spPr>
            <a:xfrm flipV="1">
              <a:off x="7576248" y="1028073"/>
              <a:ext cx="90875" cy="2856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0" name="Straight Connector 559"/>
            <p:cNvSpPr/>
            <p:nvPr/>
          </p:nvSpPr>
          <p:spPr>
            <a:xfrm flipV="1">
              <a:off x="7598632" y="1206842"/>
              <a:ext cx="68491" cy="1069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1" name="Straight Connector 560"/>
            <p:cNvSpPr/>
            <p:nvPr/>
          </p:nvSpPr>
          <p:spPr>
            <a:xfrm flipV="1">
              <a:off x="7661261" y="1186919"/>
              <a:ext cx="5862" cy="12683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66" name="Group 565"/>
          <p:cNvGrpSpPr/>
          <p:nvPr/>
        </p:nvGrpSpPr>
        <p:grpSpPr>
          <a:xfrm>
            <a:off x="7786929" y="1028073"/>
            <a:ext cx="90875" cy="285678"/>
            <a:chOff x="7786929" y="1028073"/>
            <a:chExt cx="90875" cy="285678"/>
          </a:xfrm>
        </p:grpSpPr>
        <p:sp>
          <p:nvSpPr>
            <p:cNvPr id="563" name="Straight Connector 562"/>
            <p:cNvSpPr/>
            <p:nvPr/>
          </p:nvSpPr>
          <p:spPr>
            <a:xfrm>
              <a:off x="7786929" y="1028073"/>
              <a:ext cx="90875" cy="2856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4" name="Straight Connector 563"/>
            <p:cNvSpPr/>
            <p:nvPr/>
          </p:nvSpPr>
          <p:spPr>
            <a:xfrm>
              <a:off x="7871942" y="1028073"/>
              <a:ext cx="5862" cy="12683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5" name="Straight Connector 564"/>
            <p:cNvSpPr/>
            <p:nvPr/>
          </p:nvSpPr>
          <p:spPr>
            <a:xfrm>
              <a:off x="7809313" y="1028073"/>
              <a:ext cx="68491" cy="1069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70" name="Group 569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567" name="Straight Connector 566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8" name="Straight Connector 567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9" name="Straight Connector 568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74" name="Group 573"/>
          <p:cNvGrpSpPr/>
          <p:nvPr/>
        </p:nvGrpSpPr>
        <p:grpSpPr>
          <a:xfrm>
            <a:off x="7154886" y="1028073"/>
            <a:ext cx="512237" cy="1714073"/>
            <a:chOff x="7154886" y="1028073"/>
            <a:chExt cx="512237" cy="1714073"/>
          </a:xfrm>
        </p:grpSpPr>
        <p:sp>
          <p:nvSpPr>
            <p:cNvPr id="571" name="Straight Connector 570"/>
            <p:cNvSpPr/>
            <p:nvPr/>
          </p:nvSpPr>
          <p:spPr>
            <a:xfrm flipV="1">
              <a:off x="7154886" y="1028073"/>
              <a:ext cx="512237" cy="171407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2" name="Straight Connector 571"/>
            <p:cNvSpPr/>
            <p:nvPr/>
          </p:nvSpPr>
          <p:spPr>
            <a:xfrm flipV="1">
              <a:off x="7600522" y="2634048"/>
              <a:ext cx="66601" cy="10809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3" name="Straight Connector 572"/>
            <p:cNvSpPr/>
            <p:nvPr/>
          </p:nvSpPr>
          <p:spPr>
            <a:xfrm flipV="1">
              <a:off x="7663492" y="2615230"/>
              <a:ext cx="3631" cy="12691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78" name="Group 577"/>
          <p:cNvGrpSpPr/>
          <p:nvPr/>
        </p:nvGrpSpPr>
        <p:grpSpPr>
          <a:xfrm>
            <a:off x="7786929" y="1028073"/>
            <a:ext cx="117197" cy="1714072"/>
            <a:chOff x="7786929" y="1028073"/>
            <a:chExt cx="117197" cy="1714072"/>
          </a:xfrm>
        </p:grpSpPr>
        <p:sp>
          <p:nvSpPr>
            <p:cNvPr id="575" name="Straight Connector 574"/>
            <p:cNvSpPr/>
            <p:nvPr/>
          </p:nvSpPr>
          <p:spPr>
            <a:xfrm>
              <a:off x="7786929" y="1028073"/>
              <a:ext cx="90875" cy="171407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6" name="Straight Connector 575"/>
            <p:cNvSpPr/>
            <p:nvPr/>
          </p:nvSpPr>
          <p:spPr>
            <a:xfrm flipV="1">
              <a:off x="7877805" y="1028073"/>
              <a:ext cx="26321" cy="1242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7" name="Straight Connector 576"/>
            <p:cNvSpPr/>
            <p:nvPr/>
          </p:nvSpPr>
          <p:spPr>
            <a:xfrm>
              <a:off x="7838497" y="1028073"/>
              <a:ext cx="39307" cy="12073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2" name="Group 581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579" name="Straight Connector 578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0" name="Straight Connector 579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1" name="Straight Connector 580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6" name="Group 585"/>
          <p:cNvGrpSpPr/>
          <p:nvPr/>
        </p:nvGrpSpPr>
        <p:grpSpPr>
          <a:xfrm>
            <a:off x="7154886" y="1028073"/>
            <a:ext cx="108977" cy="761810"/>
            <a:chOff x="7154886" y="1028073"/>
            <a:chExt cx="108977" cy="761810"/>
          </a:xfrm>
        </p:grpSpPr>
        <p:sp>
          <p:nvSpPr>
            <p:cNvPr id="583" name="Straight Connector 582"/>
            <p:cNvSpPr/>
            <p:nvPr/>
          </p:nvSpPr>
          <p:spPr>
            <a:xfrm flipV="1">
              <a:off x="7154886" y="1028073"/>
              <a:ext cx="90875" cy="7618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4" name="Straight Connector 583"/>
            <p:cNvSpPr/>
            <p:nvPr/>
          </p:nvSpPr>
          <p:spPr>
            <a:xfrm flipV="1">
              <a:off x="7198605" y="1671997"/>
              <a:ext cx="47156" cy="11788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5" name="Straight Connector 584"/>
            <p:cNvSpPr/>
            <p:nvPr/>
          </p:nvSpPr>
          <p:spPr>
            <a:xfrm>
              <a:off x="7245761" y="1664212"/>
              <a:ext cx="18102" cy="12567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0" name="Group 589"/>
          <p:cNvGrpSpPr/>
          <p:nvPr/>
        </p:nvGrpSpPr>
        <p:grpSpPr>
          <a:xfrm>
            <a:off x="7365567" y="1123300"/>
            <a:ext cx="106868" cy="666583"/>
            <a:chOff x="7365567" y="1123300"/>
            <a:chExt cx="106868" cy="666583"/>
          </a:xfrm>
        </p:grpSpPr>
        <p:sp>
          <p:nvSpPr>
            <p:cNvPr id="587" name="Straight Connector 586"/>
            <p:cNvSpPr/>
            <p:nvPr/>
          </p:nvSpPr>
          <p:spPr>
            <a:xfrm>
              <a:off x="7365567" y="1123300"/>
              <a:ext cx="90875" cy="66658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8" name="Straight Connector 587"/>
            <p:cNvSpPr/>
            <p:nvPr/>
          </p:nvSpPr>
          <p:spPr>
            <a:xfrm flipV="1">
              <a:off x="7456442" y="1123300"/>
              <a:ext cx="15993" cy="12595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9" name="Straight Connector 588"/>
            <p:cNvSpPr/>
            <p:nvPr/>
          </p:nvSpPr>
          <p:spPr>
            <a:xfrm>
              <a:off x="7407316" y="1123300"/>
              <a:ext cx="49126" cy="11707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4" name="Group 593"/>
          <p:cNvGrpSpPr/>
          <p:nvPr/>
        </p:nvGrpSpPr>
        <p:grpSpPr>
          <a:xfrm>
            <a:off x="7576248" y="1123300"/>
            <a:ext cx="90875" cy="190452"/>
            <a:chOff x="7576248" y="1123300"/>
            <a:chExt cx="90875" cy="190452"/>
          </a:xfrm>
        </p:grpSpPr>
        <p:sp>
          <p:nvSpPr>
            <p:cNvPr id="591" name="Straight Connector 590"/>
            <p:cNvSpPr/>
            <p:nvPr/>
          </p:nvSpPr>
          <p:spPr>
            <a:xfrm flipV="1">
              <a:off x="7576248" y="1123300"/>
              <a:ext cx="90875" cy="1904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2" name="Straight Connector 591"/>
            <p:cNvSpPr/>
            <p:nvPr/>
          </p:nvSpPr>
          <p:spPr>
            <a:xfrm flipV="1">
              <a:off x="7584651" y="1217216"/>
              <a:ext cx="82472" cy="9653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3" name="Straight Connector 592"/>
            <p:cNvSpPr/>
            <p:nvPr/>
          </p:nvSpPr>
          <p:spPr>
            <a:xfrm flipV="1">
              <a:off x="7643966" y="1188914"/>
              <a:ext cx="23157" cy="12483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8" name="Group 597"/>
          <p:cNvGrpSpPr/>
          <p:nvPr/>
        </p:nvGrpSpPr>
        <p:grpSpPr>
          <a:xfrm>
            <a:off x="7786929" y="1028073"/>
            <a:ext cx="90875" cy="285678"/>
            <a:chOff x="7786929" y="1028073"/>
            <a:chExt cx="90875" cy="285678"/>
          </a:xfrm>
        </p:grpSpPr>
        <p:sp>
          <p:nvSpPr>
            <p:cNvPr id="595" name="Straight Connector 594"/>
            <p:cNvSpPr/>
            <p:nvPr/>
          </p:nvSpPr>
          <p:spPr>
            <a:xfrm>
              <a:off x="7786929" y="1028073"/>
              <a:ext cx="90875" cy="2856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6" name="Straight Connector 595"/>
            <p:cNvSpPr/>
            <p:nvPr/>
          </p:nvSpPr>
          <p:spPr>
            <a:xfrm>
              <a:off x="7871942" y="1028073"/>
              <a:ext cx="5862" cy="12683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7" name="Straight Connector 596"/>
            <p:cNvSpPr/>
            <p:nvPr/>
          </p:nvSpPr>
          <p:spPr>
            <a:xfrm>
              <a:off x="7809313" y="1028073"/>
              <a:ext cx="68491" cy="1069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2" name="Group 601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599" name="Straight Connector 598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0" name="Straight Connector 599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1" name="Straight Connector 600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6" name="Group 605"/>
          <p:cNvGrpSpPr/>
          <p:nvPr/>
        </p:nvGrpSpPr>
        <p:grpSpPr>
          <a:xfrm>
            <a:off x="7123119" y="995213"/>
            <a:ext cx="122642" cy="65720"/>
            <a:chOff x="7123119" y="995213"/>
            <a:chExt cx="122642" cy="65720"/>
          </a:xfrm>
        </p:grpSpPr>
        <p:sp>
          <p:nvSpPr>
            <p:cNvPr id="603" name="Straight Connector 602"/>
            <p:cNvSpPr/>
            <p:nvPr/>
          </p:nvSpPr>
          <p:spPr>
            <a:xfrm>
              <a:off x="7154886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4" name="Straight Connector 603"/>
            <p:cNvSpPr/>
            <p:nvPr/>
          </p:nvSpPr>
          <p:spPr>
            <a:xfrm>
              <a:off x="7123119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5" name="Straight Connector 604"/>
            <p:cNvSpPr/>
            <p:nvPr/>
          </p:nvSpPr>
          <p:spPr>
            <a:xfrm flipV="1">
              <a:off x="7123119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10" name="Group 609"/>
          <p:cNvGrpSpPr/>
          <p:nvPr/>
        </p:nvGrpSpPr>
        <p:grpSpPr>
          <a:xfrm>
            <a:off x="7365567" y="1028073"/>
            <a:ext cx="100160" cy="476131"/>
            <a:chOff x="7365567" y="1028073"/>
            <a:chExt cx="100160" cy="476131"/>
          </a:xfrm>
        </p:grpSpPr>
        <p:sp>
          <p:nvSpPr>
            <p:cNvPr id="607" name="Straight Connector 606"/>
            <p:cNvSpPr/>
            <p:nvPr/>
          </p:nvSpPr>
          <p:spPr>
            <a:xfrm flipV="1">
              <a:off x="7365567" y="1028073"/>
              <a:ext cx="90875" cy="47613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8" name="Straight Connector 607"/>
            <p:cNvSpPr/>
            <p:nvPr/>
          </p:nvSpPr>
          <p:spPr>
            <a:xfrm flipV="1">
              <a:off x="7401171" y="1389898"/>
              <a:ext cx="55270" cy="1143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9" name="Straight Connector 608"/>
            <p:cNvSpPr/>
            <p:nvPr/>
          </p:nvSpPr>
          <p:spPr>
            <a:xfrm>
              <a:off x="7456442" y="1377576"/>
              <a:ext cx="9285" cy="12662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14" name="Group 613"/>
          <p:cNvGrpSpPr/>
          <p:nvPr/>
        </p:nvGrpSpPr>
        <p:grpSpPr>
          <a:xfrm>
            <a:off x="7576248" y="1313752"/>
            <a:ext cx="90875" cy="190452"/>
            <a:chOff x="7576248" y="1313752"/>
            <a:chExt cx="90875" cy="190452"/>
          </a:xfrm>
        </p:grpSpPr>
        <p:sp>
          <p:nvSpPr>
            <p:cNvPr id="611" name="Straight Connector 610"/>
            <p:cNvSpPr/>
            <p:nvPr/>
          </p:nvSpPr>
          <p:spPr>
            <a:xfrm>
              <a:off x="7576248" y="1313752"/>
              <a:ext cx="90875" cy="1904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2" name="Straight Connector 611"/>
            <p:cNvSpPr/>
            <p:nvPr/>
          </p:nvSpPr>
          <p:spPr>
            <a:xfrm>
              <a:off x="7643966" y="1313752"/>
              <a:ext cx="23157" cy="12483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3" name="Straight Connector 612"/>
            <p:cNvSpPr/>
            <p:nvPr/>
          </p:nvSpPr>
          <p:spPr>
            <a:xfrm>
              <a:off x="7584651" y="1313752"/>
              <a:ext cx="82472" cy="9653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18" name="Group 617"/>
          <p:cNvGrpSpPr/>
          <p:nvPr/>
        </p:nvGrpSpPr>
        <p:grpSpPr>
          <a:xfrm>
            <a:off x="7786929" y="1028073"/>
            <a:ext cx="90875" cy="285678"/>
            <a:chOff x="7786929" y="1028073"/>
            <a:chExt cx="90875" cy="285678"/>
          </a:xfrm>
        </p:grpSpPr>
        <p:sp>
          <p:nvSpPr>
            <p:cNvPr id="615" name="Straight Connector 614"/>
            <p:cNvSpPr/>
            <p:nvPr/>
          </p:nvSpPr>
          <p:spPr>
            <a:xfrm>
              <a:off x="7786929" y="1028073"/>
              <a:ext cx="90875" cy="2856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6" name="Straight Connector 615"/>
            <p:cNvSpPr/>
            <p:nvPr/>
          </p:nvSpPr>
          <p:spPr>
            <a:xfrm>
              <a:off x="7871942" y="1028073"/>
              <a:ext cx="5862" cy="12683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7" name="Straight Connector 616"/>
            <p:cNvSpPr/>
            <p:nvPr/>
          </p:nvSpPr>
          <p:spPr>
            <a:xfrm>
              <a:off x="7809313" y="1028073"/>
              <a:ext cx="68491" cy="1069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22" name="Group 621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619" name="Straight Connector 618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0" name="Straight Connector 619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1" name="Straight Connector 620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26" name="Group 625"/>
          <p:cNvGrpSpPr/>
          <p:nvPr/>
        </p:nvGrpSpPr>
        <p:grpSpPr>
          <a:xfrm>
            <a:off x="7123119" y="995213"/>
            <a:ext cx="122642" cy="65720"/>
            <a:chOff x="7123119" y="995213"/>
            <a:chExt cx="122642" cy="65720"/>
          </a:xfrm>
        </p:grpSpPr>
        <p:sp>
          <p:nvSpPr>
            <p:cNvPr id="623" name="Straight Connector 622"/>
            <p:cNvSpPr/>
            <p:nvPr/>
          </p:nvSpPr>
          <p:spPr>
            <a:xfrm>
              <a:off x="7154886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4" name="Straight Connector 623"/>
            <p:cNvSpPr/>
            <p:nvPr/>
          </p:nvSpPr>
          <p:spPr>
            <a:xfrm>
              <a:off x="7123119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5" name="Straight Connector 624"/>
            <p:cNvSpPr/>
            <p:nvPr/>
          </p:nvSpPr>
          <p:spPr>
            <a:xfrm flipV="1">
              <a:off x="7123119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30" name="Group 629"/>
          <p:cNvGrpSpPr/>
          <p:nvPr/>
        </p:nvGrpSpPr>
        <p:grpSpPr>
          <a:xfrm>
            <a:off x="7347999" y="1011889"/>
            <a:ext cx="108443" cy="111411"/>
            <a:chOff x="7347999" y="1011889"/>
            <a:chExt cx="108443" cy="111411"/>
          </a:xfrm>
        </p:grpSpPr>
        <p:sp>
          <p:nvSpPr>
            <p:cNvPr id="627" name="Straight Connector 626"/>
            <p:cNvSpPr/>
            <p:nvPr/>
          </p:nvSpPr>
          <p:spPr>
            <a:xfrm flipV="1">
              <a:off x="7365567" y="1028073"/>
              <a:ext cx="90875" cy="952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8" name="Straight Connector 627"/>
            <p:cNvSpPr/>
            <p:nvPr/>
          </p:nvSpPr>
          <p:spPr>
            <a:xfrm flipV="1">
              <a:off x="7347999" y="1057262"/>
              <a:ext cx="108443" cy="6603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9" name="Straight Connector 628"/>
            <p:cNvSpPr/>
            <p:nvPr/>
          </p:nvSpPr>
          <p:spPr>
            <a:xfrm flipV="1">
              <a:off x="7395545" y="1011889"/>
              <a:ext cx="60897" cy="11141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34" name="Group 633"/>
          <p:cNvGrpSpPr/>
          <p:nvPr/>
        </p:nvGrpSpPr>
        <p:grpSpPr>
          <a:xfrm>
            <a:off x="7576248" y="1123300"/>
            <a:ext cx="196216" cy="571357"/>
            <a:chOff x="7576248" y="1123300"/>
            <a:chExt cx="196216" cy="571357"/>
          </a:xfrm>
        </p:grpSpPr>
        <p:sp>
          <p:nvSpPr>
            <p:cNvPr id="631" name="Straight Connector 630"/>
            <p:cNvSpPr/>
            <p:nvPr/>
          </p:nvSpPr>
          <p:spPr>
            <a:xfrm flipV="1">
              <a:off x="7576248" y="1123300"/>
              <a:ext cx="196216" cy="57135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2" name="Straight Connector 631"/>
            <p:cNvSpPr/>
            <p:nvPr/>
          </p:nvSpPr>
          <p:spPr>
            <a:xfrm flipV="1">
              <a:off x="7701551" y="1589338"/>
              <a:ext cx="70913" cy="10531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3" name="Straight Connector 632"/>
            <p:cNvSpPr/>
            <p:nvPr/>
          </p:nvSpPr>
          <p:spPr>
            <a:xfrm flipV="1">
              <a:off x="7763709" y="1567991"/>
              <a:ext cx="8755" cy="12666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38" name="Group 637"/>
          <p:cNvGrpSpPr/>
          <p:nvPr/>
        </p:nvGrpSpPr>
        <p:grpSpPr>
          <a:xfrm>
            <a:off x="7838893" y="1028073"/>
            <a:ext cx="65641" cy="666583"/>
            <a:chOff x="7838893" y="1028073"/>
            <a:chExt cx="65641" cy="666583"/>
          </a:xfrm>
        </p:grpSpPr>
        <p:sp>
          <p:nvSpPr>
            <p:cNvPr id="635" name="Straight Connector 634"/>
            <p:cNvSpPr/>
            <p:nvPr/>
          </p:nvSpPr>
          <p:spPr>
            <a:xfrm>
              <a:off x="7844657" y="1028073"/>
              <a:ext cx="33148" cy="66658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6" name="Straight Connector 635"/>
            <p:cNvSpPr/>
            <p:nvPr/>
          </p:nvSpPr>
          <p:spPr>
            <a:xfrm flipV="1">
              <a:off x="7877805" y="1028073"/>
              <a:ext cx="26729" cy="12412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7" name="Straight Connector 636"/>
            <p:cNvSpPr/>
            <p:nvPr/>
          </p:nvSpPr>
          <p:spPr>
            <a:xfrm>
              <a:off x="7838893" y="1028073"/>
              <a:ext cx="38911" cy="12085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42" name="Group 641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639" name="Straight Connector 638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0" name="Straight Connector 639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1" name="Straight Connector 640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46" name="Group 645"/>
          <p:cNvGrpSpPr/>
          <p:nvPr/>
        </p:nvGrpSpPr>
        <p:grpSpPr>
          <a:xfrm>
            <a:off x="7137318" y="1011889"/>
            <a:ext cx="108443" cy="111411"/>
            <a:chOff x="7137318" y="1011889"/>
            <a:chExt cx="108443" cy="111411"/>
          </a:xfrm>
        </p:grpSpPr>
        <p:sp>
          <p:nvSpPr>
            <p:cNvPr id="643" name="Straight Connector 642"/>
            <p:cNvSpPr/>
            <p:nvPr/>
          </p:nvSpPr>
          <p:spPr>
            <a:xfrm flipV="1">
              <a:off x="7154886" y="1028073"/>
              <a:ext cx="90875" cy="952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4" name="Straight Connector 643"/>
            <p:cNvSpPr/>
            <p:nvPr/>
          </p:nvSpPr>
          <p:spPr>
            <a:xfrm flipV="1">
              <a:off x="7137318" y="1057262"/>
              <a:ext cx="108443" cy="6603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5" name="Straight Connector 644"/>
            <p:cNvSpPr/>
            <p:nvPr/>
          </p:nvSpPr>
          <p:spPr>
            <a:xfrm flipV="1">
              <a:off x="7184863" y="1011889"/>
              <a:ext cx="60897" cy="11141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0" name="Group 649"/>
          <p:cNvGrpSpPr/>
          <p:nvPr/>
        </p:nvGrpSpPr>
        <p:grpSpPr>
          <a:xfrm>
            <a:off x="7333800" y="1090439"/>
            <a:ext cx="122642" cy="65721"/>
            <a:chOff x="7333800" y="1090439"/>
            <a:chExt cx="122642" cy="65721"/>
          </a:xfrm>
        </p:grpSpPr>
        <p:sp>
          <p:nvSpPr>
            <p:cNvPr id="647" name="Straight Connector 646"/>
            <p:cNvSpPr/>
            <p:nvPr/>
          </p:nvSpPr>
          <p:spPr>
            <a:xfrm>
              <a:off x="7365567" y="1123300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8" name="Straight Connector 647"/>
            <p:cNvSpPr/>
            <p:nvPr/>
          </p:nvSpPr>
          <p:spPr>
            <a:xfrm>
              <a:off x="7333800" y="1123300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9" name="Straight Connector 648"/>
            <p:cNvSpPr/>
            <p:nvPr/>
          </p:nvSpPr>
          <p:spPr>
            <a:xfrm flipV="1">
              <a:off x="7333800" y="1090439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4" name="Group 653"/>
          <p:cNvGrpSpPr/>
          <p:nvPr/>
        </p:nvGrpSpPr>
        <p:grpSpPr>
          <a:xfrm>
            <a:off x="7576248" y="1123300"/>
            <a:ext cx="196216" cy="571357"/>
            <a:chOff x="7576248" y="1123300"/>
            <a:chExt cx="196216" cy="571357"/>
          </a:xfrm>
        </p:grpSpPr>
        <p:sp>
          <p:nvSpPr>
            <p:cNvPr id="651" name="Straight Connector 650"/>
            <p:cNvSpPr/>
            <p:nvPr/>
          </p:nvSpPr>
          <p:spPr>
            <a:xfrm flipV="1">
              <a:off x="7576248" y="1123300"/>
              <a:ext cx="196216" cy="57135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2" name="Straight Connector 651"/>
            <p:cNvSpPr/>
            <p:nvPr/>
          </p:nvSpPr>
          <p:spPr>
            <a:xfrm flipV="1">
              <a:off x="7701551" y="1589338"/>
              <a:ext cx="70913" cy="10531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3" name="Straight Connector 652"/>
            <p:cNvSpPr/>
            <p:nvPr/>
          </p:nvSpPr>
          <p:spPr>
            <a:xfrm flipV="1">
              <a:off x="7763709" y="1567991"/>
              <a:ext cx="8755" cy="12666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8" name="Group 657"/>
          <p:cNvGrpSpPr/>
          <p:nvPr/>
        </p:nvGrpSpPr>
        <p:grpSpPr>
          <a:xfrm>
            <a:off x="7838893" y="1028073"/>
            <a:ext cx="65641" cy="666583"/>
            <a:chOff x="7838893" y="1028073"/>
            <a:chExt cx="65641" cy="666583"/>
          </a:xfrm>
        </p:grpSpPr>
        <p:sp>
          <p:nvSpPr>
            <p:cNvPr id="655" name="Straight Connector 654"/>
            <p:cNvSpPr/>
            <p:nvPr/>
          </p:nvSpPr>
          <p:spPr>
            <a:xfrm>
              <a:off x="7844657" y="1028073"/>
              <a:ext cx="33148" cy="66658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6" name="Straight Connector 655"/>
            <p:cNvSpPr/>
            <p:nvPr/>
          </p:nvSpPr>
          <p:spPr>
            <a:xfrm flipV="1">
              <a:off x="7877805" y="1028073"/>
              <a:ext cx="26729" cy="12412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7" name="Straight Connector 656"/>
            <p:cNvSpPr/>
            <p:nvPr/>
          </p:nvSpPr>
          <p:spPr>
            <a:xfrm>
              <a:off x="7838893" y="1028073"/>
              <a:ext cx="38911" cy="12085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62" name="Group 661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659" name="Straight Connector 658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0" name="Straight Connector 659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1" name="Straight Connector 660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66" name="Group 665"/>
          <p:cNvGrpSpPr/>
          <p:nvPr/>
        </p:nvGrpSpPr>
        <p:grpSpPr>
          <a:xfrm>
            <a:off x="7123119" y="995213"/>
            <a:ext cx="122642" cy="65720"/>
            <a:chOff x="7123119" y="995213"/>
            <a:chExt cx="122642" cy="65720"/>
          </a:xfrm>
        </p:grpSpPr>
        <p:sp>
          <p:nvSpPr>
            <p:cNvPr id="663" name="Straight Connector 662"/>
            <p:cNvSpPr/>
            <p:nvPr/>
          </p:nvSpPr>
          <p:spPr>
            <a:xfrm>
              <a:off x="7154886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4" name="Straight Connector 663"/>
            <p:cNvSpPr/>
            <p:nvPr/>
          </p:nvSpPr>
          <p:spPr>
            <a:xfrm>
              <a:off x="7123119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5" name="Straight Connector 664"/>
            <p:cNvSpPr/>
            <p:nvPr/>
          </p:nvSpPr>
          <p:spPr>
            <a:xfrm flipV="1">
              <a:off x="7123119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70" name="Group 669"/>
          <p:cNvGrpSpPr/>
          <p:nvPr/>
        </p:nvGrpSpPr>
        <p:grpSpPr>
          <a:xfrm>
            <a:off x="7333800" y="995213"/>
            <a:ext cx="122642" cy="65720"/>
            <a:chOff x="7333800" y="995213"/>
            <a:chExt cx="122642" cy="65720"/>
          </a:xfrm>
        </p:grpSpPr>
        <p:sp>
          <p:nvSpPr>
            <p:cNvPr id="667" name="Straight Connector 666"/>
            <p:cNvSpPr/>
            <p:nvPr/>
          </p:nvSpPr>
          <p:spPr>
            <a:xfrm>
              <a:off x="7365567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8" name="Straight Connector 667"/>
            <p:cNvSpPr/>
            <p:nvPr/>
          </p:nvSpPr>
          <p:spPr>
            <a:xfrm>
              <a:off x="7333800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9" name="Straight Connector 668"/>
            <p:cNvSpPr/>
            <p:nvPr/>
          </p:nvSpPr>
          <p:spPr>
            <a:xfrm flipV="1">
              <a:off x="7333800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74" name="Group 673"/>
          <p:cNvGrpSpPr/>
          <p:nvPr/>
        </p:nvGrpSpPr>
        <p:grpSpPr>
          <a:xfrm>
            <a:off x="7576248" y="1028073"/>
            <a:ext cx="196216" cy="666584"/>
            <a:chOff x="7576248" y="1028073"/>
            <a:chExt cx="196216" cy="666584"/>
          </a:xfrm>
        </p:grpSpPr>
        <p:sp>
          <p:nvSpPr>
            <p:cNvPr id="671" name="Straight Connector 670"/>
            <p:cNvSpPr/>
            <p:nvPr/>
          </p:nvSpPr>
          <p:spPr>
            <a:xfrm flipV="1">
              <a:off x="7576248" y="1028073"/>
              <a:ext cx="196216" cy="66658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2" name="Straight Connector 671"/>
            <p:cNvSpPr/>
            <p:nvPr/>
          </p:nvSpPr>
          <p:spPr>
            <a:xfrm flipV="1">
              <a:off x="7706309" y="1586286"/>
              <a:ext cx="66155" cy="10837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3" name="Straight Connector 672"/>
            <p:cNvSpPr/>
            <p:nvPr/>
          </p:nvSpPr>
          <p:spPr>
            <a:xfrm flipV="1">
              <a:off x="7769356" y="1567727"/>
              <a:ext cx="3108" cy="12693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78" name="Group 677"/>
          <p:cNvGrpSpPr/>
          <p:nvPr/>
        </p:nvGrpSpPr>
        <p:grpSpPr>
          <a:xfrm>
            <a:off x="7838893" y="1028073"/>
            <a:ext cx="65641" cy="666583"/>
            <a:chOff x="7838893" y="1028073"/>
            <a:chExt cx="65641" cy="666583"/>
          </a:xfrm>
        </p:grpSpPr>
        <p:sp>
          <p:nvSpPr>
            <p:cNvPr id="675" name="Straight Connector 674"/>
            <p:cNvSpPr/>
            <p:nvPr/>
          </p:nvSpPr>
          <p:spPr>
            <a:xfrm>
              <a:off x="7844657" y="1028073"/>
              <a:ext cx="33148" cy="66658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6" name="Straight Connector 675"/>
            <p:cNvSpPr/>
            <p:nvPr/>
          </p:nvSpPr>
          <p:spPr>
            <a:xfrm flipV="1">
              <a:off x="7877805" y="1028073"/>
              <a:ext cx="26729" cy="12412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7" name="Straight Connector 676"/>
            <p:cNvSpPr/>
            <p:nvPr/>
          </p:nvSpPr>
          <p:spPr>
            <a:xfrm>
              <a:off x="7838893" y="1028073"/>
              <a:ext cx="38911" cy="12085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82" name="Group 681"/>
          <p:cNvGrpSpPr/>
          <p:nvPr/>
        </p:nvGrpSpPr>
        <p:grpSpPr>
          <a:xfrm>
            <a:off x="6944204" y="1028073"/>
            <a:ext cx="116811" cy="1618847"/>
            <a:chOff x="6944204" y="1028073"/>
            <a:chExt cx="116811" cy="1618847"/>
          </a:xfrm>
        </p:grpSpPr>
        <p:sp>
          <p:nvSpPr>
            <p:cNvPr id="679" name="Straight Connector 678"/>
            <p:cNvSpPr/>
            <p:nvPr/>
          </p:nvSpPr>
          <p:spPr>
            <a:xfrm flipV="1">
              <a:off x="6944204" y="1028073"/>
              <a:ext cx="90875" cy="161884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0" name="Straight Connector 679"/>
            <p:cNvSpPr/>
            <p:nvPr/>
          </p:nvSpPr>
          <p:spPr>
            <a:xfrm flipV="1">
              <a:off x="6995397" y="2526312"/>
              <a:ext cx="39683" cy="12060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1" name="Straight Connector 680"/>
            <p:cNvSpPr/>
            <p:nvPr/>
          </p:nvSpPr>
          <p:spPr>
            <a:xfrm>
              <a:off x="7035080" y="2522629"/>
              <a:ext cx="25935" cy="12429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86" name="Group 685"/>
          <p:cNvGrpSpPr/>
          <p:nvPr/>
        </p:nvGrpSpPr>
        <p:grpSpPr>
          <a:xfrm>
            <a:off x="7154886" y="2170789"/>
            <a:ext cx="100160" cy="476131"/>
            <a:chOff x="7154886" y="2170789"/>
            <a:chExt cx="100160" cy="476131"/>
          </a:xfrm>
        </p:grpSpPr>
        <p:sp>
          <p:nvSpPr>
            <p:cNvPr id="683" name="Straight Connector 682"/>
            <p:cNvSpPr/>
            <p:nvPr/>
          </p:nvSpPr>
          <p:spPr>
            <a:xfrm>
              <a:off x="7154886" y="2170789"/>
              <a:ext cx="90875" cy="47613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4" name="Straight Connector 683"/>
            <p:cNvSpPr/>
            <p:nvPr/>
          </p:nvSpPr>
          <p:spPr>
            <a:xfrm flipV="1">
              <a:off x="7245761" y="2170789"/>
              <a:ext cx="9285" cy="12662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5" name="Straight Connector 684"/>
            <p:cNvSpPr/>
            <p:nvPr/>
          </p:nvSpPr>
          <p:spPr>
            <a:xfrm>
              <a:off x="7190490" y="2170789"/>
              <a:ext cx="55270" cy="1143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90" name="Group 689"/>
          <p:cNvGrpSpPr/>
          <p:nvPr/>
        </p:nvGrpSpPr>
        <p:grpSpPr>
          <a:xfrm>
            <a:off x="7365567" y="1123300"/>
            <a:ext cx="113012" cy="1047488"/>
            <a:chOff x="7365567" y="1123300"/>
            <a:chExt cx="113012" cy="1047488"/>
          </a:xfrm>
        </p:grpSpPr>
        <p:sp>
          <p:nvSpPr>
            <p:cNvPr id="687" name="Straight Connector 686"/>
            <p:cNvSpPr/>
            <p:nvPr/>
          </p:nvSpPr>
          <p:spPr>
            <a:xfrm>
              <a:off x="7365567" y="1123300"/>
              <a:ext cx="90875" cy="104748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8" name="Straight Connector 687"/>
            <p:cNvSpPr/>
            <p:nvPr/>
          </p:nvSpPr>
          <p:spPr>
            <a:xfrm flipV="1">
              <a:off x="7456442" y="1123300"/>
              <a:ext cx="22137" cy="12502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9" name="Straight Connector 688"/>
            <p:cNvSpPr/>
            <p:nvPr/>
          </p:nvSpPr>
          <p:spPr>
            <a:xfrm>
              <a:off x="7413104" y="1123300"/>
              <a:ext cx="43337" cy="11934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94" name="Group 693"/>
          <p:cNvGrpSpPr/>
          <p:nvPr/>
        </p:nvGrpSpPr>
        <p:grpSpPr>
          <a:xfrm>
            <a:off x="7576248" y="1123300"/>
            <a:ext cx="90875" cy="190452"/>
            <a:chOff x="7576248" y="1123300"/>
            <a:chExt cx="90875" cy="190452"/>
          </a:xfrm>
        </p:grpSpPr>
        <p:sp>
          <p:nvSpPr>
            <p:cNvPr id="691" name="Straight Connector 690"/>
            <p:cNvSpPr/>
            <p:nvPr/>
          </p:nvSpPr>
          <p:spPr>
            <a:xfrm flipV="1">
              <a:off x="7576248" y="1123300"/>
              <a:ext cx="90875" cy="1904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2" name="Straight Connector 691"/>
            <p:cNvSpPr/>
            <p:nvPr/>
          </p:nvSpPr>
          <p:spPr>
            <a:xfrm flipV="1">
              <a:off x="7584651" y="1217216"/>
              <a:ext cx="82472" cy="9653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3" name="Straight Connector 692"/>
            <p:cNvSpPr/>
            <p:nvPr/>
          </p:nvSpPr>
          <p:spPr>
            <a:xfrm flipV="1">
              <a:off x="7643966" y="1188914"/>
              <a:ext cx="23157" cy="12483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98" name="Group 697"/>
          <p:cNvGrpSpPr/>
          <p:nvPr/>
        </p:nvGrpSpPr>
        <p:grpSpPr>
          <a:xfrm>
            <a:off x="7786929" y="1028073"/>
            <a:ext cx="90875" cy="285678"/>
            <a:chOff x="7786929" y="1028073"/>
            <a:chExt cx="90875" cy="285678"/>
          </a:xfrm>
        </p:grpSpPr>
        <p:sp>
          <p:nvSpPr>
            <p:cNvPr id="695" name="Straight Connector 694"/>
            <p:cNvSpPr/>
            <p:nvPr/>
          </p:nvSpPr>
          <p:spPr>
            <a:xfrm>
              <a:off x="7786929" y="1028073"/>
              <a:ext cx="90875" cy="2856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6" name="Straight Connector 695"/>
            <p:cNvSpPr/>
            <p:nvPr/>
          </p:nvSpPr>
          <p:spPr>
            <a:xfrm>
              <a:off x="7871942" y="1028073"/>
              <a:ext cx="5862" cy="12683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7" name="Straight Connector 696"/>
            <p:cNvSpPr/>
            <p:nvPr/>
          </p:nvSpPr>
          <p:spPr>
            <a:xfrm>
              <a:off x="7809313" y="1028073"/>
              <a:ext cx="68491" cy="1069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02" name="Group 701"/>
          <p:cNvGrpSpPr/>
          <p:nvPr/>
        </p:nvGrpSpPr>
        <p:grpSpPr>
          <a:xfrm>
            <a:off x="6944204" y="1028073"/>
            <a:ext cx="116376" cy="1523620"/>
            <a:chOff x="6944204" y="1028073"/>
            <a:chExt cx="116376" cy="1523620"/>
          </a:xfrm>
        </p:grpSpPr>
        <p:sp>
          <p:nvSpPr>
            <p:cNvPr id="699" name="Straight Connector 698"/>
            <p:cNvSpPr/>
            <p:nvPr/>
          </p:nvSpPr>
          <p:spPr>
            <a:xfrm flipV="1">
              <a:off x="6944204" y="1028073"/>
              <a:ext cx="90875" cy="152362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0" name="Straight Connector 699"/>
            <p:cNvSpPr/>
            <p:nvPr/>
          </p:nvSpPr>
          <p:spPr>
            <a:xfrm flipV="1">
              <a:off x="6994975" y="2431225"/>
              <a:ext cx="40104" cy="12046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1" name="Straight Connector 700"/>
            <p:cNvSpPr/>
            <p:nvPr/>
          </p:nvSpPr>
          <p:spPr>
            <a:xfrm>
              <a:off x="7035080" y="2427312"/>
              <a:ext cx="25500" cy="12438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06" name="Group 705"/>
          <p:cNvGrpSpPr/>
          <p:nvPr/>
        </p:nvGrpSpPr>
        <p:grpSpPr>
          <a:xfrm>
            <a:off x="7154886" y="2170789"/>
            <a:ext cx="94377" cy="380905"/>
            <a:chOff x="7154886" y="2170789"/>
            <a:chExt cx="94377" cy="380905"/>
          </a:xfrm>
        </p:grpSpPr>
        <p:sp>
          <p:nvSpPr>
            <p:cNvPr id="703" name="Straight Connector 702"/>
            <p:cNvSpPr/>
            <p:nvPr/>
          </p:nvSpPr>
          <p:spPr>
            <a:xfrm>
              <a:off x="7154886" y="2170789"/>
              <a:ext cx="90875" cy="38090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4" name="Straight Connector 703"/>
            <p:cNvSpPr/>
            <p:nvPr/>
          </p:nvSpPr>
          <p:spPr>
            <a:xfrm flipV="1">
              <a:off x="7245761" y="2170789"/>
              <a:ext cx="3502" cy="12692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5" name="Straight Connector 704"/>
            <p:cNvSpPr/>
            <p:nvPr/>
          </p:nvSpPr>
          <p:spPr>
            <a:xfrm>
              <a:off x="7185336" y="2170789"/>
              <a:ext cx="60424" cy="11166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10" name="Group 709"/>
          <p:cNvGrpSpPr/>
          <p:nvPr/>
        </p:nvGrpSpPr>
        <p:grpSpPr>
          <a:xfrm>
            <a:off x="7365567" y="1123300"/>
            <a:ext cx="113012" cy="1047488"/>
            <a:chOff x="7365567" y="1123300"/>
            <a:chExt cx="113012" cy="1047488"/>
          </a:xfrm>
        </p:grpSpPr>
        <p:sp>
          <p:nvSpPr>
            <p:cNvPr id="707" name="Straight Connector 706"/>
            <p:cNvSpPr/>
            <p:nvPr/>
          </p:nvSpPr>
          <p:spPr>
            <a:xfrm>
              <a:off x="7365567" y="1123300"/>
              <a:ext cx="90875" cy="104748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8" name="Straight Connector 707"/>
            <p:cNvSpPr/>
            <p:nvPr/>
          </p:nvSpPr>
          <p:spPr>
            <a:xfrm flipV="1">
              <a:off x="7456442" y="1123300"/>
              <a:ext cx="22137" cy="12502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9" name="Straight Connector 708"/>
            <p:cNvSpPr/>
            <p:nvPr/>
          </p:nvSpPr>
          <p:spPr>
            <a:xfrm>
              <a:off x="7413104" y="1123300"/>
              <a:ext cx="43337" cy="11934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14" name="Group 713"/>
          <p:cNvGrpSpPr/>
          <p:nvPr/>
        </p:nvGrpSpPr>
        <p:grpSpPr>
          <a:xfrm>
            <a:off x="7576248" y="1123300"/>
            <a:ext cx="90875" cy="190452"/>
            <a:chOff x="7576248" y="1123300"/>
            <a:chExt cx="90875" cy="190452"/>
          </a:xfrm>
        </p:grpSpPr>
        <p:sp>
          <p:nvSpPr>
            <p:cNvPr id="711" name="Straight Connector 710"/>
            <p:cNvSpPr/>
            <p:nvPr/>
          </p:nvSpPr>
          <p:spPr>
            <a:xfrm flipV="1">
              <a:off x="7576248" y="1123300"/>
              <a:ext cx="90875" cy="1904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2" name="Straight Connector 711"/>
            <p:cNvSpPr/>
            <p:nvPr/>
          </p:nvSpPr>
          <p:spPr>
            <a:xfrm flipV="1">
              <a:off x="7584651" y="1217216"/>
              <a:ext cx="82472" cy="9653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3" name="Straight Connector 712"/>
            <p:cNvSpPr/>
            <p:nvPr/>
          </p:nvSpPr>
          <p:spPr>
            <a:xfrm flipV="1">
              <a:off x="7643966" y="1188914"/>
              <a:ext cx="23157" cy="12483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18" name="Group 717"/>
          <p:cNvGrpSpPr/>
          <p:nvPr/>
        </p:nvGrpSpPr>
        <p:grpSpPr>
          <a:xfrm>
            <a:off x="7786929" y="1028073"/>
            <a:ext cx="90875" cy="285678"/>
            <a:chOff x="7786929" y="1028073"/>
            <a:chExt cx="90875" cy="285678"/>
          </a:xfrm>
        </p:grpSpPr>
        <p:sp>
          <p:nvSpPr>
            <p:cNvPr id="715" name="Straight Connector 714"/>
            <p:cNvSpPr/>
            <p:nvPr/>
          </p:nvSpPr>
          <p:spPr>
            <a:xfrm>
              <a:off x="7786929" y="1028073"/>
              <a:ext cx="90875" cy="2856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6" name="Straight Connector 715"/>
            <p:cNvSpPr/>
            <p:nvPr/>
          </p:nvSpPr>
          <p:spPr>
            <a:xfrm>
              <a:off x="7871942" y="1028073"/>
              <a:ext cx="5862" cy="12683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7" name="Straight Connector 716"/>
            <p:cNvSpPr/>
            <p:nvPr/>
          </p:nvSpPr>
          <p:spPr>
            <a:xfrm>
              <a:off x="7809313" y="1028073"/>
              <a:ext cx="68491" cy="1069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2" name="Group 721"/>
          <p:cNvGrpSpPr/>
          <p:nvPr/>
        </p:nvGrpSpPr>
        <p:grpSpPr>
          <a:xfrm>
            <a:off x="6944204" y="1028073"/>
            <a:ext cx="115883" cy="1428394"/>
            <a:chOff x="6944204" y="1028073"/>
            <a:chExt cx="115883" cy="1428394"/>
          </a:xfrm>
        </p:grpSpPr>
        <p:sp>
          <p:nvSpPr>
            <p:cNvPr id="719" name="Straight Connector 718"/>
            <p:cNvSpPr/>
            <p:nvPr/>
          </p:nvSpPr>
          <p:spPr>
            <a:xfrm flipV="1">
              <a:off x="6944204" y="1028073"/>
              <a:ext cx="90875" cy="142839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0" name="Straight Connector 719"/>
            <p:cNvSpPr/>
            <p:nvPr/>
          </p:nvSpPr>
          <p:spPr>
            <a:xfrm flipV="1">
              <a:off x="6994499" y="2336159"/>
              <a:ext cx="40581" cy="12030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1" name="Straight Connector 720"/>
            <p:cNvSpPr/>
            <p:nvPr/>
          </p:nvSpPr>
          <p:spPr>
            <a:xfrm>
              <a:off x="7035080" y="2331986"/>
              <a:ext cx="25007" cy="12448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6" name="Group 725"/>
          <p:cNvGrpSpPr/>
          <p:nvPr/>
        </p:nvGrpSpPr>
        <p:grpSpPr>
          <a:xfrm>
            <a:off x="7154886" y="2170789"/>
            <a:ext cx="90875" cy="285678"/>
            <a:chOff x="7154886" y="2170789"/>
            <a:chExt cx="90875" cy="285678"/>
          </a:xfrm>
        </p:grpSpPr>
        <p:sp>
          <p:nvSpPr>
            <p:cNvPr id="723" name="Straight Connector 722"/>
            <p:cNvSpPr/>
            <p:nvPr/>
          </p:nvSpPr>
          <p:spPr>
            <a:xfrm>
              <a:off x="7154886" y="2170789"/>
              <a:ext cx="90875" cy="2856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4" name="Straight Connector 723"/>
            <p:cNvSpPr/>
            <p:nvPr/>
          </p:nvSpPr>
          <p:spPr>
            <a:xfrm>
              <a:off x="7239899" y="2170789"/>
              <a:ext cx="5862" cy="12683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5" name="Straight Connector 724"/>
            <p:cNvSpPr/>
            <p:nvPr/>
          </p:nvSpPr>
          <p:spPr>
            <a:xfrm>
              <a:off x="7177269" y="2170789"/>
              <a:ext cx="68491" cy="1069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30" name="Group 729"/>
          <p:cNvGrpSpPr/>
          <p:nvPr/>
        </p:nvGrpSpPr>
        <p:grpSpPr>
          <a:xfrm>
            <a:off x="7365567" y="1123300"/>
            <a:ext cx="113012" cy="1047488"/>
            <a:chOff x="7365567" y="1123300"/>
            <a:chExt cx="113012" cy="1047488"/>
          </a:xfrm>
        </p:grpSpPr>
        <p:sp>
          <p:nvSpPr>
            <p:cNvPr id="727" name="Straight Connector 726"/>
            <p:cNvSpPr/>
            <p:nvPr/>
          </p:nvSpPr>
          <p:spPr>
            <a:xfrm>
              <a:off x="7365567" y="1123300"/>
              <a:ext cx="90875" cy="104748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8" name="Straight Connector 727"/>
            <p:cNvSpPr/>
            <p:nvPr/>
          </p:nvSpPr>
          <p:spPr>
            <a:xfrm flipV="1">
              <a:off x="7456442" y="1123300"/>
              <a:ext cx="22137" cy="12502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9" name="Straight Connector 728"/>
            <p:cNvSpPr/>
            <p:nvPr/>
          </p:nvSpPr>
          <p:spPr>
            <a:xfrm>
              <a:off x="7413104" y="1123300"/>
              <a:ext cx="43337" cy="11934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34" name="Group 733"/>
          <p:cNvGrpSpPr/>
          <p:nvPr/>
        </p:nvGrpSpPr>
        <p:grpSpPr>
          <a:xfrm>
            <a:off x="7576248" y="1123300"/>
            <a:ext cx="90875" cy="190452"/>
            <a:chOff x="7576248" y="1123300"/>
            <a:chExt cx="90875" cy="190452"/>
          </a:xfrm>
        </p:grpSpPr>
        <p:sp>
          <p:nvSpPr>
            <p:cNvPr id="731" name="Straight Connector 730"/>
            <p:cNvSpPr/>
            <p:nvPr/>
          </p:nvSpPr>
          <p:spPr>
            <a:xfrm flipV="1">
              <a:off x="7576248" y="1123300"/>
              <a:ext cx="90875" cy="1904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2" name="Straight Connector 731"/>
            <p:cNvSpPr/>
            <p:nvPr/>
          </p:nvSpPr>
          <p:spPr>
            <a:xfrm flipV="1">
              <a:off x="7584651" y="1217216"/>
              <a:ext cx="82472" cy="9653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3" name="Straight Connector 732"/>
            <p:cNvSpPr/>
            <p:nvPr/>
          </p:nvSpPr>
          <p:spPr>
            <a:xfrm flipV="1">
              <a:off x="7643966" y="1188914"/>
              <a:ext cx="23157" cy="12483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38" name="Group 737"/>
          <p:cNvGrpSpPr/>
          <p:nvPr/>
        </p:nvGrpSpPr>
        <p:grpSpPr>
          <a:xfrm>
            <a:off x="7786929" y="1028073"/>
            <a:ext cx="90875" cy="285678"/>
            <a:chOff x="7786929" y="1028073"/>
            <a:chExt cx="90875" cy="285678"/>
          </a:xfrm>
        </p:grpSpPr>
        <p:sp>
          <p:nvSpPr>
            <p:cNvPr id="735" name="Straight Connector 734"/>
            <p:cNvSpPr/>
            <p:nvPr/>
          </p:nvSpPr>
          <p:spPr>
            <a:xfrm>
              <a:off x="7786929" y="1028073"/>
              <a:ext cx="90875" cy="2856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6" name="Straight Connector 735"/>
            <p:cNvSpPr/>
            <p:nvPr/>
          </p:nvSpPr>
          <p:spPr>
            <a:xfrm>
              <a:off x="7871942" y="1028073"/>
              <a:ext cx="5862" cy="12683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7" name="Straight Connector 736"/>
            <p:cNvSpPr/>
            <p:nvPr/>
          </p:nvSpPr>
          <p:spPr>
            <a:xfrm>
              <a:off x="7809313" y="1028073"/>
              <a:ext cx="68491" cy="1069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42" name="Group 741"/>
          <p:cNvGrpSpPr/>
          <p:nvPr/>
        </p:nvGrpSpPr>
        <p:grpSpPr>
          <a:xfrm>
            <a:off x="6944204" y="1028073"/>
            <a:ext cx="115320" cy="1333168"/>
            <a:chOff x="6944204" y="1028073"/>
            <a:chExt cx="115320" cy="1333168"/>
          </a:xfrm>
        </p:grpSpPr>
        <p:sp>
          <p:nvSpPr>
            <p:cNvPr id="739" name="Straight Connector 738"/>
            <p:cNvSpPr/>
            <p:nvPr/>
          </p:nvSpPr>
          <p:spPr>
            <a:xfrm flipV="1">
              <a:off x="6944204" y="1028073"/>
              <a:ext cx="90875" cy="133316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0" name="Straight Connector 739"/>
            <p:cNvSpPr/>
            <p:nvPr/>
          </p:nvSpPr>
          <p:spPr>
            <a:xfrm flipV="1">
              <a:off x="6993955" y="2241118"/>
              <a:ext cx="41125" cy="12012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1" name="Straight Connector 740"/>
            <p:cNvSpPr/>
            <p:nvPr/>
          </p:nvSpPr>
          <p:spPr>
            <a:xfrm>
              <a:off x="7035080" y="2236648"/>
              <a:ext cx="24444" cy="12459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46" name="Group 745"/>
          <p:cNvGrpSpPr/>
          <p:nvPr/>
        </p:nvGrpSpPr>
        <p:grpSpPr>
          <a:xfrm>
            <a:off x="7154886" y="2170789"/>
            <a:ext cx="90875" cy="190452"/>
            <a:chOff x="7154886" y="2170789"/>
            <a:chExt cx="90875" cy="190452"/>
          </a:xfrm>
        </p:grpSpPr>
        <p:sp>
          <p:nvSpPr>
            <p:cNvPr id="743" name="Straight Connector 742"/>
            <p:cNvSpPr/>
            <p:nvPr/>
          </p:nvSpPr>
          <p:spPr>
            <a:xfrm>
              <a:off x="7154886" y="2170789"/>
              <a:ext cx="90875" cy="1904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4" name="Straight Connector 743"/>
            <p:cNvSpPr/>
            <p:nvPr/>
          </p:nvSpPr>
          <p:spPr>
            <a:xfrm>
              <a:off x="7222604" y="2170789"/>
              <a:ext cx="23157" cy="12483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5" name="Straight Connector 744"/>
            <p:cNvSpPr/>
            <p:nvPr/>
          </p:nvSpPr>
          <p:spPr>
            <a:xfrm>
              <a:off x="7163288" y="2170789"/>
              <a:ext cx="82472" cy="9653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0" name="Group 749"/>
          <p:cNvGrpSpPr/>
          <p:nvPr/>
        </p:nvGrpSpPr>
        <p:grpSpPr>
          <a:xfrm>
            <a:off x="7365567" y="1123300"/>
            <a:ext cx="113012" cy="1047488"/>
            <a:chOff x="7365567" y="1123300"/>
            <a:chExt cx="113012" cy="1047488"/>
          </a:xfrm>
        </p:grpSpPr>
        <p:sp>
          <p:nvSpPr>
            <p:cNvPr id="747" name="Straight Connector 746"/>
            <p:cNvSpPr/>
            <p:nvPr/>
          </p:nvSpPr>
          <p:spPr>
            <a:xfrm>
              <a:off x="7365567" y="1123300"/>
              <a:ext cx="90875" cy="104748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8" name="Straight Connector 747"/>
            <p:cNvSpPr/>
            <p:nvPr/>
          </p:nvSpPr>
          <p:spPr>
            <a:xfrm flipV="1">
              <a:off x="7456442" y="1123300"/>
              <a:ext cx="22137" cy="12502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9" name="Straight Connector 748"/>
            <p:cNvSpPr/>
            <p:nvPr/>
          </p:nvSpPr>
          <p:spPr>
            <a:xfrm>
              <a:off x="7413104" y="1123300"/>
              <a:ext cx="43337" cy="11934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4" name="Group 753"/>
          <p:cNvGrpSpPr/>
          <p:nvPr/>
        </p:nvGrpSpPr>
        <p:grpSpPr>
          <a:xfrm>
            <a:off x="7576248" y="1123300"/>
            <a:ext cx="90875" cy="190452"/>
            <a:chOff x="7576248" y="1123300"/>
            <a:chExt cx="90875" cy="190452"/>
          </a:xfrm>
        </p:grpSpPr>
        <p:sp>
          <p:nvSpPr>
            <p:cNvPr id="751" name="Straight Connector 750"/>
            <p:cNvSpPr/>
            <p:nvPr/>
          </p:nvSpPr>
          <p:spPr>
            <a:xfrm flipV="1">
              <a:off x="7576248" y="1123300"/>
              <a:ext cx="90875" cy="1904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2" name="Straight Connector 751"/>
            <p:cNvSpPr/>
            <p:nvPr/>
          </p:nvSpPr>
          <p:spPr>
            <a:xfrm flipV="1">
              <a:off x="7584651" y="1217216"/>
              <a:ext cx="82472" cy="9653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3" name="Straight Connector 752"/>
            <p:cNvSpPr/>
            <p:nvPr/>
          </p:nvSpPr>
          <p:spPr>
            <a:xfrm flipV="1">
              <a:off x="7643966" y="1188914"/>
              <a:ext cx="23157" cy="12483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8" name="Group 757"/>
          <p:cNvGrpSpPr/>
          <p:nvPr/>
        </p:nvGrpSpPr>
        <p:grpSpPr>
          <a:xfrm>
            <a:off x="7786929" y="1028073"/>
            <a:ext cx="90875" cy="285678"/>
            <a:chOff x="7786929" y="1028073"/>
            <a:chExt cx="90875" cy="285678"/>
          </a:xfrm>
        </p:grpSpPr>
        <p:sp>
          <p:nvSpPr>
            <p:cNvPr id="755" name="Straight Connector 754"/>
            <p:cNvSpPr/>
            <p:nvPr/>
          </p:nvSpPr>
          <p:spPr>
            <a:xfrm>
              <a:off x="7786929" y="1028073"/>
              <a:ext cx="90875" cy="2856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6" name="Straight Connector 755"/>
            <p:cNvSpPr/>
            <p:nvPr/>
          </p:nvSpPr>
          <p:spPr>
            <a:xfrm>
              <a:off x="7871942" y="1028073"/>
              <a:ext cx="5862" cy="12683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7" name="Straight Connector 756"/>
            <p:cNvSpPr/>
            <p:nvPr/>
          </p:nvSpPr>
          <p:spPr>
            <a:xfrm>
              <a:off x="7809313" y="1028073"/>
              <a:ext cx="68491" cy="1069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62" name="Group 761"/>
          <p:cNvGrpSpPr/>
          <p:nvPr/>
        </p:nvGrpSpPr>
        <p:grpSpPr>
          <a:xfrm>
            <a:off x="6944204" y="1028073"/>
            <a:ext cx="114669" cy="1237942"/>
            <a:chOff x="6944204" y="1028073"/>
            <a:chExt cx="114669" cy="1237942"/>
          </a:xfrm>
        </p:grpSpPr>
        <p:sp>
          <p:nvSpPr>
            <p:cNvPr id="759" name="Straight Connector 758"/>
            <p:cNvSpPr/>
            <p:nvPr/>
          </p:nvSpPr>
          <p:spPr>
            <a:xfrm flipV="1">
              <a:off x="6944204" y="1028073"/>
              <a:ext cx="90875" cy="123794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0" name="Straight Connector 759"/>
            <p:cNvSpPr/>
            <p:nvPr/>
          </p:nvSpPr>
          <p:spPr>
            <a:xfrm flipV="1">
              <a:off x="6993328" y="2146108"/>
              <a:ext cx="41751" cy="11990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1" name="Straight Connector 760"/>
            <p:cNvSpPr/>
            <p:nvPr/>
          </p:nvSpPr>
          <p:spPr>
            <a:xfrm>
              <a:off x="7035080" y="2141296"/>
              <a:ext cx="23793" cy="12471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66" name="Group 765"/>
          <p:cNvGrpSpPr/>
          <p:nvPr/>
        </p:nvGrpSpPr>
        <p:grpSpPr>
          <a:xfrm>
            <a:off x="7137318" y="2170789"/>
            <a:ext cx="108443" cy="111411"/>
            <a:chOff x="7137318" y="2170789"/>
            <a:chExt cx="108443" cy="111411"/>
          </a:xfrm>
        </p:grpSpPr>
        <p:sp>
          <p:nvSpPr>
            <p:cNvPr id="763" name="Straight Connector 762"/>
            <p:cNvSpPr/>
            <p:nvPr/>
          </p:nvSpPr>
          <p:spPr>
            <a:xfrm>
              <a:off x="7154886" y="2170789"/>
              <a:ext cx="90875" cy="952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4" name="Straight Connector 763"/>
            <p:cNvSpPr/>
            <p:nvPr/>
          </p:nvSpPr>
          <p:spPr>
            <a:xfrm>
              <a:off x="7184863" y="2170789"/>
              <a:ext cx="60897" cy="11141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5" name="Straight Connector 764"/>
            <p:cNvSpPr/>
            <p:nvPr/>
          </p:nvSpPr>
          <p:spPr>
            <a:xfrm>
              <a:off x="7137318" y="2170789"/>
              <a:ext cx="108443" cy="6603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70" name="Group 769"/>
          <p:cNvGrpSpPr/>
          <p:nvPr/>
        </p:nvGrpSpPr>
        <p:grpSpPr>
          <a:xfrm>
            <a:off x="7365567" y="1123300"/>
            <a:ext cx="113012" cy="1047488"/>
            <a:chOff x="7365567" y="1123300"/>
            <a:chExt cx="113012" cy="1047488"/>
          </a:xfrm>
        </p:grpSpPr>
        <p:sp>
          <p:nvSpPr>
            <p:cNvPr id="767" name="Straight Connector 766"/>
            <p:cNvSpPr/>
            <p:nvPr/>
          </p:nvSpPr>
          <p:spPr>
            <a:xfrm>
              <a:off x="7365567" y="1123300"/>
              <a:ext cx="90875" cy="104748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8" name="Straight Connector 767"/>
            <p:cNvSpPr/>
            <p:nvPr/>
          </p:nvSpPr>
          <p:spPr>
            <a:xfrm flipV="1">
              <a:off x="7456442" y="1123300"/>
              <a:ext cx="22137" cy="12502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9" name="Straight Connector 768"/>
            <p:cNvSpPr/>
            <p:nvPr/>
          </p:nvSpPr>
          <p:spPr>
            <a:xfrm>
              <a:off x="7413104" y="1123300"/>
              <a:ext cx="43337" cy="11934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74" name="Group 773"/>
          <p:cNvGrpSpPr/>
          <p:nvPr/>
        </p:nvGrpSpPr>
        <p:grpSpPr>
          <a:xfrm>
            <a:off x="7576248" y="1123300"/>
            <a:ext cx="90875" cy="190452"/>
            <a:chOff x="7576248" y="1123300"/>
            <a:chExt cx="90875" cy="190452"/>
          </a:xfrm>
        </p:grpSpPr>
        <p:sp>
          <p:nvSpPr>
            <p:cNvPr id="771" name="Straight Connector 770"/>
            <p:cNvSpPr/>
            <p:nvPr/>
          </p:nvSpPr>
          <p:spPr>
            <a:xfrm flipV="1">
              <a:off x="7576248" y="1123300"/>
              <a:ext cx="90875" cy="1904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2" name="Straight Connector 771"/>
            <p:cNvSpPr/>
            <p:nvPr/>
          </p:nvSpPr>
          <p:spPr>
            <a:xfrm flipV="1">
              <a:off x="7584651" y="1217216"/>
              <a:ext cx="82472" cy="9653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3" name="Straight Connector 772"/>
            <p:cNvSpPr/>
            <p:nvPr/>
          </p:nvSpPr>
          <p:spPr>
            <a:xfrm flipV="1">
              <a:off x="7643966" y="1188914"/>
              <a:ext cx="23157" cy="12483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78" name="Group 777"/>
          <p:cNvGrpSpPr/>
          <p:nvPr/>
        </p:nvGrpSpPr>
        <p:grpSpPr>
          <a:xfrm>
            <a:off x="7786929" y="1028073"/>
            <a:ext cx="90875" cy="285678"/>
            <a:chOff x="7786929" y="1028073"/>
            <a:chExt cx="90875" cy="285678"/>
          </a:xfrm>
        </p:grpSpPr>
        <p:sp>
          <p:nvSpPr>
            <p:cNvPr id="775" name="Straight Connector 774"/>
            <p:cNvSpPr/>
            <p:nvPr/>
          </p:nvSpPr>
          <p:spPr>
            <a:xfrm>
              <a:off x="7786929" y="1028073"/>
              <a:ext cx="90875" cy="2856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6" name="Straight Connector 775"/>
            <p:cNvSpPr/>
            <p:nvPr/>
          </p:nvSpPr>
          <p:spPr>
            <a:xfrm>
              <a:off x="7871942" y="1028073"/>
              <a:ext cx="5862" cy="12683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7" name="Straight Connector 776"/>
            <p:cNvSpPr/>
            <p:nvPr/>
          </p:nvSpPr>
          <p:spPr>
            <a:xfrm>
              <a:off x="7809313" y="1028073"/>
              <a:ext cx="68491" cy="1069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2" name="Group 781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779" name="Straight Connector 778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0" name="Straight Connector 779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1" name="Straight Connector 780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6" name="Group 785"/>
          <p:cNvGrpSpPr/>
          <p:nvPr/>
        </p:nvGrpSpPr>
        <p:grpSpPr>
          <a:xfrm>
            <a:off x="7123119" y="995213"/>
            <a:ext cx="122642" cy="65720"/>
            <a:chOff x="7123119" y="995213"/>
            <a:chExt cx="122642" cy="65720"/>
          </a:xfrm>
        </p:grpSpPr>
        <p:sp>
          <p:nvSpPr>
            <p:cNvPr id="783" name="Straight Connector 782"/>
            <p:cNvSpPr/>
            <p:nvPr/>
          </p:nvSpPr>
          <p:spPr>
            <a:xfrm>
              <a:off x="7154886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4" name="Straight Connector 783"/>
            <p:cNvSpPr/>
            <p:nvPr/>
          </p:nvSpPr>
          <p:spPr>
            <a:xfrm>
              <a:off x="7123119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5" name="Straight Connector 784"/>
            <p:cNvSpPr/>
            <p:nvPr/>
          </p:nvSpPr>
          <p:spPr>
            <a:xfrm flipV="1">
              <a:off x="7123119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90" name="Group 789"/>
          <p:cNvGrpSpPr/>
          <p:nvPr/>
        </p:nvGrpSpPr>
        <p:grpSpPr>
          <a:xfrm>
            <a:off x="7365567" y="1028073"/>
            <a:ext cx="90875" cy="285679"/>
            <a:chOff x="7365567" y="1028073"/>
            <a:chExt cx="90875" cy="285679"/>
          </a:xfrm>
        </p:grpSpPr>
        <p:sp>
          <p:nvSpPr>
            <p:cNvPr id="787" name="Straight Connector 786"/>
            <p:cNvSpPr/>
            <p:nvPr/>
          </p:nvSpPr>
          <p:spPr>
            <a:xfrm flipV="1">
              <a:off x="7365567" y="1028073"/>
              <a:ext cx="90875" cy="2856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8" name="Straight Connector 787"/>
            <p:cNvSpPr/>
            <p:nvPr/>
          </p:nvSpPr>
          <p:spPr>
            <a:xfrm flipV="1">
              <a:off x="7387950" y="1206842"/>
              <a:ext cx="68491" cy="1069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9" name="Straight Connector 788"/>
            <p:cNvSpPr/>
            <p:nvPr/>
          </p:nvSpPr>
          <p:spPr>
            <a:xfrm flipV="1">
              <a:off x="7450580" y="1186919"/>
              <a:ext cx="5862" cy="12683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94" name="Group 793"/>
          <p:cNvGrpSpPr/>
          <p:nvPr/>
        </p:nvGrpSpPr>
        <p:grpSpPr>
          <a:xfrm>
            <a:off x="7544481" y="1280891"/>
            <a:ext cx="122642" cy="65721"/>
            <a:chOff x="7544481" y="1280891"/>
            <a:chExt cx="122642" cy="65721"/>
          </a:xfrm>
        </p:grpSpPr>
        <p:sp>
          <p:nvSpPr>
            <p:cNvPr id="791" name="Straight Connector 790"/>
            <p:cNvSpPr/>
            <p:nvPr/>
          </p:nvSpPr>
          <p:spPr>
            <a:xfrm>
              <a:off x="7576248" y="1313752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2" name="Straight Connector 791"/>
            <p:cNvSpPr/>
            <p:nvPr/>
          </p:nvSpPr>
          <p:spPr>
            <a:xfrm>
              <a:off x="7544481" y="1313752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3" name="Straight Connector 792"/>
            <p:cNvSpPr/>
            <p:nvPr/>
          </p:nvSpPr>
          <p:spPr>
            <a:xfrm flipV="1">
              <a:off x="7544481" y="1280891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98" name="Group 797"/>
          <p:cNvGrpSpPr/>
          <p:nvPr/>
        </p:nvGrpSpPr>
        <p:grpSpPr>
          <a:xfrm>
            <a:off x="7786929" y="1028073"/>
            <a:ext cx="90875" cy="285678"/>
            <a:chOff x="7786929" y="1028073"/>
            <a:chExt cx="90875" cy="285678"/>
          </a:xfrm>
        </p:grpSpPr>
        <p:sp>
          <p:nvSpPr>
            <p:cNvPr id="795" name="Straight Connector 794"/>
            <p:cNvSpPr/>
            <p:nvPr/>
          </p:nvSpPr>
          <p:spPr>
            <a:xfrm>
              <a:off x="7786929" y="1028073"/>
              <a:ext cx="90875" cy="2856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6" name="Straight Connector 795"/>
            <p:cNvSpPr/>
            <p:nvPr/>
          </p:nvSpPr>
          <p:spPr>
            <a:xfrm>
              <a:off x="7871942" y="1028073"/>
              <a:ext cx="5862" cy="12683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7" name="Straight Connector 796"/>
            <p:cNvSpPr/>
            <p:nvPr/>
          </p:nvSpPr>
          <p:spPr>
            <a:xfrm>
              <a:off x="7809313" y="1028073"/>
              <a:ext cx="68491" cy="1069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02" name="Group 801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799" name="Straight Connector 798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0" name="Straight Connector 799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1" name="Straight Connector 800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06" name="Group 805"/>
          <p:cNvGrpSpPr/>
          <p:nvPr/>
        </p:nvGrpSpPr>
        <p:grpSpPr>
          <a:xfrm>
            <a:off x="7123119" y="995213"/>
            <a:ext cx="122642" cy="65720"/>
            <a:chOff x="7123119" y="995213"/>
            <a:chExt cx="122642" cy="65720"/>
          </a:xfrm>
        </p:grpSpPr>
        <p:sp>
          <p:nvSpPr>
            <p:cNvPr id="803" name="Straight Connector 802"/>
            <p:cNvSpPr/>
            <p:nvPr/>
          </p:nvSpPr>
          <p:spPr>
            <a:xfrm>
              <a:off x="7154886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4" name="Straight Connector 803"/>
            <p:cNvSpPr/>
            <p:nvPr/>
          </p:nvSpPr>
          <p:spPr>
            <a:xfrm>
              <a:off x="7123119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5" name="Straight Connector 804"/>
            <p:cNvSpPr/>
            <p:nvPr/>
          </p:nvSpPr>
          <p:spPr>
            <a:xfrm flipV="1">
              <a:off x="7123119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10" name="Group 809"/>
          <p:cNvGrpSpPr/>
          <p:nvPr/>
        </p:nvGrpSpPr>
        <p:grpSpPr>
          <a:xfrm>
            <a:off x="7347999" y="1011889"/>
            <a:ext cx="108443" cy="111411"/>
            <a:chOff x="7347999" y="1011889"/>
            <a:chExt cx="108443" cy="111411"/>
          </a:xfrm>
        </p:grpSpPr>
        <p:sp>
          <p:nvSpPr>
            <p:cNvPr id="807" name="Straight Connector 806"/>
            <p:cNvSpPr/>
            <p:nvPr/>
          </p:nvSpPr>
          <p:spPr>
            <a:xfrm flipV="1">
              <a:off x="7365567" y="1028073"/>
              <a:ext cx="90875" cy="952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8" name="Straight Connector 807"/>
            <p:cNvSpPr/>
            <p:nvPr/>
          </p:nvSpPr>
          <p:spPr>
            <a:xfrm flipV="1">
              <a:off x="7347999" y="1057262"/>
              <a:ext cx="108443" cy="6603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9" name="Straight Connector 808"/>
            <p:cNvSpPr/>
            <p:nvPr/>
          </p:nvSpPr>
          <p:spPr>
            <a:xfrm flipV="1">
              <a:off x="7395545" y="1011889"/>
              <a:ext cx="60897" cy="11141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14" name="Group 813"/>
          <p:cNvGrpSpPr/>
          <p:nvPr/>
        </p:nvGrpSpPr>
        <p:grpSpPr>
          <a:xfrm>
            <a:off x="7576248" y="1123300"/>
            <a:ext cx="110621" cy="857036"/>
            <a:chOff x="7576248" y="1123300"/>
            <a:chExt cx="110621" cy="857036"/>
          </a:xfrm>
        </p:grpSpPr>
        <p:sp>
          <p:nvSpPr>
            <p:cNvPr id="811" name="Straight Connector 810"/>
            <p:cNvSpPr/>
            <p:nvPr/>
          </p:nvSpPr>
          <p:spPr>
            <a:xfrm flipV="1">
              <a:off x="7576248" y="1123300"/>
              <a:ext cx="90875" cy="85703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2" name="Straight Connector 811"/>
            <p:cNvSpPr/>
            <p:nvPr/>
          </p:nvSpPr>
          <p:spPr>
            <a:xfrm flipV="1">
              <a:off x="7621514" y="1861842"/>
              <a:ext cx="45609" cy="11849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3" name="Straight Connector 812"/>
            <p:cNvSpPr/>
            <p:nvPr/>
          </p:nvSpPr>
          <p:spPr>
            <a:xfrm>
              <a:off x="7667124" y="1854913"/>
              <a:ext cx="19745" cy="12542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18" name="Group 817"/>
          <p:cNvGrpSpPr/>
          <p:nvPr/>
        </p:nvGrpSpPr>
        <p:grpSpPr>
          <a:xfrm>
            <a:off x="7786929" y="1028073"/>
            <a:ext cx="111937" cy="952262"/>
            <a:chOff x="7786929" y="1028073"/>
            <a:chExt cx="111937" cy="952262"/>
          </a:xfrm>
        </p:grpSpPr>
        <p:sp>
          <p:nvSpPr>
            <p:cNvPr id="815" name="Straight Connector 814"/>
            <p:cNvSpPr/>
            <p:nvPr/>
          </p:nvSpPr>
          <p:spPr>
            <a:xfrm>
              <a:off x="7786929" y="1028073"/>
              <a:ext cx="90875" cy="95226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6" name="Straight Connector 815"/>
            <p:cNvSpPr/>
            <p:nvPr/>
          </p:nvSpPr>
          <p:spPr>
            <a:xfrm flipV="1">
              <a:off x="7877805" y="1028073"/>
              <a:ext cx="21061" cy="12520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7" name="Straight Connector 816"/>
            <p:cNvSpPr/>
            <p:nvPr/>
          </p:nvSpPr>
          <p:spPr>
            <a:xfrm>
              <a:off x="7833442" y="1028073"/>
              <a:ext cx="44363" cy="11896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22" name="Group 821"/>
          <p:cNvGrpSpPr/>
          <p:nvPr/>
        </p:nvGrpSpPr>
        <p:grpSpPr>
          <a:xfrm>
            <a:off x="6944204" y="1028073"/>
            <a:ext cx="113910" cy="1142715"/>
            <a:chOff x="6944204" y="1028073"/>
            <a:chExt cx="113910" cy="1142715"/>
          </a:xfrm>
        </p:grpSpPr>
        <p:sp>
          <p:nvSpPr>
            <p:cNvPr id="819" name="Straight Connector 818"/>
            <p:cNvSpPr/>
            <p:nvPr/>
          </p:nvSpPr>
          <p:spPr>
            <a:xfrm flipV="1">
              <a:off x="6944204" y="1028073"/>
              <a:ext cx="90875" cy="11427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0" name="Straight Connector 819"/>
            <p:cNvSpPr/>
            <p:nvPr/>
          </p:nvSpPr>
          <p:spPr>
            <a:xfrm flipV="1">
              <a:off x="6992600" y="2051137"/>
              <a:ext cx="42480" cy="11965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1" name="Straight Connector 820"/>
            <p:cNvSpPr/>
            <p:nvPr/>
          </p:nvSpPr>
          <p:spPr>
            <a:xfrm>
              <a:off x="7035080" y="2045927"/>
              <a:ext cx="23034" cy="12486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26" name="Group 825"/>
          <p:cNvGrpSpPr/>
          <p:nvPr/>
        </p:nvGrpSpPr>
        <p:grpSpPr>
          <a:xfrm>
            <a:off x="7123119" y="2137928"/>
            <a:ext cx="122642" cy="65721"/>
            <a:chOff x="7123119" y="2137928"/>
            <a:chExt cx="122642" cy="65721"/>
          </a:xfrm>
        </p:grpSpPr>
        <p:sp>
          <p:nvSpPr>
            <p:cNvPr id="823" name="Straight Connector 822"/>
            <p:cNvSpPr/>
            <p:nvPr/>
          </p:nvSpPr>
          <p:spPr>
            <a:xfrm>
              <a:off x="7154886" y="2170789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4" name="Straight Connector 823"/>
            <p:cNvSpPr/>
            <p:nvPr/>
          </p:nvSpPr>
          <p:spPr>
            <a:xfrm>
              <a:off x="7123119" y="2170789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5" name="Straight Connector 824"/>
            <p:cNvSpPr/>
            <p:nvPr/>
          </p:nvSpPr>
          <p:spPr>
            <a:xfrm flipV="1">
              <a:off x="7123119" y="2137928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0" name="Group 829"/>
          <p:cNvGrpSpPr/>
          <p:nvPr/>
        </p:nvGrpSpPr>
        <p:grpSpPr>
          <a:xfrm>
            <a:off x="7365567" y="1123300"/>
            <a:ext cx="113012" cy="1047488"/>
            <a:chOff x="7365567" y="1123300"/>
            <a:chExt cx="113012" cy="1047488"/>
          </a:xfrm>
        </p:grpSpPr>
        <p:sp>
          <p:nvSpPr>
            <p:cNvPr id="827" name="Straight Connector 826"/>
            <p:cNvSpPr/>
            <p:nvPr/>
          </p:nvSpPr>
          <p:spPr>
            <a:xfrm>
              <a:off x="7365567" y="1123300"/>
              <a:ext cx="90875" cy="104748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8" name="Straight Connector 827"/>
            <p:cNvSpPr/>
            <p:nvPr/>
          </p:nvSpPr>
          <p:spPr>
            <a:xfrm flipV="1">
              <a:off x="7456442" y="1123300"/>
              <a:ext cx="22137" cy="12502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9" name="Straight Connector 828"/>
            <p:cNvSpPr/>
            <p:nvPr/>
          </p:nvSpPr>
          <p:spPr>
            <a:xfrm>
              <a:off x="7413104" y="1123300"/>
              <a:ext cx="43337" cy="11934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4" name="Group 833"/>
          <p:cNvGrpSpPr/>
          <p:nvPr/>
        </p:nvGrpSpPr>
        <p:grpSpPr>
          <a:xfrm>
            <a:off x="7576248" y="1123300"/>
            <a:ext cx="90875" cy="190452"/>
            <a:chOff x="7576248" y="1123300"/>
            <a:chExt cx="90875" cy="190452"/>
          </a:xfrm>
        </p:grpSpPr>
        <p:sp>
          <p:nvSpPr>
            <p:cNvPr id="831" name="Straight Connector 830"/>
            <p:cNvSpPr/>
            <p:nvPr/>
          </p:nvSpPr>
          <p:spPr>
            <a:xfrm flipV="1">
              <a:off x="7576248" y="1123300"/>
              <a:ext cx="90875" cy="1904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2" name="Straight Connector 831"/>
            <p:cNvSpPr/>
            <p:nvPr/>
          </p:nvSpPr>
          <p:spPr>
            <a:xfrm flipV="1">
              <a:off x="7584651" y="1217216"/>
              <a:ext cx="82472" cy="9653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3" name="Straight Connector 832"/>
            <p:cNvSpPr/>
            <p:nvPr/>
          </p:nvSpPr>
          <p:spPr>
            <a:xfrm flipV="1">
              <a:off x="7643966" y="1188914"/>
              <a:ext cx="23157" cy="12483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8" name="Group 837"/>
          <p:cNvGrpSpPr/>
          <p:nvPr/>
        </p:nvGrpSpPr>
        <p:grpSpPr>
          <a:xfrm>
            <a:off x="7786929" y="1028073"/>
            <a:ext cx="90875" cy="285678"/>
            <a:chOff x="7786929" y="1028073"/>
            <a:chExt cx="90875" cy="285678"/>
          </a:xfrm>
        </p:grpSpPr>
        <p:sp>
          <p:nvSpPr>
            <p:cNvPr id="835" name="Straight Connector 834"/>
            <p:cNvSpPr/>
            <p:nvPr/>
          </p:nvSpPr>
          <p:spPr>
            <a:xfrm>
              <a:off x="7786929" y="1028073"/>
              <a:ext cx="90875" cy="2856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6" name="Straight Connector 835"/>
            <p:cNvSpPr/>
            <p:nvPr/>
          </p:nvSpPr>
          <p:spPr>
            <a:xfrm>
              <a:off x="7871942" y="1028073"/>
              <a:ext cx="5862" cy="12683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7" name="Straight Connector 836"/>
            <p:cNvSpPr/>
            <p:nvPr/>
          </p:nvSpPr>
          <p:spPr>
            <a:xfrm>
              <a:off x="7809313" y="1028073"/>
              <a:ext cx="68491" cy="1069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42" name="Group 841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839" name="Straight Connector 838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0" name="Straight Connector 839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1" name="Straight Connector 840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46" name="Group 845"/>
          <p:cNvGrpSpPr/>
          <p:nvPr/>
        </p:nvGrpSpPr>
        <p:grpSpPr>
          <a:xfrm>
            <a:off x="7137318" y="1011889"/>
            <a:ext cx="108443" cy="111411"/>
            <a:chOff x="7137318" y="1011889"/>
            <a:chExt cx="108443" cy="111411"/>
          </a:xfrm>
        </p:grpSpPr>
        <p:sp>
          <p:nvSpPr>
            <p:cNvPr id="843" name="Straight Connector 842"/>
            <p:cNvSpPr/>
            <p:nvPr/>
          </p:nvSpPr>
          <p:spPr>
            <a:xfrm flipV="1">
              <a:off x="7154886" y="1028073"/>
              <a:ext cx="90875" cy="952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4" name="Straight Connector 843"/>
            <p:cNvSpPr/>
            <p:nvPr/>
          </p:nvSpPr>
          <p:spPr>
            <a:xfrm flipV="1">
              <a:off x="7137318" y="1057262"/>
              <a:ext cx="108443" cy="6603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5" name="Straight Connector 844"/>
            <p:cNvSpPr/>
            <p:nvPr/>
          </p:nvSpPr>
          <p:spPr>
            <a:xfrm flipV="1">
              <a:off x="7184863" y="1011889"/>
              <a:ext cx="60897" cy="11141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0" name="Group 849"/>
          <p:cNvGrpSpPr/>
          <p:nvPr/>
        </p:nvGrpSpPr>
        <p:grpSpPr>
          <a:xfrm>
            <a:off x="7347999" y="1028073"/>
            <a:ext cx="108443" cy="111411"/>
            <a:chOff x="7347999" y="1028073"/>
            <a:chExt cx="108443" cy="111411"/>
          </a:xfrm>
        </p:grpSpPr>
        <p:sp>
          <p:nvSpPr>
            <p:cNvPr id="847" name="Straight Connector 846"/>
            <p:cNvSpPr/>
            <p:nvPr/>
          </p:nvSpPr>
          <p:spPr>
            <a:xfrm>
              <a:off x="7365567" y="1028073"/>
              <a:ext cx="90875" cy="952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8" name="Straight Connector 847"/>
            <p:cNvSpPr/>
            <p:nvPr/>
          </p:nvSpPr>
          <p:spPr>
            <a:xfrm>
              <a:off x="7395545" y="1028073"/>
              <a:ext cx="60897" cy="11141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9" name="Straight Connector 848"/>
            <p:cNvSpPr/>
            <p:nvPr/>
          </p:nvSpPr>
          <p:spPr>
            <a:xfrm>
              <a:off x="7347999" y="1028073"/>
              <a:ext cx="108443" cy="6603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4" name="Group 853"/>
          <p:cNvGrpSpPr/>
          <p:nvPr/>
        </p:nvGrpSpPr>
        <p:grpSpPr>
          <a:xfrm>
            <a:off x="7576248" y="1028073"/>
            <a:ext cx="113013" cy="1047489"/>
            <a:chOff x="7576248" y="1028073"/>
            <a:chExt cx="113013" cy="1047489"/>
          </a:xfrm>
        </p:grpSpPr>
        <p:sp>
          <p:nvSpPr>
            <p:cNvPr id="851" name="Straight Connector 850"/>
            <p:cNvSpPr/>
            <p:nvPr/>
          </p:nvSpPr>
          <p:spPr>
            <a:xfrm flipV="1">
              <a:off x="7576248" y="1028073"/>
              <a:ext cx="90875" cy="104748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2" name="Straight Connector 851"/>
            <p:cNvSpPr/>
            <p:nvPr/>
          </p:nvSpPr>
          <p:spPr>
            <a:xfrm flipV="1">
              <a:off x="7623786" y="1956219"/>
              <a:ext cx="43337" cy="11934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3" name="Straight Connector 852"/>
            <p:cNvSpPr/>
            <p:nvPr/>
          </p:nvSpPr>
          <p:spPr>
            <a:xfrm>
              <a:off x="7667124" y="1950539"/>
              <a:ext cx="22137" cy="12502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8" name="Group 857"/>
          <p:cNvGrpSpPr/>
          <p:nvPr/>
        </p:nvGrpSpPr>
        <p:grpSpPr>
          <a:xfrm>
            <a:off x="7786929" y="1028073"/>
            <a:ext cx="113013" cy="1047488"/>
            <a:chOff x="7786929" y="1028073"/>
            <a:chExt cx="113013" cy="1047488"/>
          </a:xfrm>
        </p:grpSpPr>
        <p:sp>
          <p:nvSpPr>
            <p:cNvPr id="855" name="Straight Connector 854"/>
            <p:cNvSpPr/>
            <p:nvPr/>
          </p:nvSpPr>
          <p:spPr>
            <a:xfrm>
              <a:off x="7786929" y="1028073"/>
              <a:ext cx="90875" cy="104748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6" name="Straight Connector 855"/>
            <p:cNvSpPr/>
            <p:nvPr/>
          </p:nvSpPr>
          <p:spPr>
            <a:xfrm flipV="1">
              <a:off x="7877805" y="1028073"/>
              <a:ext cx="22137" cy="12502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7" name="Straight Connector 856"/>
            <p:cNvSpPr/>
            <p:nvPr/>
          </p:nvSpPr>
          <p:spPr>
            <a:xfrm>
              <a:off x="7834467" y="1028073"/>
              <a:ext cx="43337" cy="11934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62" name="Group 861"/>
          <p:cNvGrpSpPr/>
          <p:nvPr/>
        </p:nvGrpSpPr>
        <p:grpSpPr>
          <a:xfrm>
            <a:off x="5753902" y="1661796"/>
            <a:ext cx="122642" cy="65721"/>
            <a:chOff x="5753902" y="1661796"/>
            <a:chExt cx="122642" cy="65721"/>
          </a:xfrm>
        </p:grpSpPr>
        <p:sp>
          <p:nvSpPr>
            <p:cNvPr id="859" name="Straight Connector 858"/>
            <p:cNvSpPr/>
            <p:nvPr/>
          </p:nvSpPr>
          <p:spPr>
            <a:xfrm>
              <a:off x="5785668" y="1694657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0" name="Straight Connector 859"/>
            <p:cNvSpPr/>
            <p:nvPr/>
          </p:nvSpPr>
          <p:spPr>
            <a:xfrm>
              <a:off x="5753902" y="1694657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1" name="Straight Connector 860"/>
            <p:cNvSpPr/>
            <p:nvPr/>
          </p:nvSpPr>
          <p:spPr>
            <a:xfrm flipV="1">
              <a:off x="5753902" y="1661796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66" name="Group 865"/>
          <p:cNvGrpSpPr/>
          <p:nvPr/>
        </p:nvGrpSpPr>
        <p:grpSpPr>
          <a:xfrm>
            <a:off x="5964583" y="1661796"/>
            <a:ext cx="122642" cy="65721"/>
            <a:chOff x="5964583" y="1661796"/>
            <a:chExt cx="122642" cy="65721"/>
          </a:xfrm>
        </p:grpSpPr>
        <p:sp>
          <p:nvSpPr>
            <p:cNvPr id="863" name="Straight Connector 862"/>
            <p:cNvSpPr/>
            <p:nvPr/>
          </p:nvSpPr>
          <p:spPr>
            <a:xfrm>
              <a:off x="5996350" y="1694657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4" name="Straight Connector 863"/>
            <p:cNvSpPr/>
            <p:nvPr/>
          </p:nvSpPr>
          <p:spPr>
            <a:xfrm>
              <a:off x="5964583" y="1694657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5" name="Straight Connector 864"/>
            <p:cNvSpPr/>
            <p:nvPr/>
          </p:nvSpPr>
          <p:spPr>
            <a:xfrm flipV="1">
              <a:off x="5964583" y="1661796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70" name="Group 869"/>
          <p:cNvGrpSpPr/>
          <p:nvPr/>
        </p:nvGrpSpPr>
        <p:grpSpPr>
          <a:xfrm>
            <a:off x="6333967" y="1661796"/>
            <a:ext cx="244777" cy="65721"/>
            <a:chOff x="6333967" y="1661796"/>
            <a:chExt cx="244777" cy="65721"/>
          </a:xfrm>
        </p:grpSpPr>
        <p:sp>
          <p:nvSpPr>
            <p:cNvPr id="867" name="Straight Connector 866"/>
            <p:cNvSpPr/>
            <p:nvPr/>
          </p:nvSpPr>
          <p:spPr>
            <a:xfrm>
              <a:off x="6333967" y="1694657"/>
              <a:ext cx="24477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8" name="Straight Connector 867"/>
            <p:cNvSpPr/>
            <p:nvPr/>
          </p:nvSpPr>
          <p:spPr>
            <a:xfrm>
              <a:off x="6456102" y="1694657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9" name="Straight Connector 868"/>
            <p:cNvSpPr/>
            <p:nvPr/>
          </p:nvSpPr>
          <p:spPr>
            <a:xfrm flipV="1">
              <a:off x="6456102" y="1661796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74" name="Group 873"/>
          <p:cNvGrpSpPr/>
          <p:nvPr/>
        </p:nvGrpSpPr>
        <p:grpSpPr>
          <a:xfrm>
            <a:off x="6825487" y="1661796"/>
            <a:ext cx="244776" cy="65721"/>
            <a:chOff x="6825487" y="1661796"/>
            <a:chExt cx="244776" cy="65721"/>
          </a:xfrm>
        </p:grpSpPr>
        <p:sp>
          <p:nvSpPr>
            <p:cNvPr id="871" name="Straight Connector 870"/>
            <p:cNvSpPr/>
            <p:nvPr/>
          </p:nvSpPr>
          <p:spPr>
            <a:xfrm>
              <a:off x="6825487" y="1694657"/>
              <a:ext cx="24477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2" name="Straight Connector 871"/>
            <p:cNvSpPr/>
            <p:nvPr/>
          </p:nvSpPr>
          <p:spPr>
            <a:xfrm>
              <a:off x="6947621" y="1694657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3" name="Straight Connector 872"/>
            <p:cNvSpPr/>
            <p:nvPr/>
          </p:nvSpPr>
          <p:spPr>
            <a:xfrm flipV="1">
              <a:off x="6947621" y="1661796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78" name="Group 877"/>
          <p:cNvGrpSpPr/>
          <p:nvPr/>
        </p:nvGrpSpPr>
        <p:grpSpPr>
          <a:xfrm>
            <a:off x="7052962" y="1661796"/>
            <a:ext cx="122642" cy="65721"/>
            <a:chOff x="7052962" y="1661796"/>
            <a:chExt cx="122642" cy="65721"/>
          </a:xfrm>
        </p:grpSpPr>
        <p:sp>
          <p:nvSpPr>
            <p:cNvPr id="875" name="Straight Connector 874"/>
            <p:cNvSpPr/>
            <p:nvPr/>
          </p:nvSpPr>
          <p:spPr>
            <a:xfrm>
              <a:off x="7142456" y="1694657"/>
              <a:ext cx="33148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6" name="Straight Connector 875"/>
            <p:cNvSpPr/>
            <p:nvPr/>
          </p:nvSpPr>
          <p:spPr>
            <a:xfrm>
              <a:off x="7052962" y="1694657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7" name="Straight Connector 876"/>
            <p:cNvSpPr/>
            <p:nvPr/>
          </p:nvSpPr>
          <p:spPr>
            <a:xfrm flipV="1">
              <a:off x="7052962" y="1661796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82" name="Group 881"/>
          <p:cNvGrpSpPr/>
          <p:nvPr/>
        </p:nvGrpSpPr>
        <p:grpSpPr>
          <a:xfrm>
            <a:off x="7422347" y="1661796"/>
            <a:ext cx="244776" cy="65721"/>
            <a:chOff x="7422347" y="1661796"/>
            <a:chExt cx="244776" cy="65721"/>
          </a:xfrm>
        </p:grpSpPr>
        <p:sp>
          <p:nvSpPr>
            <p:cNvPr id="879" name="Straight Connector 878"/>
            <p:cNvSpPr/>
            <p:nvPr/>
          </p:nvSpPr>
          <p:spPr>
            <a:xfrm>
              <a:off x="7422347" y="1694657"/>
              <a:ext cx="24477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0" name="Straight Connector 879"/>
            <p:cNvSpPr/>
            <p:nvPr/>
          </p:nvSpPr>
          <p:spPr>
            <a:xfrm>
              <a:off x="7544481" y="1694657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1" name="Straight Connector 880"/>
            <p:cNvSpPr/>
            <p:nvPr/>
          </p:nvSpPr>
          <p:spPr>
            <a:xfrm flipV="1">
              <a:off x="7544481" y="1661796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86" name="Group 885"/>
          <p:cNvGrpSpPr/>
          <p:nvPr/>
        </p:nvGrpSpPr>
        <p:grpSpPr>
          <a:xfrm>
            <a:off x="7657675" y="1313752"/>
            <a:ext cx="81641" cy="380905"/>
            <a:chOff x="7657675" y="1313752"/>
            <a:chExt cx="81641" cy="380905"/>
          </a:xfrm>
        </p:grpSpPr>
        <p:sp>
          <p:nvSpPr>
            <p:cNvPr id="883" name="Straight Connector 882"/>
            <p:cNvSpPr/>
            <p:nvPr/>
          </p:nvSpPr>
          <p:spPr>
            <a:xfrm flipV="1">
              <a:off x="7667124" y="1313752"/>
              <a:ext cx="72192" cy="38090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4" name="Straight Connector 883"/>
            <p:cNvSpPr/>
            <p:nvPr/>
          </p:nvSpPr>
          <p:spPr>
            <a:xfrm flipV="1">
              <a:off x="7667124" y="1313752"/>
              <a:ext cx="55123" cy="11437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5" name="Straight Connector 884"/>
            <p:cNvSpPr/>
            <p:nvPr/>
          </p:nvSpPr>
          <p:spPr>
            <a:xfrm>
              <a:off x="7657675" y="1313752"/>
              <a:ext cx="9448" cy="12661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0" name="Group 889"/>
          <p:cNvGrpSpPr/>
          <p:nvPr/>
        </p:nvGrpSpPr>
        <p:grpSpPr>
          <a:xfrm>
            <a:off x="7786929" y="1028073"/>
            <a:ext cx="90875" cy="285678"/>
            <a:chOff x="7786929" y="1028073"/>
            <a:chExt cx="90875" cy="285678"/>
          </a:xfrm>
        </p:grpSpPr>
        <p:sp>
          <p:nvSpPr>
            <p:cNvPr id="887" name="Straight Connector 886"/>
            <p:cNvSpPr/>
            <p:nvPr/>
          </p:nvSpPr>
          <p:spPr>
            <a:xfrm>
              <a:off x="7786929" y="1028073"/>
              <a:ext cx="90875" cy="2856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8" name="Straight Connector 887"/>
            <p:cNvSpPr/>
            <p:nvPr/>
          </p:nvSpPr>
          <p:spPr>
            <a:xfrm>
              <a:off x="7871942" y="1028073"/>
              <a:ext cx="5862" cy="12683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9" name="Straight Connector 888"/>
            <p:cNvSpPr/>
            <p:nvPr/>
          </p:nvSpPr>
          <p:spPr>
            <a:xfrm>
              <a:off x="7809313" y="1028073"/>
              <a:ext cx="68491" cy="1069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4" name="Group 893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891" name="Straight Connector 890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2" name="Straight Connector 891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3" name="Straight Connector 892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8" name="Group 897"/>
          <p:cNvGrpSpPr/>
          <p:nvPr/>
        </p:nvGrpSpPr>
        <p:grpSpPr>
          <a:xfrm>
            <a:off x="7154886" y="1028073"/>
            <a:ext cx="108977" cy="761810"/>
            <a:chOff x="7154886" y="1028073"/>
            <a:chExt cx="108977" cy="761810"/>
          </a:xfrm>
        </p:grpSpPr>
        <p:sp>
          <p:nvSpPr>
            <p:cNvPr id="895" name="Straight Connector 894"/>
            <p:cNvSpPr/>
            <p:nvPr/>
          </p:nvSpPr>
          <p:spPr>
            <a:xfrm flipV="1">
              <a:off x="7154886" y="1028073"/>
              <a:ext cx="90875" cy="7618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6" name="Straight Connector 895"/>
            <p:cNvSpPr/>
            <p:nvPr/>
          </p:nvSpPr>
          <p:spPr>
            <a:xfrm flipV="1">
              <a:off x="7198605" y="1671997"/>
              <a:ext cx="47156" cy="11788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7" name="Straight Connector 896"/>
            <p:cNvSpPr/>
            <p:nvPr/>
          </p:nvSpPr>
          <p:spPr>
            <a:xfrm>
              <a:off x="7245761" y="1664212"/>
              <a:ext cx="18102" cy="12567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2" name="Group 901"/>
          <p:cNvGrpSpPr/>
          <p:nvPr/>
        </p:nvGrpSpPr>
        <p:grpSpPr>
          <a:xfrm>
            <a:off x="7365567" y="1123300"/>
            <a:ext cx="106868" cy="666583"/>
            <a:chOff x="7365567" y="1123300"/>
            <a:chExt cx="106868" cy="666583"/>
          </a:xfrm>
        </p:grpSpPr>
        <p:sp>
          <p:nvSpPr>
            <p:cNvPr id="899" name="Straight Connector 898"/>
            <p:cNvSpPr/>
            <p:nvPr/>
          </p:nvSpPr>
          <p:spPr>
            <a:xfrm>
              <a:off x="7365567" y="1123300"/>
              <a:ext cx="90875" cy="66658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0" name="Straight Connector 899"/>
            <p:cNvSpPr/>
            <p:nvPr/>
          </p:nvSpPr>
          <p:spPr>
            <a:xfrm flipV="1">
              <a:off x="7456442" y="1123300"/>
              <a:ext cx="15993" cy="12595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1" name="Straight Connector 900"/>
            <p:cNvSpPr/>
            <p:nvPr/>
          </p:nvSpPr>
          <p:spPr>
            <a:xfrm>
              <a:off x="7407316" y="1123300"/>
              <a:ext cx="49126" cy="11707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6" name="Group 905"/>
          <p:cNvGrpSpPr/>
          <p:nvPr/>
        </p:nvGrpSpPr>
        <p:grpSpPr>
          <a:xfrm>
            <a:off x="7576248" y="1123300"/>
            <a:ext cx="111937" cy="952262"/>
            <a:chOff x="7576248" y="1123300"/>
            <a:chExt cx="111937" cy="952262"/>
          </a:xfrm>
        </p:grpSpPr>
        <p:sp>
          <p:nvSpPr>
            <p:cNvPr id="903" name="Straight Connector 902"/>
            <p:cNvSpPr/>
            <p:nvPr/>
          </p:nvSpPr>
          <p:spPr>
            <a:xfrm flipV="1">
              <a:off x="7576248" y="1123300"/>
              <a:ext cx="90875" cy="95226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4" name="Straight Connector 903"/>
            <p:cNvSpPr/>
            <p:nvPr/>
          </p:nvSpPr>
          <p:spPr>
            <a:xfrm flipV="1">
              <a:off x="7622760" y="1956597"/>
              <a:ext cx="44363" cy="11896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5" name="Straight Connector 904"/>
            <p:cNvSpPr/>
            <p:nvPr/>
          </p:nvSpPr>
          <p:spPr>
            <a:xfrm>
              <a:off x="7667124" y="1950353"/>
              <a:ext cx="21061" cy="12520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10" name="Group 909"/>
          <p:cNvGrpSpPr/>
          <p:nvPr/>
        </p:nvGrpSpPr>
        <p:grpSpPr>
          <a:xfrm>
            <a:off x="7786929" y="1028073"/>
            <a:ext cx="113013" cy="1047488"/>
            <a:chOff x="7786929" y="1028073"/>
            <a:chExt cx="113013" cy="1047488"/>
          </a:xfrm>
        </p:grpSpPr>
        <p:sp>
          <p:nvSpPr>
            <p:cNvPr id="907" name="Straight Connector 906"/>
            <p:cNvSpPr/>
            <p:nvPr/>
          </p:nvSpPr>
          <p:spPr>
            <a:xfrm>
              <a:off x="7786929" y="1028073"/>
              <a:ext cx="90875" cy="104748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8" name="Straight Connector 907"/>
            <p:cNvSpPr/>
            <p:nvPr/>
          </p:nvSpPr>
          <p:spPr>
            <a:xfrm flipV="1">
              <a:off x="7877805" y="1028073"/>
              <a:ext cx="22137" cy="12502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9" name="Straight Connector 908"/>
            <p:cNvSpPr/>
            <p:nvPr/>
          </p:nvSpPr>
          <p:spPr>
            <a:xfrm>
              <a:off x="7834467" y="1028073"/>
              <a:ext cx="43337" cy="11934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14" name="Group 913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911" name="Straight Connector 910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2" name="Straight Connector 911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3" name="Straight Connector 912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18" name="Group 917"/>
          <p:cNvGrpSpPr/>
          <p:nvPr/>
        </p:nvGrpSpPr>
        <p:grpSpPr>
          <a:xfrm>
            <a:off x="7123119" y="995213"/>
            <a:ext cx="122642" cy="65720"/>
            <a:chOff x="7123119" y="995213"/>
            <a:chExt cx="122642" cy="65720"/>
          </a:xfrm>
        </p:grpSpPr>
        <p:sp>
          <p:nvSpPr>
            <p:cNvPr id="915" name="Straight Connector 914"/>
            <p:cNvSpPr/>
            <p:nvPr/>
          </p:nvSpPr>
          <p:spPr>
            <a:xfrm>
              <a:off x="7154886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6" name="Straight Connector 915"/>
            <p:cNvSpPr/>
            <p:nvPr/>
          </p:nvSpPr>
          <p:spPr>
            <a:xfrm>
              <a:off x="7123119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7" name="Straight Connector 916"/>
            <p:cNvSpPr/>
            <p:nvPr/>
          </p:nvSpPr>
          <p:spPr>
            <a:xfrm flipV="1">
              <a:off x="7123119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2" name="Group 921"/>
          <p:cNvGrpSpPr/>
          <p:nvPr/>
        </p:nvGrpSpPr>
        <p:grpSpPr>
          <a:xfrm>
            <a:off x="7347999" y="1011889"/>
            <a:ext cx="108443" cy="111411"/>
            <a:chOff x="7347999" y="1011889"/>
            <a:chExt cx="108443" cy="111411"/>
          </a:xfrm>
        </p:grpSpPr>
        <p:sp>
          <p:nvSpPr>
            <p:cNvPr id="919" name="Straight Connector 918"/>
            <p:cNvSpPr/>
            <p:nvPr/>
          </p:nvSpPr>
          <p:spPr>
            <a:xfrm flipV="1">
              <a:off x="7365567" y="1028073"/>
              <a:ext cx="90875" cy="952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0" name="Straight Connector 919"/>
            <p:cNvSpPr/>
            <p:nvPr/>
          </p:nvSpPr>
          <p:spPr>
            <a:xfrm flipV="1">
              <a:off x="7347999" y="1057262"/>
              <a:ext cx="108443" cy="6603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1" name="Straight Connector 920"/>
            <p:cNvSpPr/>
            <p:nvPr/>
          </p:nvSpPr>
          <p:spPr>
            <a:xfrm flipV="1">
              <a:off x="7395545" y="1011889"/>
              <a:ext cx="60897" cy="11141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6" name="Group 925"/>
          <p:cNvGrpSpPr/>
          <p:nvPr/>
        </p:nvGrpSpPr>
        <p:grpSpPr>
          <a:xfrm>
            <a:off x="7558680" y="1028073"/>
            <a:ext cx="108443" cy="111411"/>
            <a:chOff x="7558680" y="1028073"/>
            <a:chExt cx="108443" cy="111411"/>
          </a:xfrm>
        </p:grpSpPr>
        <p:sp>
          <p:nvSpPr>
            <p:cNvPr id="923" name="Straight Connector 922"/>
            <p:cNvSpPr/>
            <p:nvPr/>
          </p:nvSpPr>
          <p:spPr>
            <a:xfrm>
              <a:off x="7576248" y="1028073"/>
              <a:ext cx="90875" cy="952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4" name="Straight Connector 923"/>
            <p:cNvSpPr/>
            <p:nvPr/>
          </p:nvSpPr>
          <p:spPr>
            <a:xfrm>
              <a:off x="7606226" y="1028073"/>
              <a:ext cx="60897" cy="11141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5" name="Straight Connector 924"/>
            <p:cNvSpPr/>
            <p:nvPr/>
          </p:nvSpPr>
          <p:spPr>
            <a:xfrm>
              <a:off x="7558680" y="1028073"/>
              <a:ext cx="108443" cy="6603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30" name="Group 929"/>
          <p:cNvGrpSpPr/>
          <p:nvPr/>
        </p:nvGrpSpPr>
        <p:grpSpPr>
          <a:xfrm>
            <a:off x="7755163" y="995213"/>
            <a:ext cx="122642" cy="65720"/>
            <a:chOff x="7755163" y="995213"/>
            <a:chExt cx="122642" cy="65720"/>
          </a:xfrm>
        </p:grpSpPr>
        <p:sp>
          <p:nvSpPr>
            <p:cNvPr id="927" name="Straight Connector 926"/>
            <p:cNvSpPr/>
            <p:nvPr/>
          </p:nvSpPr>
          <p:spPr>
            <a:xfrm>
              <a:off x="7786929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8" name="Straight Connector 927"/>
            <p:cNvSpPr/>
            <p:nvPr/>
          </p:nvSpPr>
          <p:spPr>
            <a:xfrm>
              <a:off x="7755163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9" name="Straight Connector 928"/>
            <p:cNvSpPr/>
            <p:nvPr/>
          </p:nvSpPr>
          <p:spPr>
            <a:xfrm flipV="1">
              <a:off x="7755163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34" name="Group 933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931" name="Straight Connector 930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2" name="Straight Connector 931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3" name="Straight Connector 932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38" name="Group 937"/>
          <p:cNvGrpSpPr/>
          <p:nvPr/>
        </p:nvGrpSpPr>
        <p:grpSpPr>
          <a:xfrm>
            <a:off x="7154886" y="1028073"/>
            <a:ext cx="108977" cy="761810"/>
            <a:chOff x="7154886" y="1028073"/>
            <a:chExt cx="108977" cy="761810"/>
          </a:xfrm>
        </p:grpSpPr>
        <p:sp>
          <p:nvSpPr>
            <p:cNvPr id="935" name="Straight Connector 934"/>
            <p:cNvSpPr/>
            <p:nvPr/>
          </p:nvSpPr>
          <p:spPr>
            <a:xfrm flipV="1">
              <a:off x="7154886" y="1028073"/>
              <a:ext cx="90875" cy="7618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6" name="Straight Connector 935"/>
            <p:cNvSpPr/>
            <p:nvPr/>
          </p:nvSpPr>
          <p:spPr>
            <a:xfrm flipV="1">
              <a:off x="7198605" y="1671997"/>
              <a:ext cx="47156" cy="11788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7" name="Straight Connector 936"/>
            <p:cNvSpPr/>
            <p:nvPr/>
          </p:nvSpPr>
          <p:spPr>
            <a:xfrm>
              <a:off x="7245761" y="1664212"/>
              <a:ext cx="18102" cy="12567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42" name="Group 941"/>
          <p:cNvGrpSpPr/>
          <p:nvPr/>
        </p:nvGrpSpPr>
        <p:grpSpPr>
          <a:xfrm>
            <a:off x="7365567" y="1028073"/>
            <a:ext cx="108977" cy="761810"/>
            <a:chOff x="7365567" y="1028073"/>
            <a:chExt cx="108977" cy="761810"/>
          </a:xfrm>
        </p:grpSpPr>
        <p:sp>
          <p:nvSpPr>
            <p:cNvPr id="939" name="Straight Connector 938"/>
            <p:cNvSpPr/>
            <p:nvPr/>
          </p:nvSpPr>
          <p:spPr>
            <a:xfrm>
              <a:off x="7365567" y="1028073"/>
              <a:ext cx="90875" cy="7618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0" name="Straight Connector 939"/>
            <p:cNvSpPr/>
            <p:nvPr/>
          </p:nvSpPr>
          <p:spPr>
            <a:xfrm flipV="1">
              <a:off x="7456442" y="1028073"/>
              <a:ext cx="18102" cy="12567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1" name="Straight Connector 940"/>
            <p:cNvSpPr/>
            <p:nvPr/>
          </p:nvSpPr>
          <p:spPr>
            <a:xfrm>
              <a:off x="7409286" y="1028073"/>
              <a:ext cx="47156" cy="11788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46" name="Group 945"/>
          <p:cNvGrpSpPr/>
          <p:nvPr/>
        </p:nvGrpSpPr>
        <p:grpSpPr>
          <a:xfrm>
            <a:off x="7576248" y="1028073"/>
            <a:ext cx="90875" cy="285679"/>
            <a:chOff x="7576248" y="1028073"/>
            <a:chExt cx="90875" cy="285679"/>
          </a:xfrm>
        </p:grpSpPr>
        <p:sp>
          <p:nvSpPr>
            <p:cNvPr id="943" name="Straight Connector 942"/>
            <p:cNvSpPr/>
            <p:nvPr/>
          </p:nvSpPr>
          <p:spPr>
            <a:xfrm flipV="1">
              <a:off x="7576248" y="1028073"/>
              <a:ext cx="90875" cy="2856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4" name="Straight Connector 943"/>
            <p:cNvSpPr/>
            <p:nvPr/>
          </p:nvSpPr>
          <p:spPr>
            <a:xfrm flipV="1">
              <a:off x="7598632" y="1206842"/>
              <a:ext cx="68491" cy="1069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5" name="Straight Connector 944"/>
            <p:cNvSpPr/>
            <p:nvPr/>
          </p:nvSpPr>
          <p:spPr>
            <a:xfrm flipV="1">
              <a:off x="7661261" y="1186919"/>
              <a:ext cx="5862" cy="12683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50" name="Group 949"/>
          <p:cNvGrpSpPr/>
          <p:nvPr/>
        </p:nvGrpSpPr>
        <p:grpSpPr>
          <a:xfrm>
            <a:off x="7786929" y="1028073"/>
            <a:ext cx="90875" cy="285678"/>
            <a:chOff x="7786929" y="1028073"/>
            <a:chExt cx="90875" cy="285678"/>
          </a:xfrm>
        </p:grpSpPr>
        <p:sp>
          <p:nvSpPr>
            <p:cNvPr id="947" name="Straight Connector 946"/>
            <p:cNvSpPr/>
            <p:nvPr/>
          </p:nvSpPr>
          <p:spPr>
            <a:xfrm>
              <a:off x="7786929" y="1028073"/>
              <a:ext cx="90875" cy="2856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8" name="Straight Connector 947"/>
            <p:cNvSpPr/>
            <p:nvPr/>
          </p:nvSpPr>
          <p:spPr>
            <a:xfrm>
              <a:off x="7871942" y="1028073"/>
              <a:ext cx="5862" cy="12683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9" name="Straight Connector 948"/>
            <p:cNvSpPr/>
            <p:nvPr/>
          </p:nvSpPr>
          <p:spPr>
            <a:xfrm>
              <a:off x="7809313" y="1028073"/>
              <a:ext cx="68491" cy="1069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54" name="Group 953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951" name="Straight Connector 950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2" name="Straight Connector 951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3" name="Straight Connector 952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58" name="Group 957"/>
          <p:cNvGrpSpPr/>
          <p:nvPr/>
        </p:nvGrpSpPr>
        <p:grpSpPr>
          <a:xfrm>
            <a:off x="7137318" y="1011889"/>
            <a:ext cx="108443" cy="111411"/>
            <a:chOff x="7137318" y="1011889"/>
            <a:chExt cx="108443" cy="111411"/>
          </a:xfrm>
        </p:grpSpPr>
        <p:sp>
          <p:nvSpPr>
            <p:cNvPr id="955" name="Straight Connector 954"/>
            <p:cNvSpPr/>
            <p:nvPr/>
          </p:nvSpPr>
          <p:spPr>
            <a:xfrm flipV="1">
              <a:off x="7154886" y="1028073"/>
              <a:ext cx="90875" cy="952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6" name="Straight Connector 955"/>
            <p:cNvSpPr/>
            <p:nvPr/>
          </p:nvSpPr>
          <p:spPr>
            <a:xfrm flipV="1">
              <a:off x="7137318" y="1057262"/>
              <a:ext cx="108443" cy="6603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7" name="Straight Connector 956"/>
            <p:cNvSpPr/>
            <p:nvPr/>
          </p:nvSpPr>
          <p:spPr>
            <a:xfrm flipV="1">
              <a:off x="7184863" y="1011889"/>
              <a:ext cx="60897" cy="11141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62" name="Group 961"/>
          <p:cNvGrpSpPr/>
          <p:nvPr/>
        </p:nvGrpSpPr>
        <p:grpSpPr>
          <a:xfrm>
            <a:off x="7333800" y="1090439"/>
            <a:ext cx="122642" cy="65721"/>
            <a:chOff x="7333800" y="1090439"/>
            <a:chExt cx="122642" cy="65721"/>
          </a:xfrm>
        </p:grpSpPr>
        <p:sp>
          <p:nvSpPr>
            <p:cNvPr id="959" name="Straight Connector 958"/>
            <p:cNvSpPr/>
            <p:nvPr/>
          </p:nvSpPr>
          <p:spPr>
            <a:xfrm>
              <a:off x="7365567" y="1123300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0" name="Straight Connector 959"/>
            <p:cNvSpPr/>
            <p:nvPr/>
          </p:nvSpPr>
          <p:spPr>
            <a:xfrm>
              <a:off x="7333800" y="1123300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1" name="Straight Connector 960"/>
            <p:cNvSpPr/>
            <p:nvPr/>
          </p:nvSpPr>
          <p:spPr>
            <a:xfrm flipV="1">
              <a:off x="7333800" y="1090439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66" name="Group 965"/>
          <p:cNvGrpSpPr/>
          <p:nvPr/>
        </p:nvGrpSpPr>
        <p:grpSpPr>
          <a:xfrm>
            <a:off x="7576248" y="1123300"/>
            <a:ext cx="110621" cy="857036"/>
            <a:chOff x="7576248" y="1123300"/>
            <a:chExt cx="110621" cy="857036"/>
          </a:xfrm>
        </p:grpSpPr>
        <p:sp>
          <p:nvSpPr>
            <p:cNvPr id="963" name="Straight Connector 962"/>
            <p:cNvSpPr/>
            <p:nvPr/>
          </p:nvSpPr>
          <p:spPr>
            <a:xfrm flipV="1">
              <a:off x="7576248" y="1123300"/>
              <a:ext cx="90875" cy="85703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4" name="Straight Connector 963"/>
            <p:cNvSpPr/>
            <p:nvPr/>
          </p:nvSpPr>
          <p:spPr>
            <a:xfrm flipV="1">
              <a:off x="7621514" y="1861842"/>
              <a:ext cx="45609" cy="11849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5" name="Straight Connector 964"/>
            <p:cNvSpPr/>
            <p:nvPr/>
          </p:nvSpPr>
          <p:spPr>
            <a:xfrm>
              <a:off x="7667124" y="1854913"/>
              <a:ext cx="19745" cy="12542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70" name="Group 969"/>
          <p:cNvGrpSpPr/>
          <p:nvPr/>
        </p:nvGrpSpPr>
        <p:grpSpPr>
          <a:xfrm>
            <a:off x="7786929" y="1028073"/>
            <a:ext cx="111937" cy="952262"/>
            <a:chOff x="7786929" y="1028073"/>
            <a:chExt cx="111937" cy="952262"/>
          </a:xfrm>
        </p:grpSpPr>
        <p:sp>
          <p:nvSpPr>
            <p:cNvPr id="967" name="Straight Connector 966"/>
            <p:cNvSpPr/>
            <p:nvPr/>
          </p:nvSpPr>
          <p:spPr>
            <a:xfrm>
              <a:off x="7786929" y="1028073"/>
              <a:ext cx="90875" cy="95226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8" name="Straight Connector 967"/>
            <p:cNvSpPr/>
            <p:nvPr/>
          </p:nvSpPr>
          <p:spPr>
            <a:xfrm flipV="1">
              <a:off x="7877805" y="1028073"/>
              <a:ext cx="21061" cy="12520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9" name="Straight Connector 968"/>
            <p:cNvSpPr/>
            <p:nvPr/>
          </p:nvSpPr>
          <p:spPr>
            <a:xfrm>
              <a:off x="7833442" y="1028073"/>
              <a:ext cx="44363" cy="11896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74" name="Group 973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971" name="Straight Connector 970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2" name="Straight Connector 971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3" name="Straight Connector 972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78" name="Group 977"/>
          <p:cNvGrpSpPr/>
          <p:nvPr/>
        </p:nvGrpSpPr>
        <p:grpSpPr>
          <a:xfrm>
            <a:off x="7123119" y="995213"/>
            <a:ext cx="122642" cy="65720"/>
            <a:chOff x="7123119" y="995213"/>
            <a:chExt cx="122642" cy="65720"/>
          </a:xfrm>
        </p:grpSpPr>
        <p:sp>
          <p:nvSpPr>
            <p:cNvPr id="975" name="Straight Connector 974"/>
            <p:cNvSpPr/>
            <p:nvPr/>
          </p:nvSpPr>
          <p:spPr>
            <a:xfrm>
              <a:off x="7154886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6" name="Straight Connector 975"/>
            <p:cNvSpPr/>
            <p:nvPr/>
          </p:nvSpPr>
          <p:spPr>
            <a:xfrm>
              <a:off x="7123119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7" name="Straight Connector 976"/>
            <p:cNvSpPr/>
            <p:nvPr/>
          </p:nvSpPr>
          <p:spPr>
            <a:xfrm flipV="1">
              <a:off x="7123119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82" name="Group 981"/>
          <p:cNvGrpSpPr/>
          <p:nvPr/>
        </p:nvGrpSpPr>
        <p:grpSpPr>
          <a:xfrm>
            <a:off x="7333800" y="995213"/>
            <a:ext cx="122642" cy="65720"/>
            <a:chOff x="7333800" y="995213"/>
            <a:chExt cx="122642" cy="65720"/>
          </a:xfrm>
        </p:grpSpPr>
        <p:sp>
          <p:nvSpPr>
            <p:cNvPr id="979" name="Straight Connector 978"/>
            <p:cNvSpPr/>
            <p:nvPr/>
          </p:nvSpPr>
          <p:spPr>
            <a:xfrm>
              <a:off x="7365567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0" name="Straight Connector 979"/>
            <p:cNvSpPr/>
            <p:nvPr/>
          </p:nvSpPr>
          <p:spPr>
            <a:xfrm>
              <a:off x="7333800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1" name="Straight Connector 980"/>
            <p:cNvSpPr/>
            <p:nvPr/>
          </p:nvSpPr>
          <p:spPr>
            <a:xfrm flipV="1">
              <a:off x="7333800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86" name="Group 985"/>
          <p:cNvGrpSpPr/>
          <p:nvPr/>
        </p:nvGrpSpPr>
        <p:grpSpPr>
          <a:xfrm>
            <a:off x="7576248" y="1028073"/>
            <a:ext cx="111937" cy="952263"/>
            <a:chOff x="7576248" y="1028073"/>
            <a:chExt cx="111937" cy="952263"/>
          </a:xfrm>
        </p:grpSpPr>
        <p:sp>
          <p:nvSpPr>
            <p:cNvPr id="983" name="Straight Connector 982"/>
            <p:cNvSpPr/>
            <p:nvPr/>
          </p:nvSpPr>
          <p:spPr>
            <a:xfrm flipV="1">
              <a:off x="7576248" y="1028073"/>
              <a:ext cx="90875" cy="95226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4" name="Straight Connector 983"/>
            <p:cNvSpPr/>
            <p:nvPr/>
          </p:nvSpPr>
          <p:spPr>
            <a:xfrm flipV="1">
              <a:off x="7622760" y="1861370"/>
              <a:ext cx="44363" cy="11896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5" name="Straight Connector 984"/>
            <p:cNvSpPr/>
            <p:nvPr/>
          </p:nvSpPr>
          <p:spPr>
            <a:xfrm>
              <a:off x="7667124" y="1855127"/>
              <a:ext cx="21061" cy="12520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0" name="Group 989"/>
          <p:cNvGrpSpPr/>
          <p:nvPr/>
        </p:nvGrpSpPr>
        <p:grpSpPr>
          <a:xfrm>
            <a:off x="7786929" y="1028073"/>
            <a:ext cx="111937" cy="952262"/>
            <a:chOff x="7786929" y="1028073"/>
            <a:chExt cx="111937" cy="952262"/>
          </a:xfrm>
        </p:grpSpPr>
        <p:sp>
          <p:nvSpPr>
            <p:cNvPr id="987" name="Straight Connector 986"/>
            <p:cNvSpPr/>
            <p:nvPr/>
          </p:nvSpPr>
          <p:spPr>
            <a:xfrm>
              <a:off x="7786929" y="1028073"/>
              <a:ext cx="90875" cy="95226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8" name="Straight Connector 987"/>
            <p:cNvSpPr/>
            <p:nvPr/>
          </p:nvSpPr>
          <p:spPr>
            <a:xfrm flipV="1">
              <a:off x="7877805" y="1028073"/>
              <a:ext cx="21061" cy="12520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9" name="Straight Connector 988"/>
            <p:cNvSpPr/>
            <p:nvPr/>
          </p:nvSpPr>
          <p:spPr>
            <a:xfrm>
              <a:off x="7833442" y="1028073"/>
              <a:ext cx="44363" cy="11896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4" name="Group 993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991" name="Straight Connector 990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2" name="Straight Connector 991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3" name="Straight Connector 992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8" name="Group 997"/>
          <p:cNvGrpSpPr/>
          <p:nvPr/>
        </p:nvGrpSpPr>
        <p:grpSpPr>
          <a:xfrm>
            <a:off x="7137318" y="1011889"/>
            <a:ext cx="108443" cy="111411"/>
            <a:chOff x="7137318" y="1011889"/>
            <a:chExt cx="108443" cy="111411"/>
          </a:xfrm>
        </p:grpSpPr>
        <p:sp>
          <p:nvSpPr>
            <p:cNvPr id="995" name="Straight Connector 994"/>
            <p:cNvSpPr/>
            <p:nvPr/>
          </p:nvSpPr>
          <p:spPr>
            <a:xfrm flipV="1">
              <a:off x="7154886" y="1028073"/>
              <a:ext cx="90875" cy="952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6" name="Straight Connector 995"/>
            <p:cNvSpPr/>
            <p:nvPr/>
          </p:nvSpPr>
          <p:spPr>
            <a:xfrm flipV="1">
              <a:off x="7137318" y="1057262"/>
              <a:ext cx="108443" cy="6603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7" name="Straight Connector 996"/>
            <p:cNvSpPr/>
            <p:nvPr/>
          </p:nvSpPr>
          <p:spPr>
            <a:xfrm flipV="1">
              <a:off x="7184863" y="1011889"/>
              <a:ext cx="60897" cy="11141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02" name="Group 1001"/>
          <p:cNvGrpSpPr/>
          <p:nvPr/>
        </p:nvGrpSpPr>
        <p:grpSpPr>
          <a:xfrm>
            <a:off x="7347999" y="1028073"/>
            <a:ext cx="108443" cy="111411"/>
            <a:chOff x="7347999" y="1028073"/>
            <a:chExt cx="108443" cy="111411"/>
          </a:xfrm>
        </p:grpSpPr>
        <p:sp>
          <p:nvSpPr>
            <p:cNvPr id="999" name="Straight Connector 998"/>
            <p:cNvSpPr/>
            <p:nvPr/>
          </p:nvSpPr>
          <p:spPr>
            <a:xfrm>
              <a:off x="7365567" y="1028073"/>
              <a:ext cx="90875" cy="952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0" name="Straight Connector 999"/>
            <p:cNvSpPr/>
            <p:nvPr/>
          </p:nvSpPr>
          <p:spPr>
            <a:xfrm>
              <a:off x="7395545" y="1028073"/>
              <a:ext cx="60897" cy="11141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1" name="Straight Connector 1000"/>
            <p:cNvSpPr/>
            <p:nvPr/>
          </p:nvSpPr>
          <p:spPr>
            <a:xfrm>
              <a:off x="7347999" y="1028073"/>
              <a:ext cx="108443" cy="6603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06" name="Group 1005"/>
          <p:cNvGrpSpPr/>
          <p:nvPr/>
        </p:nvGrpSpPr>
        <p:grpSpPr>
          <a:xfrm>
            <a:off x="7576248" y="1028073"/>
            <a:ext cx="196216" cy="666584"/>
            <a:chOff x="7576248" y="1028073"/>
            <a:chExt cx="196216" cy="666584"/>
          </a:xfrm>
        </p:grpSpPr>
        <p:sp>
          <p:nvSpPr>
            <p:cNvPr id="1003" name="Straight Connector 1002"/>
            <p:cNvSpPr/>
            <p:nvPr/>
          </p:nvSpPr>
          <p:spPr>
            <a:xfrm flipV="1">
              <a:off x="7576248" y="1028073"/>
              <a:ext cx="196216" cy="66658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4" name="Straight Connector 1003"/>
            <p:cNvSpPr/>
            <p:nvPr/>
          </p:nvSpPr>
          <p:spPr>
            <a:xfrm flipV="1">
              <a:off x="7706309" y="1586286"/>
              <a:ext cx="66155" cy="10837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5" name="Straight Connector 1004"/>
            <p:cNvSpPr/>
            <p:nvPr/>
          </p:nvSpPr>
          <p:spPr>
            <a:xfrm flipV="1">
              <a:off x="7769356" y="1567727"/>
              <a:ext cx="3108" cy="12693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10" name="Group 1009"/>
          <p:cNvGrpSpPr/>
          <p:nvPr/>
        </p:nvGrpSpPr>
        <p:grpSpPr>
          <a:xfrm>
            <a:off x="7838893" y="1028073"/>
            <a:ext cx="65641" cy="666583"/>
            <a:chOff x="7838893" y="1028073"/>
            <a:chExt cx="65641" cy="666583"/>
          </a:xfrm>
        </p:grpSpPr>
        <p:sp>
          <p:nvSpPr>
            <p:cNvPr id="1007" name="Straight Connector 1006"/>
            <p:cNvSpPr/>
            <p:nvPr/>
          </p:nvSpPr>
          <p:spPr>
            <a:xfrm>
              <a:off x="7844657" y="1028073"/>
              <a:ext cx="33148" cy="66658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8" name="Straight Connector 1007"/>
            <p:cNvSpPr/>
            <p:nvPr/>
          </p:nvSpPr>
          <p:spPr>
            <a:xfrm flipV="1">
              <a:off x="7877805" y="1028073"/>
              <a:ext cx="26729" cy="12412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9" name="Straight Connector 1008"/>
            <p:cNvSpPr/>
            <p:nvPr/>
          </p:nvSpPr>
          <p:spPr>
            <a:xfrm>
              <a:off x="7838893" y="1028073"/>
              <a:ext cx="38911" cy="12085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14" name="Group 1013"/>
          <p:cNvGrpSpPr/>
          <p:nvPr/>
        </p:nvGrpSpPr>
        <p:grpSpPr>
          <a:xfrm>
            <a:off x="5455181" y="1694657"/>
            <a:ext cx="330486" cy="190453"/>
            <a:chOff x="5455181" y="1694657"/>
            <a:chExt cx="330486" cy="190453"/>
          </a:xfrm>
        </p:grpSpPr>
        <p:sp>
          <p:nvSpPr>
            <p:cNvPr id="1011" name="Straight Connector 1010"/>
            <p:cNvSpPr/>
            <p:nvPr/>
          </p:nvSpPr>
          <p:spPr>
            <a:xfrm>
              <a:off x="5455181" y="1694657"/>
              <a:ext cx="330486" cy="1904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2" name="Straight Connector 1011"/>
            <p:cNvSpPr/>
            <p:nvPr/>
          </p:nvSpPr>
          <p:spPr>
            <a:xfrm>
              <a:off x="5455181" y="1795403"/>
              <a:ext cx="89853" cy="8970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3" name="Straight Connector 1012"/>
            <p:cNvSpPr/>
            <p:nvPr/>
          </p:nvSpPr>
          <p:spPr>
            <a:xfrm>
              <a:off x="5455181" y="1852346"/>
              <a:ext cx="122668" cy="3276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18" name="Group 1017"/>
          <p:cNvGrpSpPr/>
          <p:nvPr/>
        </p:nvGrpSpPr>
        <p:grpSpPr>
          <a:xfrm>
            <a:off x="5574987" y="1694657"/>
            <a:ext cx="512237" cy="190452"/>
            <a:chOff x="5574987" y="1694657"/>
            <a:chExt cx="512237" cy="190452"/>
          </a:xfrm>
        </p:grpSpPr>
        <p:sp>
          <p:nvSpPr>
            <p:cNvPr id="1015" name="Straight Connector 1014"/>
            <p:cNvSpPr/>
            <p:nvPr/>
          </p:nvSpPr>
          <p:spPr>
            <a:xfrm>
              <a:off x="5574987" y="1694657"/>
              <a:ext cx="512237" cy="1904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6" name="Straight Connector 1015"/>
            <p:cNvSpPr/>
            <p:nvPr/>
          </p:nvSpPr>
          <p:spPr>
            <a:xfrm>
              <a:off x="5983723" y="1694657"/>
              <a:ext cx="103501" cy="7354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7" name="Straight Connector 1016"/>
            <p:cNvSpPr/>
            <p:nvPr/>
          </p:nvSpPr>
          <p:spPr>
            <a:xfrm>
              <a:off x="5960819" y="1694657"/>
              <a:ext cx="126405" cy="1193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22" name="Group 1021"/>
          <p:cNvGrpSpPr/>
          <p:nvPr/>
        </p:nvGrpSpPr>
        <p:grpSpPr>
          <a:xfrm>
            <a:off x="6333967" y="1694657"/>
            <a:ext cx="350117" cy="190452"/>
            <a:chOff x="6333967" y="1694657"/>
            <a:chExt cx="350117" cy="190452"/>
          </a:xfrm>
        </p:grpSpPr>
        <p:sp>
          <p:nvSpPr>
            <p:cNvPr id="1019" name="Straight Connector 1018"/>
            <p:cNvSpPr/>
            <p:nvPr/>
          </p:nvSpPr>
          <p:spPr>
            <a:xfrm flipV="1">
              <a:off x="6333967" y="1694657"/>
              <a:ext cx="350117" cy="1904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0" name="Straight Connector 1019"/>
            <p:cNvSpPr/>
            <p:nvPr/>
          </p:nvSpPr>
          <p:spPr>
            <a:xfrm flipV="1">
              <a:off x="6560648" y="1855372"/>
              <a:ext cx="123436" cy="2973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1" name="Straight Connector 1020"/>
            <p:cNvSpPr/>
            <p:nvPr/>
          </p:nvSpPr>
          <p:spPr>
            <a:xfrm flipV="1">
              <a:off x="6592053" y="1797639"/>
              <a:ext cx="92031" cy="8747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26" name="Group 1025"/>
          <p:cNvGrpSpPr/>
          <p:nvPr/>
        </p:nvGrpSpPr>
        <p:grpSpPr>
          <a:xfrm>
            <a:off x="6883214" y="1694657"/>
            <a:ext cx="187049" cy="190452"/>
            <a:chOff x="6883214" y="1694657"/>
            <a:chExt cx="187049" cy="190452"/>
          </a:xfrm>
        </p:grpSpPr>
        <p:sp>
          <p:nvSpPr>
            <p:cNvPr id="1023" name="Straight Connector 1022"/>
            <p:cNvSpPr/>
            <p:nvPr/>
          </p:nvSpPr>
          <p:spPr>
            <a:xfrm>
              <a:off x="6883214" y="1694657"/>
              <a:ext cx="187049" cy="1904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4" name="Straight Connector 1023"/>
            <p:cNvSpPr/>
            <p:nvPr/>
          </p:nvSpPr>
          <p:spPr>
            <a:xfrm>
              <a:off x="7007772" y="1694657"/>
              <a:ext cx="62491" cy="11052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5" name="Straight Connector 1024"/>
            <p:cNvSpPr/>
            <p:nvPr/>
          </p:nvSpPr>
          <p:spPr>
            <a:xfrm>
              <a:off x="6960883" y="1694657"/>
              <a:ext cx="109380" cy="6447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30" name="Group 1029"/>
          <p:cNvGrpSpPr/>
          <p:nvPr/>
        </p:nvGrpSpPr>
        <p:grpSpPr>
          <a:xfrm>
            <a:off x="7096584" y="1694657"/>
            <a:ext cx="64514" cy="190453"/>
            <a:chOff x="7096584" y="1694657"/>
            <a:chExt cx="64514" cy="190453"/>
          </a:xfrm>
        </p:grpSpPr>
        <p:sp>
          <p:nvSpPr>
            <p:cNvPr id="1027" name="Straight Connector 1026"/>
            <p:cNvSpPr/>
            <p:nvPr/>
          </p:nvSpPr>
          <p:spPr>
            <a:xfrm>
              <a:off x="7105447" y="1694657"/>
              <a:ext cx="37008" cy="1904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8" name="Straight Connector 1027"/>
            <p:cNvSpPr/>
            <p:nvPr/>
          </p:nvSpPr>
          <p:spPr>
            <a:xfrm flipV="1">
              <a:off x="7096584" y="1758451"/>
              <a:ext cx="8863" cy="12665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9" name="Straight Connector 1028"/>
            <p:cNvSpPr/>
            <p:nvPr/>
          </p:nvSpPr>
          <p:spPr>
            <a:xfrm>
              <a:off x="7105447" y="1770988"/>
              <a:ext cx="55651" cy="11412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34" name="Group 1033"/>
          <p:cNvGrpSpPr/>
          <p:nvPr/>
        </p:nvGrpSpPr>
        <p:grpSpPr>
          <a:xfrm>
            <a:off x="7256964" y="1852249"/>
            <a:ext cx="129321" cy="65721"/>
            <a:chOff x="7256964" y="1852249"/>
            <a:chExt cx="129321" cy="65721"/>
          </a:xfrm>
        </p:grpSpPr>
        <p:sp>
          <p:nvSpPr>
            <p:cNvPr id="1031" name="Straight Connector 1030"/>
            <p:cNvSpPr/>
            <p:nvPr/>
          </p:nvSpPr>
          <p:spPr>
            <a:xfrm>
              <a:off x="7256964" y="1885110"/>
              <a:ext cx="129321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2" name="Straight Connector 1031"/>
            <p:cNvSpPr/>
            <p:nvPr/>
          </p:nvSpPr>
          <p:spPr>
            <a:xfrm>
              <a:off x="7263643" y="1885110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3" name="Straight Connector 1032"/>
            <p:cNvSpPr/>
            <p:nvPr/>
          </p:nvSpPr>
          <p:spPr>
            <a:xfrm flipV="1">
              <a:off x="7263643" y="1852249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38" name="Group 1037"/>
          <p:cNvGrpSpPr/>
          <p:nvPr/>
        </p:nvGrpSpPr>
        <p:grpSpPr>
          <a:xfrm>
            <a:off x="7537802" y="1694657"/>
            <a:ext cx="129321" cy="190452"/>
            <a:chOff x="7537802" y="1694657"/>
            <a:chExt cx="129321" cy="190452"/>
          </a:xfrm>
        </p:grpSpPr>
        <p:sp>
          <p:nvSpPr>
            <p:cNvPr id="1035" name="Straight Connector 1034"/>
            <p:cNvSpPr/>
            <p:nvPr/>
          </p:nvSpPr>
          <p:spPr>
            <a:xfrm>
              <a:off x="7537802" y="1694657"/>
              <a:ext cx="129321" cy="1904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6" name="Straight Connector 1035"/>
            <p:cNvSpPr/>
            <p:nvPr/>
          </p:nvSpPr>
          <p:spPr>
            <a:xfrm>
              <a:off x="7625414" y="1694657"/>
              <a:ext cx="41709" cy="11992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7" name="Straight Connector 1036"/>
            <p:cNvSpPr/>
            <p:nvPr/>
          </p:nvSpPr>
          <p:spPr>
            <a:xfrm>
              <a:off x="7571042" y="1694657"/>
              <a:ext cx="96081" cy="8300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42" name="Group 1041"/>
          <p:cNvGrpSpPr/>
          <p:nvPr/>
        </p:nvGrpSpPr>
        <p:grpSpPr>
          <a:xfrm>
            <a:off x="7649822" y="1661796"/>
            <a:ext cx="122642" cy="65721"/>
            <a:chOff x="7649822" y="1661796"/>
            <a:chExt cx="122642" cy="65721"/>
          </a:xfrm>
        </p:grpSpPr>
        <p:sp>
          <p:nvSpPr>
            <p:cNvPr id="1039" name="Straight Connector 1038"/>
            <p:cNvSpPr/>
            <p:nvPr/>
          </p:nvSpPr>
          <p:spPr>
            <a:xfrm>
              <a:off x="7739316" y="1694657"/>
              <a:ext cx="33148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0" name="Straight Connector 1039"/>
            <p:cNvSpPr/>
            <p:nvPr/>
          </p:nvSpPr>
          <p:spPr>
            <a:xfrm>
              <a:off x="7649822" y="1694657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1" name="Straight Connector 1040"/>
            <p:cNvSpPr/>
            <p:nvPr/>
          </p:nvSpPr>
          <p:spPr>
            <a:xfrm flipV="1">
              <a:off x="7649822" y="1661796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46" name="Group 1045"/>
          <p:cNvGrpSpPr/>
          <p:nvPr/>
        </p:nvGrpSpPr>
        <p:grpSpPr>
          <a:xfrm>
            <a:off x="7838893" y="1028073"/>
            <a:ext cx="65641" cy="666583"/>
            <a:chOff x="7838893" y="1028073"/>
            <a:chExt cx="65641" cy="666583"/>
          </a:xfrm>
        </p:grpSpPr>
        <p:sp>
          <p:nvSpPr>
            <p:cNvPr id="1043" name="Straight Connector 1042"/>
            <p:cNvSpPr/>
            <p:nvPr/>
          </p:nvSpPr>
          <p:spPr>
            <a:xfrm>
              <a:off x="7844657" y="1028073"/>
              <a:ext cx="33148" cy="66658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4" name="Straight Connector 1043"/>
            <p:cNvSpPr/>
            <p:nvPr/>
          </p:nvSpPr>
          <p:spPr>
            <a:xfrm flipV="1">
              <a:off x="7877805" y="1028073"/>
              <a:ext cx="26729" cy="12412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5" name="Straight Connector 1044"/>
            <p:cNvSpPr/>
            <p:nvPr/>
          </p:nvSpPr>
          <p:spPr>
            <a:xfrm>
              <a:off x="7838893" y="1028073"/>
              <a:ext cx="38911" cy="12085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50" name="Group 1049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1047" name="Straight Connector 1046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8" name="Straight Connector 1047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9" name="Straight Connector 1048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54" name="Group 1053"/>
          <p:cNvGrpSpPr/>
          <p:nvPr/>
        </p:nvGrpSpPr>
        <p:grpSpPr>
          <a:xfrm>
            <a:off x="7154886" y="1028073"/>
            <a:ext cx="108977" cy="761810"/>
            <a:chOff x="7154886" y="1028073"/>
            <a:chExt cx="108977" cy="761810"/>
          </a:xfrm>
        </p:grpSpPr>
        <p:sp>
          <p:nvSpPr>
            <p:cNvPr id="1051" name="Straight Connector 1050"/>
            <p:cNvSpPr/>
            <p:nvPr/>
          </p:nvSpPr>
          <p:spPr>
            <a:xfrm flipV="1">
              <a:off x="7154886" y="1028073"/>
              <a:ext cx="90875" cy="7618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2" name="Straight Connector 1051"/>
            <p:cNvSpPr/>
            <p:nvPr/>
          </p:nvSpPr>
          <p:spPr>
            <a:xfrm flipV="1">
              <a:off x="7198605" y="1671997"/>
              <a:ext cx="47156" cy="11788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3" name="Straight Connector 1052"/>
            <p:cNvSpPr/>
            <p:nvPr/>
          </p:nvSpPr>
          <p:spPr>
            <a:xfrm>
              <a:off x="7245761" y="1664212"/>
              <a:ext cx="18102" cy="12567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58" name="Group 1057"/>
          <p:cNvGrpSpPr/>
          <p:nvPr/>
        </p:nvGrpSpPr>
        <p:grpSpPr>
          <a:xfrm>
            <a:off x="7365567" y="1123300"/>
            <a:ext cx="106868" cy="666583"/>
            <a:chOff x="7365567" y="1123300"/>
            <a:chExt cx="106868" cy="666583"/>
          </a:xfrm>
        </p:grpSpPr>
        <p:sp>
          <p:nvSpPr>
            <p:cNvPr id="1055" name="Straight Connector 1054"/>
            <p:cNvSpPr/>
            <p:nvPr/>
          </p:nvSpPr>
          <p:spPr>
            <a:xfrm>
              <a:off x="7365567" y="1123300"/>
              <a:ext cx="90875" cy="66658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6" name="Straight Connector 1055"/>
            <p:cNvSpPr/>
            <p:nvPr/>
          </p:nvSpPr>
          <p:spPr>
            <a:xfrm flipV="1">
              <a:off x="7456442" y="1123300"/>
              <a:ext cx="15993" cy="12595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7" name="Straight Connector 1056"/>
            <p:cNvSpPr/>
            <p:nvPr/>
          </p:nvSpPr>
          <p:spPr>
            <a:xfrm>
              <a:off x="7407316" y="1123300"/>
              <a:ext cx="49126" cy="11707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2" name="Group 1061"/>
          <p:cNvGrpSpPr/>
          <p:nvPr/>
        </p:nvGrpSpPr>
        <p:grpSpPr>
          <a:xfrm>
            <a:off x="7576248" y="1123300"/>
            <a:ext cx="196216" cy="571357"/>
            <a:chOff x="7576248" y="1123300"/>
            <a:chExt cx="196216" cy="571357"/>
          </a:xfrm>
        </p:grpSpPr>
        <p:sp>
          <p:nvSpPr>
            <p:cNvPr id="1059" name="Straight Connector 1058"/>
            <p:cNvSpPr/>
            <p:nvPr/>
          </p:nvSpPr>
          <p:spPr>
            <a:xfrm flipV="1">
              <a:off x="7576248" y="1123300"/>
              <a:ext cx="196216" cy="57135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0" name="Straight Connector 1059"/>
            <p:cNvSpPr/>
            <p:nvPr/>
          </p:nvSpPr>
          <p:spPr>
            <a:xfrm flipV="1">
              <a:off x="7701551" y="1589338"/>
              <a:ext cx="70913" cy="10531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1" name="Straight Connector 1060"/>
            <p:cNvSpPr/>
            <p:nvPr/>
          </p:nvSpPr>
          <p:spPr>
            <a:xfrm flipV="1">
              <a:off x="7763709" y="1567991"/>
              <a:ext cx="8755" cy="12666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6" name="Group 1065"/>
          <p:cNvGrpSpPr/>
          <p:nvPr/>
        </p:nvGrpSpPr>
        <p:grpSpPr>
          <a:xfrm>
            <a:off x="7838893" y="1028073"/>
            <a:ext cx="65641" cy="666583"/>
            <a:chOff x="7838893" y="1028073"/>
            <a:chExt cx="65641" cy="666583"/>
          </a:xfrm>
        </p:grpSpPr>
        <p:sp>
          <p:nvSpPr>
            <p:cNvPr id="1063" name="Straight Connector 1062"/>
            <p:cNvSpPr/>
            <p:nvPr/>
          </p:nvSpPr>
          <p:spPr>
            <a:xfrm>
              <a:off x="7844657" y="1028073"/>
              <a:ext cx="33148" cy="66658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4" name="Straight Connector 1063"/>
            <p:cNvSpPr/>
            <p:nvPr/>
          </p:nvSpPr>
          <p:spPr>
            <a:xfrm flipV="1">
              <a:off x="7877805" y="1028073"/>
              <a:ext cx="26729" cy="12412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5" name="Straight Connector 1064"/>
            <p:cNvSpPr/>
            <p:nvPr/>
          </p:nvSpPr>
          <p:spPr>
            <a:xfrm>
              <a:off x="7838893" y="1028073"/>
              <a:ext cx="38911" cy="12085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70" name="Group 1069"/>
          <p:cNvGrpSpPr/>
          <p:nvPr/>
        </p:nvGrpSpPr>
        <p:grpSpPr>
          <a:xfrm>
            <a:off x="5753902" y="1661796"/>
            <a:ext cx="122642" cy="65721"/>
            <a:chOff x="5753902" y="1661796"/>
            <a:chExt cx="122642" cy="65721"/>
          </a:xfrm>
        </p:grpSpPr>
        <p:sp>
          <p:nvSpPr>
            <p:cNvPr id="1067" name="Straight Connector 1066"/>
            <p:cNvSpPr/>
            <p:nvPr/>
          </p:nvSpPr>
          <p:spPr>
            <a:xfrm>
              <a:off x="5785668" y="1694657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8" name="Straight Connector 1067"/>
            <p:cNvSpPr/>
            <p:nvPr/>
          </p:nvSpPr>
          <p:spPr>
            <a:xfrm>
              <a:off x="5753902" y="1694657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9" name="Straight Connector 1068"/>
            <p:cNvSpPr/>
            <p:nvPr/>
          </p:nvSpPr>
          <p:spPr>
            <a:xfrm flipV="1">
              <a:off x="5753902" y="1661796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74" name="Group 1073"/>
          <p:cNvGrpSpPr/>
          <p:nvPr/>
        </p:nvGrpSpPr>
        <p:grpSpPr>
          <a:xfrm>
            <a:off x="5964583" y="1661796"/>
            <a:ext cx="122642" cy="65721"/>
            <a:chOff x="5964583" y="1661796"/>
            <a:chExt cx="122642" cy="65721"/>
          </a:xfrm>
        </p:grpSpPr>
        <p:sp>
          <p:nvSpPr>
            <p:cNvPr id="1071" name="Straight Connector 1070"/>
            <p:cNvSpPr/>
            <p:nvPr/>
          </p:nvSpPr>
          <p:spPr>
            <a:xfrm>
              <a:off x="5996350" y="1694657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2" name="Straight Connector 1071"/>
            <p:cNvSpPr/>
            <p:nvPr/>
          </p:nvSpPr>
          <p:spPr>
            <a:xfrm>
              <a:off x="5964583" y="1694657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3" name="Straight Connector 1072"/>
            <p:cNvSpPr/>
            <p:nvPr/>
          </p:nvSpPr>
          <p:spPr>
            <a:xfrm flipV="1">
              <a:off x="5964583" y="1661796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78" name="Group 1077"/>
          <p:cNvGrpSpPr/>
          <p:nvPr/>
        </p:nvGrpSpPr>
        <p:grpSpPr>
          <a:xfrm>
            <a:off x="6333967" y="1661796"/>
            <a:ext cx="244777" cy="65721"/>
            <a:chOff x="6333967" y="1661796"/>
            <a:chExt cx="244777" cy="65721"/>
          </a:xfrm>
        </p:grpSpPr>
        <p:sp>
          <p:nvSpPr>
            <p:cNvPr id="1075" name="Straight Connector 1074"/>
            <p:cNvSpPr/>
            <p:nvPr/>
          </p:nvSpPr>
          <p:spPr>
            <a:xfrm>
              <a:off x="6333967" y="1694657"/>
              <a:ext cx="24477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6" name="Straight Connector 1075"/>
            <p:cNvSpPr/>
            <p:nvPr/>
          </p:nvSpPr>
          <p:spPr>
            <a:xfrm>
              <a:off x="6456102" y="1694657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7" name="Straight Connector 1076"/>
            <p:cNvSpPr/>
            <p:nvPr/>
          </p:nvSpPr>
          <p:spPr>
            <a:xfrm flipV="1">
              <a:off x="6456102" y="1661796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82" name="Group 1081"/>
          <p:cNvGrpSpPr/>
          <p:nvPr/>
        </p:nvGrpSpPr>
        <p:grpSpPr>
          <a:xfrm>
            <a:off x="6825487" y="1661796"/>
            <a:ext cx="244776" cy="65721"/>
            <a:chOff x="6825487" y="1661796"/>
            <a:chExt cx="244776" cy="65721"/>
          </a:xfrm>
        </p:grpSpPr>
        <p:sp>
          <p:nvSpPr>
            <p:cNvPr id="1079" name="Straight Connector 1078"/>
            <p:cNvSpPr/>
            <p:nvPr/>
          </p:nvSpPr>
          <p:spPr>
            <a:xfrm>
              <a:off x="6825487" y="1694657"/>
              <a:ext cx="24477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0" name="Straight Connector 1079"/>
            <p:cNvSpPr/>
            <p:nvPr/>
          </p:nvSpPr>
          <p:spPr>
            <a:xfrm>
              <a:off x="6947621" y="1694657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1" name="Straight Connector 1080"/>
            <p:cNvSpPr/>
            <p:nvPr/>
          </p:nvSpPr>
          <p:spPr>
            <a:xfrm flipV="1">
              <a:off x="6947621" y="1661796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86" name="Group 1085"/>
          <p:cNvGrpSpPr/>
          <p:nvPr/>
        </p:nvGrpSpPr>
        <p:grpSpPr>
          <a:xfrm>
            <a:off x="7052962" y="1661796"/>
            <a:ext cx="122642" cy="65721"/>
            <a:chOff x="7052962" y="1661796"/>
            <a:chExt cx="122642" cy="65721"/>
          </a:xfrm>
        </p:grpSpPr>
        <p:sp>
          <p:nvSpPr>
            <p:cNvPr id="1083" name="Straight Connector 1082"/>
            <p:cNvSpPr/>
            <p:nvPr/>
          </p:nvSpPr>
          <p:spPr>
            <a:xfrm>
              <a:off x="7142456" y="1694657"/>
              <a:ext cx="33148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4" name="Straight Connector 1083"/>
            <p:cNvSpPr/>
            <p:nvPr/>
          </p:nvSpPr>
          <p:spPr>
            <a:xfrm>
              <a:off x="7052962" y="1694657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5" name="Straight Connector 1084"/>
            <p:cNvSpPr/>
            <p:nvPr/>
          </p:nvSpPr>
          <p:spPr>
            <a:xfrm flipV="1">
              <a:off x="7052962" y="1661796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90" name="Group 1089"/>
          <p:cNvGrpSpPr/>
          <p:nvPr/>
        </p:nvGrpSpPr>
        <p:grpSpPr>
          <a:xfrm>
            <a:off x="7422347" y="1661796"/>
            <a:ext cx="244776" cy="65721"/>
            <a:chOff x="7422347" y="1661796"/>
            <a:chExt cx="244776" cy="65721"/>
          </a:xfrm>
        </p:grpSpPr>
        <p:sp>
          <p:nvSpPr>
            <p:cNvPr id="1087" name="Straight Connector 1086"/>
            <p:cNvSpPr/>
            <p:nvPr/>
          </p:nvSpPr>
          <p:spPr>
            <a:xfrm>
              <a:off x="7422347" y="1694657"/>
              <a:ext cx="24477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8" name="Straight Connector 1087"/>
            <p:cNvSpPr/>
            <p:nvPr/>
          </p:nvSpPr>
          <p:spPr>
            <a:xfrm>
              <a:off x="7544481" y="1694657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9" name="Straight Connector 1088"/>
            <p:cNvSpPr/>
            <p:nvPr/>
          </p:nvSpPr>
          <p:spPr>
            <a:xfrm flipV="1">
              <a:off x="7544481" y="1661796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94" name="Group 1093"/>
          <p:cNvGrpSpPr/>
          <p:nvPr/>
        </p:nvGrpSpPr>
        <p:grpSpPr>
          <a:xfrm>
            <a:off x="7649822" y="1661796"/>
            <a:ext cx="122642" cy="65721"/>
            <a:chOff x="7649822" y="1661796"/>
            <a:chExt cx="122642" cy="65721"/>
          </a:xfrm>
        </p:grpSpPr>
        <p:sp>
          <p:nvSpPr>
            <p:cNvPr id="1091" name="Straight Connector 1090"/>
            <p:cNvSpPr/>
            <p:nvPr/>
          </p:nvSpPr>
          <p:spPr>
            <a:xfrm>
              <a:off x="7739316" y="1694657"/>
              <a:ext cx="33148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2" name="Straight Connector 1091"/>
            <p:cNvSpPr/>
            <p:nvPr/>
          </p:nvSpPr>
          <p:spPr>
            <a:xfrm>
              <a:off x="7649822" y="1694657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3" name="Straight Connector 1092"/>
            <p:cNvSpPr/>
            <p:nvPr/>
          </p:nvSpPr>
          <p:spPr>
            <a:xfrm flipV="1">
              <a:off x="7649822" y="1661796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98" name="Group 1097"/>
          <p:cNvGrpSpPr/>
          <p:nvPr/>
        </p:nvGrpSpPr>
        <p:grpSpPr>
          <a:xfrm>
            <a:off x="7838893" y="1028073"/>
            <a:ext cx="65641" cy="666583"/>
            <a:chOff x="7838893" y="1028073"/>
            <a:chExt cx="65641" cy="666583"/>
          </a:xfrm>
        </p:grpSpPr>
        <p:sp>
          <p:nvSpPr>
            <p:cNvPr id="1095" name="Straight Connector 1094"/>
            <p:cNvSpPr/>
            <p:nvPr/>
          </p:nvSpPr>
          <p:spPr>
            <a:xfrm>
              <a:off x="7844657" y="1028073"/>
              <a:ext cx="33148" cy="66658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6" name="Straight Connector 1095"/>
            <p:cNvSpPr/>
            <p:nvPr/>
          </p:nvSpPr>
          <p:spPr>
            <a:xfrm flipV="1">
              <a:off x="7877805" y="1028073"/>
              <a:ext cx="26729" cy="12412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7" name="Straight Connector 1096"/>
            <p:cNvSpPr/>
            <p:nvPr/>
          </p:nvSpPr>
          <p:spPr>
            <a:xfrm>
              <a:off x="7838893" y="1028073"/>
              <a:ext cx="38911" cy="12085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2" name="Group 1101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1099" name="Straight Connector 1098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0" name="Straight Connector 1099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1" name="Straight Connector 1100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6" name="Group 1105"/>
          <p:cNvGrpSpPr/>
          <p:nvPr/>
        </p:nvGrpSpPr>
        <p:grpSpPr>
          <a:xfrm>
            <a:off x="7154886" y="1028073"/>
            <a:ext cx="512237" cy="571357"/>
            <a:chOff x="7154886" y="1028073"/>
            <a:chExt cx="512237" cy="571357"/>
          </a:xfrm>
        </p:grpSpPr>
        <p:sp>
          <p:nvSpPr>
            <p:cNvPr id="1103" name="Straight Connector 1102"/>
            <p:cNvSpPr/>
            <p:nvPr/>
          </p:nvSpPr>
          <p:spPr>
            <a:xfrm flipV="1">
              <a:off x="7154886" y="1028073"/>
              <a:ext cx="512237" cy="57135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4" name="Straight Connector 1103"/>
            <p:cNvSpPr/>
            <p:nvPr/>
          </p:nvSpPr>
          <p:spPr>
            <a:xfrm flipV="1">
              <a:off x="7560788" y="1530050"/>
              <a:ext cx="106335" cy="6938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5" name="Straight Connector 1104"/>
            <p:cNvSpPr/>
            <p:nvPr/>
          </p:nvSpPr>
          <p:spPr>
            <a:xfrm flipV="1">
              <a:off x="7609723" y="1486178"/>
              <a:ext cx="57400" cy="1132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10" name="Group 1109"/>
          <p:cNvGrpSpPr/>
          <p:nvPr/>
        </p:nvGrpSpPr>
        <p:grpSpPr>
          <a:xfrm>
            <a:off x="7786929" y="1028073"/>
            <a:ext cx="104064" cy="571357"/>
            <a:chOff x="7786929" y="1028073"/>
            <a:chExt cx="104064" cy="571357"/>
          </a:xfrm>
        </p:grpSpPr>
        <p:sp>
          <p:nvSpPr>
            <p:cNvPr id="1107" name="Straight Connector 1106"/>
            <p:cNvSpPr/>
            <p:nvPr/>
          </p:nvSpPr>
          <p:spPr>
            <a:xfrm>
              <a:off x="7786929" y="1028073"/>
              <a:ext cx="90875" cy="57135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8" name="Straight Connector 1107"/>
            <p:cNvSpPr/>
            <p:nvPr/>
          </p:nvSpPr>
          <p:spPr>
            <a:xfrm flipV="1">
              <a:off x="7877805" y="1028073"/>
              <a:ext cx="13188" cy="12628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9" name="Straight Connector 1108"/>
            <p:cNvSpPr/>
            <p:nvPr/>
          </p:nvSpPr>
          <p:spPr>
            <a:xfrm>
              <a:off x="7826088" y="1028073"/>
              <a:ext cx="51717" cy="11595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14" name="Group 1113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1111" name="Straight Connector 1110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2" name="Straight Connector 1111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3" name="Straight Connector 1112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18" name="Group 1117"/>
          <p:cNvGrpSpPr/>
          <p:nvPr/>
        </p:nvGrpSpPr>
        <p:grpSpPr>
          <a:xfrm>
            <a:off x="7137318" y="1011889"/>
            <a:ext cx="108443" cy="111411"/>
            <a:chOff x="7137318" y="1011889"/>
            <a:chExt cx="108443" cy="111411"/>
          </a:xfrm>
        </p:grpSpPr>
        <p:sp>
          <p:nvSpPr>
            <p:cNvPr id="1115" name="Straight Connector 1114"/>
            <p:cNvSpPr/>
            <p:nvPr/>
          </p:nvSpPr>
          <p:spPr>
            <a:xfrm flipV="1">
              <a:off x="7154886" y="1028073"/>
              <a:ext cx="90875" cy="952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6" name="Straight Connector 1115"/>
            <p:cNvSpPr/>
            <p:nvPr/>
          </p:nvSpPr>
          <p:spPr>
            <a:xfrm flipV="1">
              <a:off x="7137318" y="1057262"/>
              <a:ext cx="108443" cy="6603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7" name="Straight Connector 1116"/>
            <p:cNvSpPr/>
            <p:nvPr/>
          </p:nvSpPr>
          <p:spPr>
            <a:xfrm flipV="1">
              <a:off x="7184863" y="1011889"/>
              <a:ext cx="60897" cy="11141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22" name="Group 1121"/>
          <p:cNvGrpSpPr/>
          <p:nvPr/>
        </p:nvGrpSpPr>
        <p:grpSpPr>
          <a:xfrm>
            <a:off x="7365567" y="1123300"/>
            <a:ext cx="94377" cy="380905"/>
            <a:chOff x="7365567" y="1123300"/>
            <a:chExt cx="94377" cy="380905"/>
          </a:xfrm>
        </p:grpSpPr>
        <p:sp>
          <p:nvSpPr>
            <p:cNvPr id="1119" name="Straight Connector 1118"/>
            <p:cNvSpPr/>
            <p:nvPr/>
          </p:nvSpPr>
          <p:spPr>
            <a:xfrm flipV="1">
              <a:off x="7365567" y="1123300"/>
              <a:ext cx="90875" cy="38090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0" name="Straight Connector 1119"/>
            <p:cNvSpPr/>
            <p:nvPr/>
          </p:nvSpPr>
          <p:spPr>
            <a:xfrm flipV="1">
              <a:off x="7396018" y="1392536"/>
              <a:ext cx="60424" cy="11166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1" name="Straight Connector 1120"/>
            <p:cNvSpPr/>
            <p:nvPr/>
          </p:nvSpPr>
          <p:spPr>
            <a:xfrm>
              <a:off x="7456442" y="1377285"/>
              <a:ext cx="3502" cy="12692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26" name="Group 1125"/>
          <p:cNvGrpSpPr/>
          <p:nvPr/>
        </p:nvGrpSpPr>
        <p:grpSpPr>
          <a:xfrm>
            <a:off x="7576248" y="1313752"/>
            <a:ext cx="90875" cy="190452"/>
            <a:chOff x="7576248" y="1313752"/>
            <a:chExt cx="90875" cy="190452"/>
          </a:xfrm>
        </p:grpSpPr>
        <p:sp>
          <p:nvSpPr>
            <p:cNvPr id="1123" name="Straight Connector 1122"/>
            <p:cNvSpPr/>
            <p:nvPr/>
          </p:nvSpPr>
          <p:spPr>
            <a:xfrm>
              <a:off x="7576248" y="1313752"/>
              <a:ext cx="90875" cy="1904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4" name="Straight Connector 1123"/>
            <p:cNvSpPr/>
            <p:nvPr/>
          </p:nvSpPr>
          <p:spPr>
            <a:xfrm>
              <a:off x="7643966" y="1313752"/>
              <a:ext cx="23157" cy="12483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5" name="Straight Connector 1124"/>
            <p:cNvSpPr/>
            <p:nvPr/>
          </p:nvSpPr>
          <p:spPr>
            <a:xfrm>
              <a:off x="7584651" y="1313752"/>
              <a:ext cx="82472" cy="9653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0" name="Group 1129"/>
          <p:cNvGrpSpPr/>
          <p:nvPr/>
        </p:nvGrpSpPr>
        <p:grpSpPr>
          <a:xfrm>
            <a:off x="7786929" y="1028073"/>
            <a:ext cx="90875" cy="285678"/>
            <a:chOff x="7786929" y="1028073"/>
            <a:chExt cx="90875" cy="285678"/>
          </a:xfrm>
        </p:grpSpPr>
        <p:sp>
          <p:nvSpPr>
            <p:cNvPr id="1127" name="Straight Connector 1126"/>
            <p:cNvSpPr/>
            <p:nvPr/>
          </p:nvSpPr>
          <p:spPr>
            <a:xfrm>
              <a:off x="7786929" y="1028073"/>
              <a:ext cx="90875" cy="2856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8" name="Straight Connector 1127"/>
            <p:cNvSpPr/>
            <p:nvPr/>
          </p:nvSpPr>
          <p:spPr>
            <a:xfrm>
              <a:off x="7871942" y="1028073"/>
              <a:ext cx="5862" cy="12683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9" name="Straight Connector 1128"/>
            <p:cNvSpPr/>
            <p:nvPr/>
          </p:nvSpPr>
          <p:spPr>
            <a:xfrm>
              <a:off x="7809313" y="1028073"/>
              <a:ext cx="68491" cy="1069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4" name="Group 1133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1131" name="Straight Connector 1130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2" name="Straight Connector 1131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3" name="Straight Connector 1132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8" name="Group 1137"/>
          <p:cNvGrpSpPr/>
          <p:nvPr/>
        </p:nvGrpSpPr>
        <p:grpSpPr>
          <a:xfrm>
            <a:off x="7123119" y="995213"/>
            <a:ext cx="122642" cy="65720"/>
            <a:chOff x="7123119" y="995213"/>
            <a:chExt cx="122642" cy="65720"/>
          </a:xfrm>
        </p:grpSpPr>
        <p:sp>
          <p:nvSpPr>
            <p:cNvPr id="1135" name="Straight Connector 1134"/>
            <p:cNvSpPr/>
            <p:nvPr/>
          </p:nvSpPr>
          <p:spPr>
            <a:xfrm>
              <a:off x="7154886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6" name="Straight Connector 1135"/>
            <p:cNvSpPr/>
            <p:nvPr/>
          </p:nvSpPr>
          <p:spPr>
            <a:xfrm>
              <a:off x="7123119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7" name="Straight Connector 1136"/>
            <p:cNvSpPr/>
            <p:nvPr/>
          </p:nvSpPr>
          <p:spPr>
            <a:xfrm flipV="1">
              <a:off x="7123119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42" name="Group 1141"/>
          <p:cNvGrpSpPr/>
          <p:nvPr/>
        </p:nvGrpSpPr>
        <p:grpSpPr>
          <a:xfrm>
            <a:off x="7347999" y="1011889"/>
            <a:ext cx="108443" cy="111411"/>
            <a:chOff x="7347999" y="1011889"/>
            <a:chExt cx="108443" cy="111411"/>
          </a:xfrm>
        </p:grpSpPr>
        <p:sp>
          <p:nvSpPr>
            <p:cNvPr id="1139" name="Straight Connector 1138"/>
            <p:cNvSpPr/>
            <p:nvPr/>
          </p:nvSpPr>
          <p:spPr>
            <a:xfrm flipV="1">
              <a:off x="7365567" y="1028073"/>
              <a:ext cx="90875" cy="952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0" name="Straight Connector 1139"/>
            <p:cNvSpPr/>
            <p:nvPr/>
          </p:nvSpPr>
          <p:spPr>
            <a:xfrm flipV="1">
              <a:off x="7347999" y="1057262"/>
              <a:ext cx="108443" cy="6603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1" name="Straight Connector 1140"/>
            <p:cNvSpPr/>
            <p:nvPr/>
          </p:nvSpPr>
          <p:spPr>
            <a:xfrm flipV="1">
              <a:off x="7395545" y="1011889"/>
              <a:ext cx="60897" cy="11141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46" name="Group 1145"/>
          <p:cNvGrpSpPr/>
          <p:nvPr/>
        </p:nvGrpSpPr>
        <p:grpSpPr>
          <a:xfrm>
            <a:off x="7576248" y="1123300"/>
            <a:ext cx="90875" cy="285678"/>
            <a:chOff x="7576248" y="1123300"/>
            <a:chExt cx="90875" cy="285678"/>
          </a:xfrm>
        </p:grpSpPr>
        <p:sp>
          <p:nvSpPr>
            <p:cNvPr id="1143" name="Straight Connector 1142"/>
            <p:cNvSpPr/>
            <p:nvPr/>
          </p:nvSpPr>
          <p:spPr>
            <a:xfrm flipV="1">
              <a:off x="7576248" y="1123300"/>
              <a:ext cx="90875" cy="2856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4" name="Straight Connector 1143"/>
            <p:cNvSpPr/>
            <p:nvPr/>
          </p:nvSpPr>
          <p:spPr>
            <a:xfrm flipV="1">
              <a:off x="7598632" y="1302068"/>
              <a:ext cx="68491" cy="1069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5" name="Straight Connector 1144"/>
            <p:cNvSpPr/>
            <p:nvPr/>
          </p:nvSpPr>
          <p:spPr>
            <a:xfrm flipV="1">
              <a:off x="7661261" y="1282146"/>
              <a:ext cx="5862" cy="12683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50" name="Group 1149"/>
          <p:cNvGrpSpPr/>
          <p:nvPr/>
        </p:nvGrpSpPr>
        <p:grpSpPr>
          <a:xfrm>
            <a:off x="7786929" y="1028073"/>
            <a:ext cx="94378" cy="380905"/>
            <a:chOff x="7786929" y="1028073"/>
            <a:chExt cx="94378" cy="380905"/>
          </a:xfrm>
        </p:grpSpPr>
        <p:sp>
          <p:nvSpPr>
            <p:cNvPr id="1147" name="Straight Connector 1146"/>
            <p:cNvSpPr/>
            <p:nvPr/>
          </p:nvSpPr>
          <p:spPr>
            <a:xfrm>
              <a:off x="7786929" y="1028073"/>
              <a:ext cx="90875" cy="38090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8" name="Straight Connector 1147"/>
            <p:cNvSpPr/>
            <p:nvPr/>
          </p:nvSpPr>
          <p:spPr>
            <a:xfrm flipV="1">
              <a:off x="7877805" y="1028073"/>
              <a:ext cx="3502" cy="12692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9" name="Straight Connector 1148"/>
            <p:cNvSpPr/>
            <p:nvPr/>
          </p:nvSpPr>
          <p:spPr>
            <a:xfrm>
              <a:off x="7817380" y="1028073"/>
              <a:ext cx="60424" cy="11166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54" name="Group 1153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1151" name="Straight Connector 1150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2" name="Straight Connector 1151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3" name="Straight Connector 1152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58" name="Group 1157"/>
          <p:cNvGrpSpPr/>
          <p:nvPr/>
        </p:nvGrpSpPr>
        <p:grpSpPr>
          <a:xfrm>
            <a:off x="7137318" y="1011889"/>
            <a:ext cx="108443" cy="111411"/>
            <a:chOff x="7137318" y="1011889"/>
            <a:chExt cx="108443" cy="111411"/>
          </a:xfrm>
        </p:grpSpPr>
        <p:sp>
          <p:nvSpPr>
            <p:cNvPr id="1155" name="Straight Connector 1154"/>
            <p:cNvSpPr/>
            <p:nvPr/>
          </p:nvSpPr>
          <p:spPr>
            <a:xfrm flipV="1">
              <a:off x="7154886" y="1028073"/>
              <a:ext cx="90875" cy="952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6" name="Straight Connector 1155"/>
            <p:cNvSpPr/>
            <p:nvPr/>
          </p:nvSpPr>
          <p:spPr>
            <a:xfrm flipV="1">
              <a:off x="7137318" y="1057262"/>
              <a:ext cx="108443" cy="6603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7" name="Straight Connector 1156"/>
            <p:cNvSpPr/>
            <p:nvPr/>
          </p:nvSpPr>
          <p:spPr>
            <a:xfrm flipV="1">
              <a:off x="7184863" y="1011889"/>
              <a:ext cx="60897" cy="11141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62" name="Group 1161"/>
          <p:cNvGrpSpPr/>
          <p:nvPr/>
        </p:nvGrpSpPr>
        <p:grpSpPr>
          <a:xfrm>
            <a:off x="7365567" y="1123300"/>
            <a:ext cx="90875" cy="190452"/>
            <a:chOff x="7365567" y="1123300"/>
            <a:chExt cx="90875" cy="190452"/>
          </a:xfrm>
        </p:grpSpPr>
        <p:sp>
          <p:nvSpPr>
            <p:cNvPr id="1159" name="Straight Connector 1158"/>
            <p:cNvSpPr/>
            <p:nvPr/>
          </p:nvSpPr>
          <p:spPr>
            <a:xfrm flipV="1">
              <a:off x="7365567" y="1123300"/>
              <a:ext cx="90875" cy="1904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0" name="Straight Connector 1159"/>
            <p:cNvSpPr/>
            <p:nvPr/>
          </p:nvSpPr>
          <p:spPr>
            <a:xfrm flipV="1">
              <a:off x="7373970" y="1217216"/>
              <a:ext cx="82472" cy="9653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1" name="Straight Connector 1160"/>
            <p:cNvSpPr/>
            <p:nvPr/>
          </p:nvSpPr>
          <p:spPr>
            <a:xfrm flipV="1">
              <a:off x="7433285" y="1188914"/>
              <a:ext cx="23157" cy="12483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66" name="Group 1165"/>
          <p:cNvGrpSpPr/>
          <p:nvPr/>
        </p:nvGrpSpPr>
        <p:grpSpPr>
          <a:xfrm>
            <a:off x="7544481" y="1280891"/>
            <a:ext cx="122642" cy="65721"/>
            <a:chOff x="7544481" y="1280891"/>
            <a:chExt cx="122642" cy="65721"/>
          </a:xfrm>
        </p:grpSpPr>
        <p:sp>
          <p:nvSpPr>
            <p:cNvPr id="1163" name="Straight Connector 1162"/>
            <p:cNvSpPr/>
            <p:nvPr/>
          </p:nvSpPr>
          <p:spPr>
            <a:xfrm>
              <a:off x="7576248" y="1313752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4" name="Straight Connector 1163"/>
            <p:cNvSpPr/>
            <p:nvPr/>
          </p:nvSpPr>
          <p:spPr>
            <a:xfrm>
              <a:off x="7544481" y="1313752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5" name="Straight Connector 1164"/>
            <p:cNvSpPr/>
            <p:nvPr/>
          </p:nvSpPr>
          <p:spPr>
            <a:xfrm flipV="1">
              <a:off x="7544481" y="1280891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70" name="Group 1169"/>
          <p:cNvGrpSpPr/>
          <p:nvPr/>
        </p:nvGrpSpPr>
        <p:grpSpPr>
          <a:xfrm>
            <a:off x="7786929" y="1028073"/>
            <a:ext cx="90875" cy="285678"/>
            <a:chOff x="7786929" y="1028073"/>
            <a:chExt cx="90875" cy="285678"/>
          </a:xfrm>
        </p:grpSpPr>
        <p:sp>
          <p:nvSpPr>
            <p:cNvPr id="1167" name="Straight Connector 1166"/>
            <p:cNvSpPr/>
            <p:nvPr/>
          </p:nvSpPr>
          <p:spPr>
            <a:xfrm>
              <a:off x="7786929" y="1028073"/>
              <a:ext cx="90875" cy="28567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8" name="Straight Connector 1167"/>
            <p:cNvSpPr/>
            <p:nvPr/>
          </p:nvSpPr>
          <p:spPr>
            <a:xfrm>
              <a:off x="7871942" y="1028073"/>
              <a:ext cx="5862" cy="12683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9" name="Straight Connector 1168"/>
            <p:cNvSpPr/>
            <p:nvPr/>
          </p:nvSpPr>
          <p:spPr>
            <a:xfrm>
              <a:off x="7809313" y="1028073"/>
              <a:ext cx="68491" cy="1069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74" name="Group 1173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1171" name="Straight Connector 1170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2" name="Straight Connector 1171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3" name="Straight Connector 1172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78" name="Group 1177"/>
          <p:cNvGrpSpPr/>
          <p:nvPr/>
        </p:nvGrpSpPr>
        <p:grpSpPr>
          <a:xfrm>
            <a:off x="7123119" y="995213"/>
            <a:ext cx="122642" cy="65720"/>
            <a:chOff x="7123119" y="995213"/>
            <a:chExt cx="122642" cy="65720"/>
          </a:xfrm>
        </p:grpSpPr>
        <p:sp>
          <p:nvSpPr>
            <p:cNvPr id="1175" name="Straight Connector 1174"/>
            <p:cNvSpPr/>
            <p:nvPr/>
          </p:nvSpPr>
          <p:spPr>
            <a:xfrm>
              <a:off x="7154886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6" name="Straight Connector 1175"/>
            <p:cNvSpPr/>
            <p:nvPr/>
          </p:nvSpPr>
          <p:spPr>
            <a:xfrm>
              <a:off x="7123119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7" name="Straight Connector 1176"/>
            <p:cNvSpPr/>
            <p:nvPr/>
          </p:nvSpPr>
          <p:spPr>
            <a:xfrm flipV="1">
              <a:off x="7123119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82" name="Group 1181"/>
          <p:cNvGrpSpPr/>
          <p:nvPr/>
        </p:nvGrpSpPr>
        <p:grpSpPr>
          <a:xfrm>
            <a:off x="7347999" y="1011889"/>
            <a:ext cx="108443" cy="111411"/>
            <a:chOff x="7347999" y="1011889"/>
            <a:chExt cx="108443" cy="111411"/>
          </a:xfrm>
        </p:grpSpPr>
        <p:sp>
          <p:nvSpPr>
            <p:cNvPr id="1179" name="Straight Connector 1178"/>
            <p:cNvSpPr/>
            <p:nvPr/>
          </p:nvSpPr>
          <p:spPr>
            <a:xfrm flipV="1">
              <a:off x="7365567" y="1028073"/>
              <a:ext cx="90875" cy="952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0" name="Straight Connector 1179"/>
            <p:cNvSpPr/>
            <p:nvPr/>
          </p:nvSpPr>
          <p:spPr>
            <a:xfrm flipV="1">
              <a:off x="7347999" y="1057262"/>
              <a:ext cx="108443" cy="6603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1" name="Straight Connector 1180"/>
            <p:cNvSpPr/>
            <p:nvPr/>
          </p:nvSpPr>
          <p:spPr>
            <a:xfrm flipV="1">
              <a:off x="7395545" y="1011889"/>
              <a:ext cx="60897" cy="11141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86" name="Group 1185"/>
          <p:cNvGrpSpPr/>
          <p:nvPr/>
        </p:nvGrpSpPr>
        <p:grpSpPr>
          <a:xfrm>
            <a:off x="7558680" y="1107115"/>
            <a:ext cx="108443" cy="111411"/>
            <a:chOff x="7558680" y="1107115"/>
            <a:chExt cx="108443" cy="111411"/>
          </a:xfrm>
        </p:grpSpPr>
        <p:sp>
          <p:nvSpPr>
            <p:cNvPr id="1183" name="Straight Connector 1182"/>
            <p:cNvSpPr/>
            <p:nvPr/>
          </p:nvSpPr>
          <p:spPr>
            <a:xfrm flipV="1">
              <a:off x="7576248" y="1123300"/>
              <a:ext cx="90875" cy="952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4" name="Straight Connector 1183"/>
            <p:cNvSpPr/>
            <p:nvPr/>
          </p:nvSpPr>
          <p:spPr>
            <a:xfrm flipV="1">
              <a:off x="7558680" y="1152488"/>
              <a:ext cx="108443" cy="6603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5" name="Straight Connector 1184"/>
            <p:cNvSpPr/>
            <p:nvPr/>
          </p:nvSpPr>
          <p:spPr>
            <a:xfrm flipV="1">
              <a:off x="7606226" y="1107115"/>
              <a:ext cx="60897" cy="11141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90" name="Group 1189"/>
          <p:cNvGrpSpPr/>
          <p:nvPr/>
        </p:nvGrpSpPr>
        <p:grpSpPr>
          <a:xfrm>
            <a:off x="7786929" y="1028073"/>
            <a:ext cx="90875" cy="190452"/>
            <a:chOff x="7786929" y="1028073"/>
            <a:chExt cx="90875" cy="190452"/>
          </a:xfrm>
        </p:grpSpPr>
        <p:sp>
          <p:nvSpPr>
            <p:cNvPr id="1187" name="Straight Connector 1186"/>
            <p:cNvSpPr/>
            <p:nvPr/>
          </p:nvSpPr>
          <p:spPr>
            <a:xfrm>
              <a:off x="7786929" y="1028073"/>
              <a:ext cx="90875" cy="1904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8" name="Straight Connector 1187"/>
            <p:cNvSpPr/>
            <p:nvPr/>
          </p:nvSpPr>
          <p:spPr>
            <a:xfrm>
              <a:off x="7854647" y="1028073"/>
              <a:ext cx="23157" cy="12483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9" name="Straight Connector 1188"/>
            <p:cNvSpPr/>
            <p:nvPr/>
          </p:nvSpPr>
          <p:spPr>
            <a:xfrm>
              <a:off x="7795332" y="1028073"/>
              <a:ext cx="82472" cy="9653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94" name="Group 1193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1191" name="Straight Connector 1190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2" name="Straight Connector 1191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3" name="Straight Connector 1192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98" name="Group 1197"/>
          <p:cNvGrpSpPr/>
          <p:nvPr/>
        </p:nvGrpSpPr>
        <p:grpSpPr>
          <a:xfrm>
            <a:off x="7137318" y="1011889"/>
            <a:ext cx="108443" cy="111411"/>
            <a:chOff x="7137318" y="1011889"/>
            <a:chExt cx="108443" cy="111411"/>
          </a:xfrm>
        </p:grpSpPr>
        <p:sp>
          <p:nvSpPr>
            <p:cNvPr id="1195" name="Straight Connector 1194"/>
            <p:cNvSpPr/>
            <p:nvPr/>
          </p:nvSpPr>
          <p:spPr>
            <a:xfrm flipV="1">
              <a:off x="7154886" y="1028073"/>
              <a:ext cx="90875" cy="952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6" name="Straight Connector 1195"/>
            <p:cNvSpPr/>
            <p:nvPr/>
          </p:nvSpPr>
          <p:spPr>
            <a:xfrm flipV="1">
              <a:off x="7137318" y="1057262"/>
              <a:ext cx="108443" cy="6603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7" name="Straight Connector 1196"/>
            <p:cNvSpPr/>
            <p:nvPr/>
          </p:nvSpPr>
          <p:spPr>
            <a:xfrm flipV="1">
              <a:off x="7184863" y="1011889"/>
              <a:ext cx="60897" cy="11141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2" name="Group 1201"/>
          <p:cNvGrpSpPr/>
          <p:nvPr/>
        </p:nvGrpSpPr>
        <p:grpSpPr>
          <a:xfrm>
            <a:off x="7333800" y="1090439"/>
            <a:ext cx="122642" cy="65721"/>
            <a:chOff x="7333800" y="1090439"/>
            <a:chExt cx="122642" cy="65721"/>
          </a:xfrm>
        </p:grpSpPr>
        <p:sp>
          <p:nvSpPr>
            <p:cNvPr id="1199" name="Straight Connector 1198"/>
            <p:cNvSpPr/>
            <p:nvPr/>
          </p:nvSpPr>
          <p:spPr>
            <a:xfrm>
              <a:off x="7365567" y="1123300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0" name="Straight Connector 1199"/>
            <p:cNvSpPr/>
            <p:nvPr/>
          </p:nvSpPr>
          <p:spPr>
            <a:xfrm>
              <a:off x="7333800" y="1123300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1" name="Straight Connector 1200"/>
            <p:cNvSpPr/>
            <p:nvPr/>
          </p:nvSpPr>
          <p:spPr>
            <a:xfrm flipV="1">
              <a:off x="7333800" y="1090439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6" name="Group 1205"/>
          <p:cNvGrpSpPr/>
          <p:nvPr/>
        </p:nvGrpSpPr>
        <p:grpSpPr>
          <a:xfrm>
            <a:off x="7558680" y="1028073"/>
            <a:ext cx="108443" cy="111411"/>
            <a:chOff x="7558680" y="1028073"/>
            <a:chExt cx="108443" cy="111411"/>
          </a:xfrm>
        </p:grpSpPr>
        <p:sp>
          <p:nvSpPr>
            <p:cNvPr id="1203" name="Straight Connector 1202"/>
            <p:cNvSpPr/>
            <p:nvPr/>
          </p:nvSpPr>
          <p:spPr>
            <a:xfrm>
              <a:off x="7576248" y="1028073"/>
              <a:ext cx="90875" cy="952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4" name="Straight Connector 1203"/>
            <p:cNvSpPr/>
            <p:nvPr/>
          </p:nvSpPr>
          <p:spPr>
            <a:xfrm>
              <a:off x="7606226" y="1028073"/>
              <a:ext cx="60897" cy="11141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5" name="Straight Connector 1204"/>
            <p:cNvSpPr/>
            <p:nvPr/>
          </p:nvSpPr>
          <p:spPr>
            <a:xfrm>
              <a:off x="7558680" y="1028073"/>
              <a:ext cx="108443" cy="6603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10" name="Group 1209"/>
          <p:cNvGrpSpPr/>
          <p:nvPr/>
        </p:nvGrpSpPr>
        <p:grpSpPr>
          <a:xfrm>
            <a:off x="7755163" y="995213"/>
            <a:ext cx="122642" cy="65720"/>
            <a:chOff x="7755163" y="995213"/>
            <a:chExt cx="122642" cy="65720"/>
          </a:xfrm>
        </p:grpSpPr>
        <p:sp>
          <p:nvSpPr>
            <p:cNvPr id="1207" name="Straight Connector 1206"/>
            <p:cNvSpPr/>
            <p:nvPr/>
          </p:nvSpPr>
          <p:spPr>
            <a:xfrm>
              <a:off x="7786929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8" name="Straight Connector 1207"/>
            <p:cNvSpPr/>
            <p:nvPr/>
          </p:nvSpPr>
          <p:spPr>
            <a:xfrm>
              <a:off x="7755163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9" name="Straight Connector 1208"/>
            <p:cNvSpPr/>
            <p:nvPr/>
          </p:nvSpPr>
          <p:spPr>
            <a:xfrm flipV="1">
              <a:off x="7755163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14" name="Group 1213"/>
          <p:cNvGrpSpPr/>
          <p:nvPr/>
        </p:nvGrpSpPr>
        <p:grpSpPr>
          <a:xfrm>
            <a:off x="6912438" y="995213"/>
            <a:ext cx="122642" cy="65720"/>
            <a:chOff x="6912438" y="995213"/>
            <a:chExt cx="122642" cy="65720"/>
          </a:xfrm>
        </p:grpSpPr>
        <p:sp>
          <p:nvSpPr>
            <p:cNvPr id="1211" name="Straight Connector 1210"/>
            <p:cNvSpPr/>
            <p:nvPr/>
          </p:nvSpPr>
          <p:spPr>
            <a:xfrm>
              <a:off x="6944204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2" name="Straight Connector 1211"/>
            <p:cNvSpPr/>
            <p:nvPr/>
          </p:nvSpPr>
          <p:spPr>
            <a:xfrm>
              <a:off x="6912438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3" name="Straight Connector 1212"/>
            <p:cNvSpPr/>
            <p:nvPr/>
          </p:nvSpPr>
          <p:spPr>
            <a:xfrm flipV="1">
              <a:off x="6912438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18" name="Group 1217"/>
          <p:cNvGrpSpPr/>
          <p:nvPr/>
        </p:nvGrpSpPr>
        <p:grpSpPr>
          <a:xfrm>
            <a:off x="7123119" y="995213"/>
            <a:ext cx="122642" cy="65720"/>
            <a:chOff x="7123119" y="995213"/>
            <a:chExt cx="122642" cy="65720"/>
          </a:xfrm>
        </p:grpSpPr>
        <p:sp>
          <p:nvSpPr>
            <p:cNvPr id="1215" name="Straight Connector 1214"/>
            <p:cNvSpPr/>
            <p:nvPr/>
          </p:nvSpPr>
          <p:spPr>
            <a:xfrm>
              <a:off x="7154886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6" name="Straight Connector 1215"/>
            <p:cNvSpPr/>
            <p:nvPr/>
          </p:nvSpPr>
          <p:spPr>
            <a:xfrm>
              <a:off x="7123119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7" name="Straight Connector 1216"/>
            <p:cNvSpPr/>
            <p:nvPr/>
          </p:nvSpPr>
          <p:spPr>
            <a:xfrm flipV="1">
              <a:off x="7123119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22" name="Group 1221"/>
          <p:cNvGrpSpPr/>
          <p:nvPr/>
        </p:nvGrpSpPr>
        <p:grpSpPr>
          <a:xfrm>
            <a:off x="7333800" y="995213"/>
            <a:ext cx="122642" cy="65720"/>
            <a:chOff x="7333800" y="995213"/>
            <a:chExt cx="122642" cy="65720"/>
          </a:xfrm>
        </p:grpSpPr>
        <p:sp>
          <p:nvSpPr>
            <p:cNvPr id="1219" name="Straight Connector 1218"/>
            <p:cNvSpPr/>
            <p:nvPr/>
          </p:nvSpPr>
          <p:spPr>
            <a:xfrm>
              <a:off x="7365567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0" name="Straight Connector 1219"/>
            <p:cNvSpPr/>
            <p:nvPr/>
          </p:nvSpPr>
          <p:spPr>
            <a:xfrm>
              <a:off x="7333800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1" name="Straight Connector 1220"/>
            <p:cNvSpPr/>
            <p:nvPr/>
          </p:nvSpPr>
          <p:spPr>
            <a:xfrm flipV="1">
              <a:off x="7333800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26" name="Group 1225"/>
          <p:cNvGrpSpPr/>
          <p:nvPr/>
        </p:nvGrpSpPr>
        <p:grpSpPr>
          <a:xfrm>
            <a:off x="7544481" y="995213"/>
            <a:ext cx="122642" cy="65720"/>
            <a:chOff x="7544481" y="995213"/>
            <a:chExt cx="122642" cy="65720"/>
          </a:xfrm>
        </p:grpSpPr>
        <p:sp>
          <p:nvSpPr>
            <p:cNvPr id="1223" name="Straight Connector 1222"/>
            <p:cNvSpPr/>
            <p:nvPr/>
          </p:nvSpPr>
          <p:spPr>
            <a:xfrm>
              <a:off x="7576248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4" name="Straight Connector 1223"/>
            <p:cNvSpPr/>
            <p:nvPr/>
          </p:nvSpPr>
          <p:spPr>
            <a:xfrm>
              <a:off x="7544481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5" name="Straight Connector 1224"/>
            <p:cNvSpPr/>
            <p:nvPr/>
          </p:nvSpPr>
          <p:spPr>
            <a:xfrm flipV="1">
              <a:off x="7544481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30" name="Group 1229"/>
          <p:cNvGrpSpPr/>
          <p:nvPr/>
        </p:nvGrpSpPr>
        <p:grpSpPr>
          <a:xfrm>
            <a:off x="7755163" y="995213"/>
            <a:ext cx="122642" cy="65720"/>
            <a:chOff x="7755163" y="995213"/>
            <a:chExt cx="122642" cy="65720"/>
          </a:xfrm>
        </p:grpSpPr>
        <p:sp>
          <p:nvSpPr>
            <p:cNvPr id="1227" name="Straight Connector 1226"/>
            <p:cNvSpPr/>
            <p:nvPr/>
          </p:nvSpPr>
          <p:spPr>
            <a:xfrm>
              <a:off x="7786929" y="1028073"/>
              <a:ext cx="9087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8" name="Straight Connector 1227"/>
            <p:cNvSpPr/>
            <p:nvPr/>
          </p:nvSpPr>
          <p:spPr>
            <a:xfrm>
              <a:off x="7755163" y="102807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9" name="Straight Connector 1228"/>
            <p:cNvSpPr/>
            <p:nvPr/>
          </p:nvSpPr>
          <p:spPr>
            <a:xfrm flipV="1">
              <a:off x="7755163" y="99521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31" name="TextBox 1230"/>
          <p:cNvSpPr txBox="1"/>
          <p:nvPr/>
        </p:nvSpPr>
        <p:spPr>
          <a:xfrm>
            <a:off x="8074227" y="3718184"/>
            <a:ext cx="324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1,27</a:t>
            </a:r>
          </a:p>
        </p:txBody>
      </p:sp>
      <p:sp>
        <p:nvSpPr>
          <p:cNvPr id="1232" name="TextBox 1231"/>
          <p:cNvSpPr txBox="1"/>
          <p:nvPr/>
        </p:nvSpPr>
        <p:spPr>
          <a:xfrm>
            <a:off x="8074227" y="3718184"/>
            <a:ext cx="324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33" name="TextBox 1232"/>
          <p:cNvSpPr txBox="1"/>
          <p:nvPr/>
        </p:nvSpPr>
        <p:spPr>
          <a:xfrm>
            <a:off x="8074227" y="3622958"/>
            <a:ext cx="324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2,28</a:t>
            </a:r>
          </a:p>
        </p:txBody>
      </p:sp>
      <p:sp>
        <p:nvSpPr>
          <p:cNvPr id="1234" name="TextBox 1233"/>
          <p:cNvSpPr txBox="1"/>
          <p:nvPr/>
        </p:nvSpPr>
        <p:spPr>
          <a:xfrm>
            <a:off x="8074227" y="3622958"/>
            <a:ext cx="324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35" name="TextBox 1234"/>
          <p:cNvSpPr txBox="1"/>
          <p:nvPr/>
        </p:nvSpPr>
        <p:spPr>
          <a:xfrm>
            <a:off x="8074227" y="3527732"/>
            <a:ext cx="324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3,29</a:t>
            </a:r>
          </a:p>
        </p:txBody>
      </p:sp>
      <p:sp>
        <p:nvSpPr>
          <p:cNvPr id="1236" name="TextBox 1235"/>
          <p:cNvSpPr txBox="1"/>
          <p:nvPr/>
        </p:nvSpPr>
        <p:spPr>
          <a:xfrm>
            <a:off x="8074227" y="3527732"/>
            <a:ext cx="324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37" name="TextBox 1236"/>
          <p:cNvSpPr txBox="1"/>
          <p:nvPr/>
        </p:nvSpPr>
        <p:spPr>
          <a:xfrm>
            <a:off x="8074227" y="3432505"/>
            <a:ext cx="324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4,30</a:t>
            </a:r>
          </a:p>
        </p:txBody>
      </p:sp>
      <p:sp>
        <p:nvSpPr>
          <p:cNvPr id="1238" name="TextBox 1237"/>
          <p:cNvSpPr txBox="1"/>
          <p:nvPr/>
        </p:nvSpPr>
        <p:spPr>
          <a:xfrm>
            <a:off x="8074227" y="3432505"/>
            <a:ext cx="324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39" name="TextBox 1238"/>
          <p:cNvSpPr txBox="1"/>
          <p:nvPr/>
        </p:nvSpPr>
        <p:spPr>
          <a:xfrm>
            <a:off x="8074227" y="3337279"/>
            <a:ext cx="324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5,31</a:t>
            </a:r>
          </a:p>
        </p:txBody>
      </p:sp>
      <p:sp>
        <p:nvSpPr>
          <p:cNvPr id="1240" name="TextBox 1239"/>
          <p:cNvSpPr txBox="1"/>
          <p:nvPr/>
        </p:nvSpPr>
        <p:spPr>
          <a:xfrm>
            <a:off x="8074227" y="3337279"/>
            <a:ext cx="324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41" name="TextBox 1240"/>
          <p:cNvSpPr txBox="1"/>
          <p:nvPr/>
        </p:nvSpPr>
        <p:spPr>
          <a:xfrm>
            <a:off x="8074227" y="3242053"/>
            <a:ext cx="324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6,32</a:t>
            </a:r>
          </a:p>
        </p:txBody>
      </p:sp>
      <p:sp>
        <p:nvSpPr>
          <p:cNvPr id="1242" name="TextBox 1241"/>
          <p:cNvSpPr txBox="1"/>
          <p:nvPr/>
        </p:nvSpPr>
        <p:spPr>
          <a:xfrm>
            <a:off x="8074227" y="3242053"/>
            <a:ext cx="324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43" name="TextBox 1242"/>
          <p:cNvSpPr txBox="1"/>
          <p:nvPr/>
        </p:nvSpPr>
        <p:spPr>
          <a:xfrm>
            <a:off x="8074227" y="3146827"/>
            <a:ext cx="324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7,33</a:t>
            </a:r>
          </a:p>
        </p:txBody>
      </p:sp>
      <p:sp>
        <p:nvSpPr>
          <p:cNvPr id="1244" name="TextBox 1243"/>
          <p:cNvSpPr txBox="1"/>
          <p:nvPr/>
        </p:nvSpPr>
        <p:spPr>
          <a:xfrm>
            <a:off x="8074227" y="3146827"/>
            <a:ext cx="324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45" name="TextBox 1244"/>
          <p:cNvSpPr txBox="1"/>
          <p:nvPr/>
        </p:nvSpPr>
        <p:spPr>
          <a:xfrm>
            <a:off x="8074227" y="3051600"/>
            <a:ext cx="324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8,34</a:t>
            </a:r>
          </a:p>
        </p:txBody>
      </p:sp>
      <p:sp>
        <p:nvSpPr>
          <p:cNvPr id="1246" name="TextBox 1245"/>
          <p:cNvSpPr txBox="1"/>
          <p:nvPr/>
        </p:nvSpPr>
        <p:spPr>
          <a:xfrm>
            <a:off x="8074227" y="3051600"/>
            <a:ext cx="324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47" name="TextBox 1246"/>
          <p:cNvSpPr txBox="1"/>
          <p:nvPr/>
        </p:nvSpPr>
        <p:spPr>
          <a:xfrm>
            <a:off x="8074227" y="2956374"/>
            <a:ext cx="324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9,35</a:t>
            </a:r>
          </a:p>
        </p:txBody>
      </p:sp>
      <p:sp>
        <p:nvSpPr>
          <p:cNvPr id="1248" name="TextBox 1247"/>
          <p:cNvSpPr txBox="1"/>
          <p:nvPr/>
        </p:nvSpPr>
        <p:spPr>
          <a:xfrm>
            <a:off x="8074227" y="2956374"/>
            <a:ext cx="324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49" name="TextBox 1248"/>
          <p:cNvSpPr txBox="1"/>
          <p:nvPr/>
        </p:nvSpPr>
        <p:spPr>
          <a:xfrm>
            <a:off x="8074227" y="2861148"/>
            <a:ext cx="378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10,36</a:t>
            </a:r>
          </a:p>
        </p:txBody>
      </p:sp>
      <p:sp>
        <p:nvSpPr>
          <p:cNvPr id="1250" name="TextBox 1249"/>
          <p:cNvSpPr txBox="1"/>
          <p:nvPr/>
        </p:nvSpPr>
        <p:spPr>
          <a:xfrm>
            <a:off x="8074227" y="2861148"/>
            <a:ext cx="378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51" name="TextBox 1250"/>
          <p:cNvSpPr txBox="1"/>
          <p:nvPr/>
        </p:nvSpPr>
        <p:spPr>
          <a:xfrm>
            <a:off x="8074227" y="2765922"/>
            <a:ext cx="378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11,37</a:t>
            </a:r>
          </a:p>
        </p:txBody>
      </p:sp>
      <p:sp>
        <p:nvSpPr>
          <p:cNvPr id="1252" name="TextBox 1251"/>
          <p:cNvSpPr txBox="1"/>
          <p:nvPr/>
        </p:nvSpPr>
        <p:spPr>
          <a:xfrm>
            <a:off x="8074227" y="2765922"/>
            <a:ext cx="378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53" name="TextBox 1252"/>
          <p:cNvSpPr txBox="1"/>
          <p:nvPr/>
        </p:nvSpPr>
        <p:spPr>
          <a:xfrm>
            <a:off x="8074227" y="3908637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13</a:t>
            </a:r>
          </a:p>
        </p:txBody>
      </p:sp>
      <p:sp>
        <p:nvSpPr>
          <p:cNvPr id="1254" name="TextBox 1253"/>
          <p:cNvSpPr txBox="1"/>
          <p:nvPr/>
        </p:nvSpPr>
        <p:spPr>
          <a:xfrm>
            <a:off x="8074227" y="3908637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55" name="TextBox 1254"/>
          <p:cNvSpPr txBox="1"/>
          <p:nvPr/>
        </p:nvSpPr>
        <p:spPr>
          <a:xfrm>
            <a:off x="8074227" y="1242301"/>
            <a:ext cx="102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15,17,18,38,58,91</a:t>
            </a:r>
          </a:p>
        </p:txBody>
      </p:sp>
      <p:sp>
        <p:nvSpPr>
          <p:cNvPr id="1256" name="TextBox 1255"/>
          <p:cNvSpPr txBox="1"/>
          <p:nvPr/>
        </p:nvSpPr>
        <p:spPr>
          <a:xfrm>
            <a:off x="8074227" y="1242301"/>
            <a:ext cx="102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57" name="TextBox 1256"/>
          <p:cNvSpPr txBox="1"/>
          <p:nvPr/>
        </p:nvSpPr>
        <p:spPr>
          <a:xfrm>
            <a:off x="8074227" y="3813411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20</a:t>
            </a:r>
          </a:p>
        </p:txBody>
      </p:sp>
      <p:sp>
        <p:nvSpPr>
          <p:cNvPr id="1258" name="TextBox 1257"/>
          <p:cNvSpPr txBox="1"/>
          <p:nvPr/>
        </p:nvSpPr>
        <p:spPr>
          <a:xfrm>
            <a:off x="8074227" y="3813411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59" name="TextBox 1258"/>
          <p:cNvSpPr txBox="1"/>
          <p:nvPr/>
        </p:nvSpPr>
        <p:spPr>
          <a:xfrm>
            <a:off x="8074227" y="2004111"/>
            <a:ext cx="864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21,25,26,65,70</a:t>
            </a:r>
          </a:p>
        </p:txBody>
      </p:sp>
      <p:sp>
        <p:nvSpPr>
          <p:cNvPr id="1260" name="TextBox 1259"/>
          <p:cNvSpPr txBox="1"/>
          <p:nvPr/>
        </p:nvSpPr>
        <p:spPr>
          <a:xfrm>
            <a:off x="8074227" y="2004111"/>
            <a:ext cx="864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61" name="TextBox 1260"/>
          <p:cNvSpPr txBox="1"/>
          <p:nvPr/>
        </p:nvSpPr>
        <p:spPr>
          <a:xfrm>
            <a:off x="8074227" y="2670695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39</a:t>
            </a:r>
          </a:p>
        </p:txBody>
      </p:sp>
      <p:sp>
        <p:nvSpPr>
          <p:cNvPr id="1262" name="TextBox 1261"/>
          <p:cNvSpPr txBox="1"/>
          <p:nvPr/>
        </p:nvSpPr>
        <p:spPr>
          <a:xfrm>
            <a:off x="8074227" y="2670695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63" name="TextBox 1262"/>
          <p:cNvSpPr txBox="1"/>
          <p:nvPr/>
        </p:nvSpPr>
        <p:spPr>
          <a:xfrm>
            <a:off x="8074227" y="1718433"/>
            <a:ext cx="540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41,72,83</a:t>
            </a:r>
          </a:p>
        </p:txBody>
      </p:sp>
      <p:sp>
        <p:nvSpPr>
          <p:cNvPr id="1264" name="TextBox 1263"/>
          <p:cNvSpPr txBox="1"/>
          <p:nvPr/>
        </p:nvSpPr>
        <p:spPr>
          <a:xfrm>
            <a:off x="8074227" y="1718433"/>
            <a:ext cx="540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65" name="TextBox 1264"/>
          <p:cNvSpPr txBox="1"/>
          <p:nvPr/>
        </p:nvSpPr>
        <p:spPr>
          <a:xfrm>
            <a:off x="8074227" y="1432754"/>
            <a:ext cx="378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49,86</a:t>
            </a:r>
          </a:p>
        </p:txBody>
      </p:sp>
      <p:sp>
        <p:nvSpPr>
          <p:cNvPr id="1266" name="TextBox 1265"/>
          <p:cNvSpPr txBox="1"/>
          <p:nvPr/>
        </p:nvSpPr>
        <p:spPr>
          <a:xfrm>
            <a:off x="8074227" y="1432754"/>
            <a:ext cx="378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67" name="TextBox 1266"/>
          <p:cNvSpPr txBox="1"/>
          <p:nvPr/>
        </p:nvSpPr>
        <p:spPr>
          <a:xfrm>
            <a:off x="8074227" y="1623206"/>
            <a:ext cx="102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50,51,52,67,81,84</a:t>
            </a:r>
          </a:p>
        </p:txBody>
      </p:sp>
      <p:sp>
        <p:nvSpPr>
          <p:cNvPr id="1268" name="TextBox 1267"/>
          <p:cNvSpPr txBox="1"/>
          <p:nvPr/>
        </p:nvSpPr>
        <p:spPr>
          <a:xfrm>
            <a:off x="8074227" y="1623206"/>
            <a:ext cx="102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69" name="TextBox 1268"/>
          <p:cNvSpPr txBox="1"/>
          <p:nvPr/>
        </p:nvSpPr>
        <p:spPr>
          <a:xfrm>
            <a:off x="8074227" y="2575469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53</a:t>
            </a:r>
          </a:p>
        </p:txBody>
      </p:sp>
      <p:sp>
        <p:nvSpPr>
          <p:cNvPr id="1270" name="TextBox 1269"/>
          <p:cNvSpPr txBox="1"/>
          <p:nvPr/>
        </p:nvSpPr>
        <p:spPr>
          <a:xfrm>
            <a:off x="8074227" y="2575469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71" name="TextBox 1270"/>
          <p:cNvSpPr txBox="1"/>
          <p:nvPr/>
        </p:nvSpPr>
        <p:spPr>
          <a:xfrm>
            <a:off x="8074227" y="2480243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54</a:t>
            </a:r>
          </a:p>
        </p:txBody>
      </p:sp>
      <p:sp>
        <p:nvSpPr>
          <p:cNvPr id="1272" name="TextBox 1271"/>
          <p:cNvSpPr txBox="1"/>
          <p:nvPr/>
        </p:nvSpPr>
        <p:spPr>
          <a:xfrm>
            <a:off x="8074227" y="2480243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73" name="TextBox 1272"/>
          <p:cNvSpPr txBox="1"/>
          <p:nvPr/>
        </p:nvSpPr>
        <p:spPr>
          <a:xfrm>
            <a:off x="8074227" y="2385016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55</a:t>
            </a:r>
          </a:p>
        </p:txBody>
      </p:sp>
      <p:sp>
        <p:nvSpPr>
          <p:cNvPr id="1274" name="TextBox 1273"/>
          <p:cNvSpPr txBox="1"/>
          <p:nvPr/>
        </p:nvSpPr>
        <p:spPr>
          <a:xfrm>
            <a:off x="8074227" y="2385016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75" name="TextBox 1274"/>
          <p:cNvSpPr txBox="1"/>
          <p:nvPr/>
        </p:nvSpPr>
        <p:spPr>
          <a:xfrm>
            <a:off x="8074227" y="2289790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56</a:t>
            </a:r>
          </a:p>
        </p:txBody>
      </p:sp>
      <p:sp>
        <p:nvSpPr>
          <p:cNvPr id="1276" name="TextBox 1275"/>
          <p:cNvSpPr txBox="1"/>
          <p:nvPr/>
        </p:nvSpPr>
        <p:spPr>
          <a:xfrm>
            <a:off x="8074227" y="2289790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77" name="TextBox 1276"/>
          <p:cNvSpPr txBox="1"/>
          <p:nvPr/>
        </p:nvSpPr>
        <p:spPr>
          <a:xfrm>
            <a:off x="8074227" y="2194564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57</a:t>
            </a:r>
          </a:p>
        </p:txBody>
      </p:sp>
      <p:sp>
        <p:nvSpPr>
          <p:cNvPr id="1278" name="TextBox 1277"/>
          <p:cNvSpPr txBox="1"/>
          <p:nvPr/>
        </p:nvSpPr>
        <p:spPr>
          <a:xfrm>
            <a:off x="8074227" y="2194564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79" name="TextBox 1278"/>
          <p:cNvSpPr txBox="1"/>
          <p:nvPr/>
        </p:nvSpPr>
        <p:spPr>
          <a:xfrm>
            <a:off x="8074227" y="1908885"/>
            <a:ext cx="540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59,78,79</a:t>
            </a:r>
          </a:p>
        </p:txBody>
      </p:sp>
      <p:sp>
        <p:nvSpPr>
          <p:cNvPr id="1280" name="TextBox 1279"/>
          <p:cNvSpPr txBox="1"/>
          <p:nvPr/>
        </p:nvSpPr>
        <p:spPr>
          <a:xfrm>
            <a:off x="8074227" y="1908885"/>
            <a:ext cx="540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81" name="TextBox 1280"/>
          <p:cNvSpPr txBox="1"/>
          <p:nvPr/>
        </p:nvSpPr>
        <p:spPr>
          <a:xfrm>
            <a:off x="8074227" y="2099338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63</a:t>
            </a:r>
          </a:p>
        </p:txBody>
      </p:sp>
      <p:sp>
        <p:nvSpPr>
          <p:cNvPr id="1282" name="TextBox 1281"/>
          <p:cNvSpPr txBox="1"/>
          <p:nvPr/>
        </p:nvSpPr>
        <p:spPr>
          <a:xfrm>
            <a:off x="8074227" y="2099338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83" name="TextBox 1282"/>
          <p:cNvSpPr txBox="1"/>
          <p:nvPr/>
        </p:nvSpPr>
        <p:spPr>
          <a:xfrm>
            <a:off x="8074227" y="1051849"/>
            <a:ext cx="378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71,94</a:t>
            </a:r>
          </a:p>
        </p:txBody>
      </p:sp>
      <p:sp>
        <p:nvSpPr>
          <p:cNvPr id="1284" name="TextBox 1283"/>
          <p:cNvSpPr txBox="1"/>
          <p:nvPr/>
        </p:nvSpPr>
        <p:spPr>
          <a:xfrm>
            <a:off x="8074227" y="1051849"/>
            <a:ext cx="378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85" name="TextBox 1284"/>
          <p:cNvSpPr txBox="1"/>
          <p:nvPr/>
        </p:nvSpPr>
        <p:spPr>
          <a:xfrm>
            <a:off x="8074227" y="1813659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82</a:t>
            </a:r>
          </a:p>
        </p:txBody>
      </p:sp>
      <p:sp>
        <p:nvSpPr>
          <p:cNvPr id="1286" name="TextBox 1285"/>
          <p:cNvSpPr txBox="1"/>
          <p:nvPr/>
        </p:nvSpPr>
        <p:spPr>
          <a:xfrm>
            <a:off x="8074227" y="1813659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87" name="TextBox 1286"/>
          <p:cNvSpPr txBox="1"/>
          <p:nvPr/>
        </p:nvSpPr>
        <p:spPr>
          <a:xfrm>
            <a:off x="8074227" y="1527980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85</a:t>
            </a:r>
          </a:p>
        </p:txBody>
      </p:sp>
      <p:sp>
        <p:nvSpPr>
          <p:cNvPr id="1288" name="TextBox 1287"/>
          <p:cNvSpPr txBox="1"/>
          <p:nvPr/>
        </p:nvSpPr>
        <p:spPr>
          <a:xfrm>
            <a:off x="8074227" y="1527980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89" name="TextBox 1288"/>
          <p:cNvSpPr txBox="1"/>
          <p:nvPr/>
        </p:nvSpPr>
        <p:spPr>
          <a:xfrm>
            <a:off x="8074227" y="1337528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90</a:t>
            </a:r>
          </a:p>
        </p:txBody>
      </p:sp>
      <p:sp>
        <p:nvSpPr>
          <p:cNvPr id="1290" name="TextBox 1289"/>
          <p:cNvSpPr txBox="1"/>
          <p:nvPr/>
        </p:nvSpPr>
        <p:spPr>
          <a:xfrm>
            <a:off x="8074227" y="1337528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91" name="TextBox 1290"/>
          <p:cNvSpPr txBox="1"/>
          <p:nvPr/>
        </p:nvSpPr>
        <p:spPr>
          <a:xfrm>
            <a:off x="8074227" y="1147075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92</a:t>
            </a:r>
          </a:p>
        </p:txBody>
      </p:sp>
      <p:sp>
        <p:nvSpPr>
          <p:cNvPr id="1292" name="TextBox 1291"/>
          <p:cNvSpPr txBox="1"/>
          <p:nvPr/>
        </p:nvSpPr>
        <p:spPr>
          <a:xfrm>
            <a:off x="8074227" y="1147075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93" name="TextBox 1292"/>
          <p:cNvSpPr txBox="1"/>
          <p:nvPr/>
        </p:nvSpPr>
        <p:spPr>
          <a:xfrm>
            <a:off x="8074227" y="956622"/>
            <a:ext cx="216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95</a:t>
            </a:r>
          </a:p>
        </p:txBody>
      </p:sp>
      <p:sp>
        <p:nvSpPr>
          <p:cNvPr id="1294" name="TextBox 1293"/>
          <p:cNvSpPr txBox="1"/>
          <p:nvPr/>
        </p:nvSpPr>
        <p:spPr>
          <a:xfrm>
            <a:off x="8074227" y="956622"/>
            <a:ext cx="216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95" name="TextBox 1294"/>
          <p:cNvSpPr txBox="1"/>
          <p:nvPr/>
        </p:nvSpPr>
        <p:spPr>
          <a:xfrm>
            <a:off x="2301986" y="4099089"/>
            <a:ext cx="1512000" cy="1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latin typeface="Times-Bold"/>
              </a:rPr>
              <a:t>32 routes over 100 queries</a:t>
            </a:r>
          </a:p>
        </p:txBody>
      </p:sp>
      <p:sp>
        <p:nvSpPr>
          <p:cNvPr id="1296" name="TextBox 1295"/>
          <p:cNvSpPr txBox="1"/>
          <p:nvPr/>
        </p:nvSpPr>
        <p:spPr>
          <a:xfrm>
            <a:off x="2301986" y="4099089"/>
            <a:ext cx="1512000" cy="1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97" name="TextBox 1296"/>
          <p:cNvSpPr txBox="1"/>
          <p:nvPr/>
        </p:nvSpPr>
        <p:spPr>
          <a:xfrm>
            <a:off x="2301986" y="4365704"/>
            <a:ext cx="820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Routes start at similarity of 0.65(13),0.68(20),0.66(27),0.66(28),0.66(29),0.66(30),0.66(31),</a:t>
            </a:r>
          </a:p>
        </p:txBody>
      </p:sp>
      <p:sp>
        <p:nvSpPr>
          <p:cNvPr id="1298" name="TextBox 1297"/>
          <p:cNvSpPr txBox="1"/>
          <p:nvPr/>
        </p:nvSpPr>
        <p:spPr>
          <a:xfrm>
            <a:off x="2301986" y="4365704"/>
            <a:ext cx="820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99" name="TextBox 1298"/>
          <p:cNvSpPr txBox="1"/>
          <p:nvPr/>
        </p:nvSpPr>
        <p:spPr>
          <a:xfrm>
            <a:off x="2301986" y="4365704"/>
            <a:ext cx="87264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0.66(32),0.66(33),0.66(34),0.66(35),0.66(36),0.66(37),0.68(39),0.67(53),0.67(54),0.67(55),0.67(56),</a:t>
            </a:r>
          </a:p>
        </p:txBody>
      </p:sp>
      <p:sp>
        <p:nvSpPr>
          <p:cNvPr id="1300" name="TextBox 1299"/>
          <p:cNvSpPr txBox="1"/>
          <p:nvPr/>
        </p:nvSpPr>
        <p:spPr>
          <a:xfrm>
            <a:off x="2301986" y="4365704"/>
            <a:ext cx="87264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301" name="TextBox 1300"/>
          <p:cNvSpPr txBox="1"/>
          <p:nvPr/>
        </p:nvSpPr>
        <p:spPr>
          <a:xfrm>
            <a:off x="2301986" y="4365704"/>
            <a:ext cx="87264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0.67(57),0.67(63),0.68(70),0.68(79),0.65(82),0.68(83),0.66(84),0.68(85),0.68(86),0.68(90),0.68(91),</a:t>
            </a:r>
          </a:p>
        </p:txBody>
      </p:sp>
      <p:sp>
        <p:nvSpPr>
          <p:cNvPr id="1302" name="TextBox 1301"/>
          <p:cNvSpPr txBox="1"/>
          <p:nvPr/>
        </p:nvSpPr>
        <p:spPr>
          <a:xfrm>
            <a:off x="2301986" y="4365704"/>
            <a:ext cx="87264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303" name="TextBox 1302"/>
          <p:cNvSpPr txBox="1"/>
          <p:nvPr/>
        </p:nvSpPr>
        <p:spPr>
          <a:xfrm>
            <a:off x="2301986" y="4365704"/>
            <a:ext cx="2505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0.68(92),0.68(94),0.68(95),</a:t>
            </a:r>
          </a:p>
        </p:txBody>
      </p:sp>
      <p:sp>
        <p:nvSpPr>
          <p:cNvPr id="1304" name="TextBox 1303"/>
          <p:cNvSpPr txBox="1"/>
          <p:nvPr/>
        </p:nvSpPr>
        <p:spPr>
          <a:xfrm>
            <a:off x="2301986" y="4365704"/>
            <a:ext cx="2505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744" y="852222"/>
            <a:ext cx="920520" cy="504699"/>
          </a:xfrm>
          <a:prstGeom prst="rect">
            <a:avLst/>
          </a:prstGeom>
        </p:spPr>
      </p:pic>
      <p:pic>
        <p:nvPicPr>
          <p:cNvPr id="3" name="Picture 2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34" y="441162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6142269" y="1096357"/>
            <a:ext cx="914172" cy="16430"/>
            <a:chOff x="6142269" y="1096357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6142269" y="1104572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7025780" y="11045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7025780" y="109635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445" y="893487"/>
            <a:ext cx="920520" cy="422169"/>
          </a:xfrm>
          <a:prstGeom prst="rect">
            <a:avLst/>
          </a:prstGeom>
        </p:spPr>
      </p:pic>
      <p:pic>
        <p:nvPicPr>
          <p:cNvPr id="9" name="Picture 8" descr="e3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8314" y="879203"/>
            <a:ext cx="349162" cy="16188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4647216" y="1096357"/>
            <a:ext cx="571357" cy="16430"/>
            <a:chOff x="4647216" y="1096357"/>
            <a:chExt cx="571357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4647216" y="1104572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5187913" y="11045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5187913" y="109635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2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0825" y="849048"/>
            <a:ext cx="920520" cy="511047"/>
          </a:xfrm>
          <a:prstGeom prst="rect">
            <a:avLst/>
          </a:prstGeom>
        </p:spPr>
      </p:pic>
      <p:pic>
        <p:nvPicPr>
          <p:cNvPr id="15" name="Picture 14" descr="e2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4693" y="923642"/>
            <a:ext cx="349162" cy="117445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3123596" y="1096357"/>
            <a:ext cx="571357" cy="16430"/>
            <a:chOff x="3123596" y="1096357"/>
            <a:chExt cx="571357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3123596" y="1104572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3664293" y="11045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3664293" y="109635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1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7204" y="855396"/>
            <a:ext cx="920520" cy="498350"/>
          </a:xfrm>
          <a:prstGeom prst="rect">
            <a:avLst/>
          </a:prstGeom>
        </p:spPr>
      </p:pic>
      <p:pic>
        <p:nvPicPr>
          <p:cNvPr id="21" name="Picture 20" descr="e1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5394" y="568131"/>
            <a:ext cx="634841" cy="472957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1285729" y="1096357"/>
            <a:ext cx="914172" cy="16430"/>
            <a:chOff x="1285729" y="1096357"/>
            <a:chExt cx="914172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1285729" y="1104572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2169241" y="11045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2169241" y="109635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1x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905" y="810958"/>
            <a:ext cx="920520" cy="5872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04874" y="225266"/>
            <a:ext cx="691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874" y="225266"/>
            <a:ext cx="6912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29" name="Picture 28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9423" y="2356797"/>
            <a:ext cx="920520" cy="504699"/>
          </a:xfrm>
          <a:prstGeom prst="rect">
            <a:avLst/>
          </a:prstGeom>
        </p:spPr>
      </p:pic>
      <p:pic>
        <p:nvPicPr>
          <p:cNvPr id="30" name="Picture 29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613" y="1945737"/>
            <a:ext cx="634841" cy="599925"/>
          </a:xfrm>
          <a:prstGeom prst="rect">
            <a:avLst/>
          </a:prstGeom>
        </p:spPr>
      </p:pic>
      <p:grpSp>
        <p:nvGrpSpPr>
          <p:cNvPr id="34" name="Group 33"/>
          <p:cNvGrpSpPr/>
          <p:nvPr/>
        </p:nvGrpSpPr>
        <p:grpSpPr>
          <a:xfrm>
            <a:off x="6427948" y="2600932"/>
            <a:ext cx="914172" cy="16430"/>
            <a:chOff x="6427948" y="2600932"/>
            <a:chExt cx="914172" cy="16430"/>
          </a:xfrm>
        </p:grpSpPr>
        <p:sp>
          <p:nvSpPr>
            <p:cNvPr id="31" name="Straight Connector 30"/>
            <p:cNvSpPr/>
            <p:nvPr/>
          </p:nvSpPr>
          <p:spPr>
            <a:xfrm>
              <a:off x="6427948" y="260914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Straight Connector 31"/>
            <p:cNvSpPr/>
            <p:nvPr/>
          </p:nvSpPr>
          <p:spPr>
            <a:xfrm>
              <a:off x="7311459" y="260914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Straight Connector 32"/>
            <p:cNvSpPr/>
            <p:nvPr/>
          </p:nvSpPr>
          <p:spPr>
            <a:xfrm flipV="1">
              <a:off x="7311459" y="260093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5" name="Picture 34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0124" y="2398062"/>
            <a:ext cx="920520" cy="422169"/>
          </a:xfrm>
          <a:prstGeom prst="rect">
            <a:avLst/>
          </a:prstGeom>
        </p:spPr>
      </p:pic>
      <p:pic>
        <p:nvPicPr>
          <p:cNvPr id="36" name="Picture 35" descr="e3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3992" y="2383778"/>
            <a:ext cx="349162" cy="161884"/>
          </a:xfrm>
          <a:prstGeom prst="rect">
            <a:avLst/>
          </a:prstGeom>
        </p:spPr>
      </p:pic>
      <p:grpSp>
        <p:nvGrpSpPr>
          <p:cNvPr id="40" name="Group 39"/>
          <p:cNvGrpSpPr/>
          <p:nvPr/>
        </p:nvGrpSpPr>
        <p:grpSpPr>
          <a:xfrm>
            <a:off x="4932895" y="2600932"/>
            <a:ext cx="571357" cy="16430"/>
            <a:chOff x="4932895" y="2600932"/>
            <a:chExt cx="571357" cy="16430"/>
          </a:xfrm>
        </p:grpSpPr>
        <p:sp>
          <p:nvSpPr>
            <p:cNvPr id="37" name="Straight Connector 36"/>
            <p:cNvSpPr/>
            <p:nvPr/>
          </p:nvSpPr>
          <p:spPr>
            <a:xfrm>
              <a:off x="4932895" y="260914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Straight Connector 37"/>
            <p:cNvSpPr/>
            <p:nvPr/>
          </p:nvSpPr>
          <p:spPr>
            <a:xfrm>
              <a:off x="5473592" y="260914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Straight Connector 38"/>
            <p:cNvSpPr/>
            <p:nvPr/>
          </p:nvSpPr>
          <p:spPr>
            <a:xfrm flipV="1">
              <a:off x="5473592" y="260093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1" name="Picture 40" descr="e2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6503" y="2353623"/>
            <a:ext cx="920520" cy="511047"/>
          </a:xfrm>
          <a:prstGeom prst="rect">
            <a:avLst/>
          </a:prstGeom>
        </p:spPr>
      </p:pic>
      <p:pic>
        <p:nvPicPr>
          <p:cNvPr id="42" name="Picture 41" descr="e2x2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2079054"/>
            <a:ext cx="634841" cy="466608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3095028" y="2600932"/>
            <a:ext cx="914172" cy="16430"/>
            <a:chOff x="3095028" y="2600932"/>
            <a:chExt cx="914172" cy="16430"/>
          </a:xfrm>
        </p:grpSpPr>
        <p:sp>
          <p:nvSpPr>
            <p:cNvPr id="43" name="Straight Connector 42"/>
            <p:cNvSpPr/>
            <p:nvPr/>
          </p:nvSpPr>
          <p:spPr>
            <a:xfrm>
              <a:off x="3095028" y="260914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3978540" y="260914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3978540" y="260093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1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7204" y="2359971"/>
            <a:ext cx="920520" cy="498350"/>
          </a:xfrm>
          <a:prstGeom prst="rect">
            <a:avLst/>
          </a:prstGeom>
        </p:spPr>
      </p:pic>
      <p:pic>
        <p:nvPicPr>
          <p:cNvPr id="48" name="Picture 47" descr="e1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5394" y="2072706"/>
            <a:ext cx="634841" cy="472957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1285729" y="2600932"/>
            <a:ext cx="914172" cy="16430"/>
            <a:chOff x="1285729" y="2600932"/>
            <a:chExt cx="914172" cy="16430"/>
          </a:xfrm>
        </p:grpSpPr>
        <p:sp>
          <p:nvSpPr>
            <p:cNvPr id="49" name="Straight Connector 48"/>
            <p:cNvSpPr/>
            <p:nvPr/>
          </p:nvSpPr>
          <p:spPr>
            <a:xfrm>
              <a:off x="1285729" y="260914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2169241" y="260914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2169241" y="260093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1x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905" y="2315533"/>
            <a:ext cx="920520" cy="58722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04874" y="1729841"/>
            <a:ext cx="691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4874" y="1729841"/>
            <a:ext cx="6912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56" name="Picture 55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081" y="3861372"/>
            <a:ext cx="920520" cy="504699"/>
          </a:xfrm>
          <a:prstGeom prst="rect">
            <a:avLst/>
          </a:prstGeom>
        </p:spPr>
      </p:pic>
      <p:pic>
        <p:nvPicPr>
          <p:cNvPr id="57" name="Picture 56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271" y="3450312"/>
            <a:ext cx="634841" cy="599925"/>
          </a:xfrm>
          <a:prstGeom prst="rect">
            <a:avLst/>
          </a:prstGeom>
        </p:spPr>
      </p:pic>
      <p:grpSp>
        <p:nvGrpSpPr>
          <p:cNvPr id="61" name="Group 60"/>
          <p:cNvGrpSpPr/>
          <p:nvPr/>
        </p:nvGrpSpPr>
        <p:grpSpPr>
          <a:xfrm>
            <a:off x="6494606" y="4105507"/>
            <a:ext cx="914172" cy="16430"/>
            <a:chOff x="6494606" y="4105507"/>
            <a:chExt cx="914172" cy="16430"/>
          </a:xfrm>
        </p:grpSpPr>
        <p:sp>
          <p:nvSpPr>
            <p:cNvPr id="58" name="Straight Connector 57"/>
            <p:cNvSpPr/>
            <p:nvPr/>
          </p:nvSpPr>
          <p:spPr>
            <a:xfrm>
              <a:off x="6494606" y="4113722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Straight Connector 58"/>
            <p:cNvSpPr/>
            <p:nvPr/>
          </p:nvSpPr>
          <p:spPr>
            <a:xfrm>
              <a:off x="7378118" y="411372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Straight Connector 59"/>
            <p:cNvSpPr/>
            <p:nvPr/>
          </p:nvSpPr>
          <p:spPr>
            <a:xfrm flipV="1">
              <a:off x="7378118" y="410550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2" name="Picture 61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782" y="3902637"/>
            <a:ext cx="920520" cy="422169"/>
          </a:xfrm>
          <a:prstGeom prst="rect">
            <a:avLst/>
          </a:prstGeom>
        </p:spPr>
      </p:pic>
      <p:pic>
        <p:nvPicPr>
          <p:cNvPr id="63" name="Picture 62" descr="e3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0651" y="3888353"/>
            <a:ext cx="349162" cy="161884"/>
          </a:xfrm>
          <a:prstGeom prst="rect">
            <a:avLst/>
          </a:prstGeom>
        </p:spPr>
      </p:pic>
      <p:grpSp>
        <p:nvGrpSpPr>
          <p:cNvPr id="67" name="Group 66"/>
          <p:cNvGrpSpPr/>
          <p:nvPr/>
        </p:nvGrpSpPr>
        <p:grpSpPr>
          <a:xfrm>
            <a:off x="4999554" y="4105507"/>
            <a:ext cx="571357" cy="16430"/>
            <a:chOff x="4999554" y="4105507"/>
            <a:chExt cx="571357" cy="16430"/>
          </a:xfrm>
        </p:grpSpPr>
        <p:sp>
          <p:nvSpPr>
            <p:cNvPr id="64" name="Straight Connector 63"/>
            <p:cNvSpPr/>
            <p:nvPr/>
          </p:nvSpPr>
          <p:spPr>
            <a:xfrm>
              <a:off x="4999554" y="4113722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Straight Connector 64"/>
            <p:cNvSpPr/>
            <p:nvPr/>
          </p:nvSpPr>
          <p:spPr>
            <a:xfrm>
              <a:off x="5540251" y="411372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Straight Connector 65"/>
            <p:cNvSpPr/>
            <p:nvPr/>
          </p:nvSpPr>
          <p:spPr>
            <a:xfrm flipV="1">
              <a:off x="5540251" y="410550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8" name="Picture 67" descr="e2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3162" y="3858198"/>
            <a:ext cx="920520" cy="511047"/>
          </a:xfrm>
          <a:prstGeom prst="rect">
            <a:avLst/>
          </a:prstGeom>
        </p:spPr>
      </p:pic>
      <p:pic>
        <p:nvPicPr>
          <p:cNvPr id="69" name="Picture 68" descr="e2x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34693" y="3850263"/>
            <a:ext cx="288853" cy="199975"/>
          </a:xfrm>
          <a:prstGeom prst="rect">
            <a:avLst/>
          </a:prstGeom>
        </p:spPr>
      </p:pic>
      <p:pic>
        <p:nvPicPr>
          <p:cNvPr id="70" name="Picture 69" descr="e2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7031" y="3932792"/>
            <a:ext cx="349162" cy="117445"/>
          </a:xfrm>
          <a:prstGeom prst="rect">
            <a:avLst/>
          </a:prstGeom>
        </p:spPr>
      </p:pic>
      <p:grpSp>
        <p:nvGrpSpPr>
          <p:cNvPr id="74" name="Group 73"/>
          <p:cNvGrpSpPr/>
          <p:nvPr/>
        </p:nvGrpSpPr>
        <p:grpSpPr>
          <a:xfrm>
            <a:off x="3088362" y="4105507"/>
            <a:ext cx="994162" cy="16430"/>
            <a:chOff x="3088362" y="4105507"/>
            <a:chExt cx="994162" cy="16430"/>
          </a:xfrm>
        </p:grpSpPr>
        <p:sp>
          <p:nvSpPr>
            <p:cNvPr id="71" name="Straight Connector 70"/>
            <p:cNvSpPr/>
            <p:nvPr/>
          </p:nvSpPr>
          <p:spPr>
            <a:xfrm>
              <a:off x="3088362" y="4113722"/>
              <a:ext cx="99416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Straight Connector 71"/>
            <p:cNvSpPr/>
            <p:nvPr/>
          </p:nvSpPr>
          <p:spPr>
            <a:xfrm>
              <a:off x="4051864" y="411372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Straight Connector 72"/>
            <p:cNvSpPr/>
            <p:nvPr/>
          </p:nvSpPr>
          <p:spPr>
            <a:xfrm flipV="1">
              <a:off x="4051864" y="410550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5" name="Picture 74" descr="e1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7204" y="3864547"/>
            <a:ext cx="920520" cy="498350"/>
          </a:xfrm>
          <a:prstGeom prst="rect">
            <a:avLst/>
          </a:prstGeom>
        </p:spPr>
      </p:pic>
      <p:pic>
        <p:nvPicPr>
          <p:cNvPr id="76" name="Picture 75" descr="e1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5394" y="3577281"/>
            <a:ext cx="634841" cy="472957"/>
          </a:xfrm>
          <a:prstGeom prst="rect">
            <a:avLst/>
          </a:prstGeom>
        </p:spPr>
      </p:pic>
      <p:grpSp>
        <p:nvGrpSpPr>
          <p:cNvPr id="80" name="Group 79"/>
          <p:cNvGrpSpPr/>
          <p:nvPr/>
        </p:nvGrpSpPr>
        <p:grpSpPr>
          <a:xfrm>
            <a:off x="1285729" y="4105507"/>
            <a:ext cx="914172" cy="16430"/>
            <a:chOff x="1285729" y="4105507"/>
            <a:chExt cx="914172" cy="16430"/>
          </a:xfrm>
        </p:grpSpPr>
        <p:sp>
          <p:nvSpPr>
            <p:cNvPr id="77" name="Straight Connector 76"/>
            <p:cNvSpPr/>
            <p:nvPr/>
          </p:nvSpPr>
          <p:spPr>
            <a:xfrm>
              <a:off x="1285729" y="4113722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Straight Connector 77"/>
            <p:cNvSpPr/>
            <p:nvPr/>
          </p:nvSpPr>
          <p:spPr>
            <a:xfrm>
              <a:off x="2169241" y="411372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Straight Connector 78"/>
            <p:cNvSpPr/>
            <p:nvPr/>
          </p:nvSpPr>
          <p:spPr>
            <a:xfrm flipV="1">
              <a:off x="2169241" y="410550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1" name="Picture 80" descr="e1x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905" y="3820108"/>
            <a:ext cx="920520" cy="587228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4874" y="3234416"/>
            <a:ext cx="691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4874" y="3234416"/>
            <a:ext cx="6912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84" name="Picture 83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391" y="5365947"/>
            <a:ext cx="920520" cy="504699"/>
          </a:xfrm>
          <a:prstGeom prst="rect">
            <a:avLst/>
          </a:prstGeom>
        </p:spPr>
      </p:pic>
      <p:pic>
        <p:nvPicPr>
          <p:cNvPr id="85" name="Picture 84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581" y="4954887"/>
            <a:ext cx="634841" cy="599925"/>
          </a:xfrm>
          <a:prstGeom prst="rect">
            <a:avLst/>
          </a:prstGeom>
        </p:spPr>
      </p:pic>
      <p:grpSp>
        <p:nvGrpSpPr>
          <p:cNvPr id="89" name="Group 88"/>
          <p:cNvGrpSpPr/>
          <p:nvPr/>
        </p:nvGrpSpPr>
        <p:grpSpPr>
          <a:xfrm>
            <a:off x="6554916" y="5610082"/>
            <a:ext cx="914172" cy="16430"/>
            <a:chOff x="6554916" y="5610082"/>
            <a:chExt cx="914172" cy="16430"/>
          </a:xfrm>
        </p:grpSpPr>
        <p:sp>
          <p:nvSpPr>
            <p:cNvPr id="86" name="Straight Connector 85"/>
            <p:cNvSpPr/>
            <p:nvPr/>
          </p:nvSpPr>
          <p:spPr>
            <a:xfrm>
              <a:off x="6554916" y="561829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Straight Connector 86"/>
            <p:cNvSpPr/>
            <p:nvPr/>
          </p:nvSpPr>
          <p:spPr>
            <a:xfrm>
              <a:off x="7438427" y="561829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Straight Connector 87"/>
            <p:cNvSpPr/>
            <p:nvPr/>
          </p:nvSpPr>
          <p:spPr>
            <a:xfrm flipV="1">
              <a:off x="7438427" y="561008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0" name="Picture 89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7092" y="5407212"/>
            <a:ext cx="920520" cy="422169"/>
          </a:xfrm>
          <a:prstGeom prst="rect">
            <a:avLst/>
          </a:prstGeom>
        </p:spPr>
      </p:pic>
      <p:pic>
        <p:nvPicPr>
          <p:cNvPr id="91" name="Picture 90" descr="e3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0961" y="5392928"/>
            <a:ext cx="349162" cy="161884"/>
          </a:xfrm>
          <a:prstGeom prst="rect">
            <a:avLst/>
          </a:prstGeom>
        </p:spPr>
      </p:pic>
      <p:grpSp>
        <p:nvGrpSpPr>
          <p:cNvPr id="95" name="Group 94"/>
          <p:cNvGrpSpPr/>
          <p:nvPr/>
        </p:nvGrpSpPr>
        <p:grpSpPr>
          <a:xfrm>
            <a:off x="5059863" y="5610082"/>
            <a:ext cx="571358" cy="16430"/>
            <a:chOff x="5059863" y="5610082"/>
            <a:chExt cx="571358" cy="16430"/>
          </a:xfrm>
        </p:grpSpPr>
        <p:sp>
          <p:nvSpPr>
            <p:cNvPr id="92" name="Straight Connector 91"/>
            <p:cNvSpPr/>
            <p:nvPr/>
          </p:nvSpPr>
          <p:spPr>
            <a:xfrm>
              <a:off x="5059863" y="561829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Straight Connector 92"/>
            <p:cNvSpPr/>
            <p:nvPr/>
          </p:nvSpPr>
          <p:spPr>
            <a:xfrm>
              <a:off x="5600561" y="561829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Straight Connector 93"/>
            <p:cNvSpPr/>
            <p:nvPr/>
          </p:nvSpPr>
          <p:spPr>
            <a:xfrm flipV="1">
              <a:off x="5600561" y="561008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6" name="Picture 95" descr="e2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3472" y="5362773"/>
            <a:ext cx="920520" cy="511047"/>
          </a:xfrm>
          <a:prstGeom prst="rect">
            <a:avLst/>
          </a:prstGeom>
        </p:spPr>
      </p:pic>
      <p:pic>
        <p:nvPicPr>
          <p:cNvPr id="97" name="Picture 96" descr="e2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4693" y="5437367"/>
            <a:ext cx="349162" cy="117445"/>
          </a:xfrm>
          <a:prstGeom prst="rect">
            <a:avLst/>
          </a:prstGeom>
        </p:spPr>
      </p:pic>
      <p:pic>
        <p:nvPicPr>
          <p:cNvPr id="98" name="Picture 97" descr="e2x3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47341" y="5237392"/>
            <a:ext cx="349162" cy="317420"/>
          </a:xfrm>
          <a:prstGeom prst="rect">
            <a:avLst/>
          </a:prstGeom>
        </p:spPr>
      </p:pic>
      <p:grpSp>
        <p:nvGrpSpPr>
          <p:cNvPr id="102" name="Group 101"/>
          <p:cNvGrpSpPr/>
          <p:nvPr/>
        </p:nvGrpSpPr>
        <p:grpSpPr>
          <a:xfrm>
            <a:off x="3082331" y="5610082"/>
            <a:ext cx="1066534" cy="16430"/>
            <a:chOff x="3082331" y="5610082"/>
            <a:chExt cx="1066534" cy="16430"/>
          </a:xfrm>
        </p:grpSpPr>
        <p:sp>
          <p:nvSpPr>
            <p:cNvPr id="99" name="Straight Connector 98"/>
            <p:cNvSpPr/>
            <p:nvPr/>
          </p:nvSpPr>
          <p:spPr>
            <a:xfrm>
              <a:off x="3082331" y="5618297"/>
              <a:ext cx="1066534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Straight Connector 99"/>
            <p:cNvSpPr/>
            <p:nvPr/>
          </p:nvSpPr>
          <p:spPr>
            <a:xfrm>
              <a:off x="4118205" y="561829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Straight Connector 100"/>
            <p:cNvSpPr/>
            <p:nvPr/>
          </p:nvSpPr>
          <p:spPr>
            <a:xfrm flipV="1">
              <a:off x="4118205" y="561008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3" name="Picture 102" descr="e1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7204" y="5369122"/>
            <a:ext cx="920520" cy="498350"/>
          </a:xfrm>
          <a:prstGeom prst="rect">
            <a:avLst/>
          </a:prstGeom>
        </p:spPr>
      </p:pic>
      <p:pic>
        <p:nvPicPr>
          <p:cNvPr id="104" name="Picture 103" descr="e1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5394" y="5081856"/>
            <a:ext cx="634841" cy="472957"/>
          </a:xfrm>
          <a:prstGeom prst="rect">
            <a:avLst/>
          </a:prstGeom>
        </p:spPr>
      </p:pic>
      <p:grpSp>
        <p:nvGrpSpPr>
          <p:cNvPr id="108" name="Group 107"/>
          <p:cNvGrpSpPr/>
          <p:nvPr/>
        </p:nvGrpSpPr>
        <p:grpSpPr>
          <a:xfrm>
            <a:off x="1285729" y="5610082"/>
            <a:ext cx="914172" cy="16430"/>
            <a:chOff x="1285729" y="5610082"/>
            <a:chExt cx="914172" cy="16430"/>
          </a:xfrm>
        </p:grpSpPr>
        <p:sp>
          <p:nvSpPr>
            <p:cNvPr id="105" name="Straight Connector 104"/>
            <p:cNvSpPr/>
            <p:nvPr/>
          </p:nvSpPr>
          <p:spPr>
            <a:xfrm>
              <a:off x="1285729" y="561829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Straight Connector 105"/>
            <p:cNvSpPr/>
            <p:nvPr/>
          </p:nvSpPr>
          <p:spPr>
            <a:xfrm>
              <a:off x="2169241" y="561829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Straight Connector 106"/>
            <p:cNvSpPr/>
            <p:nvPr/>
          </p:nvSpPr>
          <p:spPr>
            <a:xfrm flipV="1">
              <a:off x="2169241" y="561008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9" name="Picture 108" descr="e1x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905" y="5324683"/>
            <a:ext cx="920520" cy="587228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504874" y="4738991"/>
            <a:ext cx="691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04874" y="4738991"/>
            <a:ext cx="6912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760" y="852222"/>
            <a:ext cx="920520" cy="504699"/>
          </a:xfrm>
          <a:prstGeom prst="rect">
            <a:avLst/>
          </a:prstGeom>
        </p:spPr>
      </p:pic>
      <p:pic>
        <p:nvPicPr>
          <p:cNvPr id="3" name="Picture 2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950" y="441162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6780285" y="1096357"/>
            <a:ext cx="914172" cy="16430"/>
            <a:chOff x="6780285" y="1096357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6780285" y="1104572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7663796" y="11045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7663796" y="109635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2461" y="893487"/>
            <a:ext cx="920520" cy="422169"/>
          </a:xfrm>
          <a:prstGeom prst="rect">
            <a:avLst/>
          </a:prstGeom>
        </p:spPr>
      </p:pic>
      <p:pic>
        <p:nvPicPr>
          <p:cNvPr id="9" name="Picture 8" descr="e3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6330" y="879203"/>
            <a:ext cx="349162" cy="16188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5285232" y="1096357"/>
            <a:ext cx="571357" cy="16430"/>
            <a:chOff x="5285232" y="1096357"/>
            <a:chExt cx="571357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5285232" y="1104572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5825929" y="11045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5825929" y="109635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2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8841" y="849048"/>
            <a:ext cx="920520" cy="511047"/>
          </a:xfrm>
          <a:prstGeom prst="rect">
            <a:avLst/>
          </a:prstGeom>
        </p:spPr>
      </p:pic>
      <p:pic>
        <p:nvPicPr>
          <p:cNvPr id="15" name="Picture 14" descr="e2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4693" y="841113"/>
            <a:ext cx="288853" cy="199975"/>
          </a:xfrm>
          <a:prstGeom prst="rect">
            <a:avLst/>
          </a:prstGeom>
        </p:spPr>
      </p:pic>
      <p:pic>
        <p:nvPicPr>
          <p:cNvPr id="16" name="Picture 15" descr="e2x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7031" y="574479"/>
            <a:ext cx="634841" cy="466608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3059794" y="1096357"/>
            <a:ext cx="1336977" cy="16430"/>
            <a:chOff x="3059794" y="1096357"/>
            <a:chExt cx="1336977" cy="16430"/>
          </a:xfrm>
        </p:grpSpPr>
        <p:sp>
          <p:nvSpPr>
            <p:cNvPr id="17" name="Straight Connector 16"/>
            <p:cNvSpPr/>
            <p:nvPr/>
          </p:nvSpPr>
          <p:spPr>
            <a:xfrm>
              <a:off x="3059794" y="1104572"/>
              <a:ext cx="133697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>
              <a:off x="4366111" y="11045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Straight Connector 18"/>
            <p:cNvSpPr/>
            <p:nvPr/>
          </p:nvSpPr>
          <p:spPr>
            <a:xfrm flipV="1">
              <a:off x="4366111" y="109635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1" name="Picture 20" descr="e1x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7204" y="855396"/>
            <a:ext cx="920520" cy="498350"/>
          </a:xfrm>
          <a:prstGeom prst="rect">
            <a:avLst/>
          </a:prstGeom>
        </p:spPr>
      </p:pic>
      <p:pic>
        <p:nvPicPr>
          <p:cNvPr id="22" name="Picture 21" descr="e1x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5394" y="568131"/>
            <a:ext cx="634841" cy="472957"/>
          </a:xfrm>
          <a:prstGeom prst="rect">
            <a:avLst/>
          </a:prstGeom>
        </p:spPr>
      </p:pic>
      <p:grpSp>
        <p:nvGrpSpPr>
          <p:cNvPr id="26" name="Group 25"/>
          <p:cNvGrpSpPr/>
          <p:nvPr/>
        </p:nvGrpSpPr>
        <p:grpSpPr>
          <a:xfrm>
            <a:off x="1285729" y="1096357"/>
            <a:ext cx="914172" cy="16430"/>
            <a:chOff x="1285729" y="1096357"/>
            <a:chExt cx="914172" cy="16430"/>
          </a:xfrm>
        </p:grpSpPr>
        <p:sp>
          <p:nvSpPr>
            <p:cNvPr id="23" name="Straight Connector 22"/>
            <p:cNvSpPr/>
            <p:nvPr/>
          </p:nvSpPr>
          <p:spPr>
            <a:xfrm>
              <a:off x="1285729" y="1104572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>
              <a:off x="2169241" y="11045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Straight Connector 24"/>
            <p:cNvSpPr/>
            <p:nvPr/>
          </p:nvSpPr>
          <p:spPr>
            <a:xfrm flipV="1">
              <a:off x="2169241" y="109635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7" name="Picture 26" descr="e1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7905" y="810958"/>
            <a:ext cx="920520" cy="58722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04874" y="225266"/>
            <a:ext cx="691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874" y="225266"/>
            <a:ext cx="6912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30" name="Picture 29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9423" y="2356797"/>
            <a:ext cx="920520" cy="504699"/>
          </a:xfrm>
          <a:prstGeom prst="rect">
            <a:avLst/>
          </a:prstGeom>
        </p:spPr>
      </p:pic>
      <p:pic>
        <p:nvPicPr>
          <p:cNvPr id="31" name="Picture 30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613" y="1945737"/>
            <a:ext cx="634841" cy="599925"/>
          </a:xfrm>
          <a:prstGeom prst="rect">
            <a:avLst/>
          </a:prstGeom>
        </p:spPr>
      </p:pic>
      <p:grpSp>
        <p:nvGrpSpPr>
          <p:cNvPr id="35" name="Group 34"/>
          <p:cNvGrpSpPr/>
          <p:nvPr/>
        </p:nvGrpSpPr>
        <p:grpSpPr>
          <a:xfrm>
            <a:off x="6427948" y="2600932"/>
            <a:ext cx="914172" cy="16430"/>
            <a:chOff x="6427948" y="2600932"/>
            <a:chExt cx="914172" cy="16430"/>
          </a:xfrm>
        </p:grpSpPr>
        <p:sp>
          <p:nvSpPr>
            <p:cNvPr id="32" name="Straight Connector 31"/>
            <p:cNvSpPr/>
            <p:nvPr/>
          </p:nvSpPr>
          <p:spPr>
            <a:xfrm>
              <a:off x="6427948" y="260914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Straight Connector 32"/>
            <p:cNvSpPr/>
            <p:nvPr/>
          </p:nvSpPr>
          <p:spPr>
            <a:xfrm>
              <a:off x="7311459" y="260914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Straight Connector 33"/>
            <p:cNvSpPr/>
            <p:nvPr/>
          </p:nvSpPr>
          <p:spPr>
            <a:xfrm flipV="1">
              <a:off x="7311459" y="260093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6" name="Picture 35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0124" y="2398062"/>
            <a:ext cx="920520" cy="422169"/>
          </a:xfrm>
          <a:prstGeom prst="rect">
            <a:avLst/>
          </a:prstGeom>
        </p:spPr>
      </p:pic>
      <p:pic>
        <p:nvPicPr>
          <p:cNvPr id="37" name="Picture 36" descr="e3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3992" y="2383778"/>
            <a:ext cx="349162" cy="161884"/>
          </a:xfrm>
          <a:prstGeom prst="rect">
            <a:avLst/>
          </a:prstGeom>
        </p:spPr>
      </p:pic>
      <p:grpSp>
        <p:nvGrpSpPr>
          <p:cNvPr id="41" name="Group 40"/>
          <p:cNvGrpSpPr/>
          <p:nvPr/>
        </p:nvGrpSpPr>
        <p:grpSpPr>
          <a:xfrm>
            <a:off x="4932895" y="2600932"/>
            <a:ext cx="571357" cy="16430"/>
            <a:chOff x="4932895" y="2600932"/>
            <a:chExt cx="571357" cy="16430"/>
          </a:xfrm>
        </p:grpSpPr>
        <p:sp>
          <p:nvSpPr>
            <p:cNvPr id="38" name="Straight Connector 37"/>
            <p:cNvSpPr/>
            <p:nvPr/>
          </p:nvSpPr>
          <p:spPr>
            <a:xfrm>
              <a:off x="4932895" y="260914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Straight Connector 38"/>
            <p:cNvSpPr/>
            <p:nvPr/>
          </p:nvSpPr>
          <p:spPr>
            <a:xfrm>
              <a:off x="5473592" y="260914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Straight Connector 39"/>
            <p:cNvSpPr/>
            <p:nvPr/>
          </p:nvSpPr>
          <p:spPr>
            <a:xfrm flipV="1">
              <a:off x="5473592" y="260093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2" name="Picture 41" descr="e2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6503" y="2353623"/>
            <a:ext cx="920520" cy="511047"/>
          </a:xfrm>
          <a:prstGeom prst="rect">
            <a:avLst/>
          </a:prstGeom>
        </p:spPr>
      </p:pic>
      <p:pic>
        <p:nvPicPr>
          <p:cNvPr id="43" name="Picture 42" descr="e1x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34693" y="2072706"/>
            <a:ext cx="634841" cy="472957"/>
          </a:xfrm>
          <a:prstGeom prst="rect">
            <a:avLst/>
          </a:prstGeom>
        </p:spPr>
      </p:pic>
      <p:grpSp>
        <p:nvGrpSpPr>
          <p:cNvPr id="47" name="Group 46"/>
          <p:cNvGrpSpPr/>
          <p:nvPr/>
        </p:nvGrpSpPr>
        <p:grpSpPr>
          <a:xfrm>
            <a:off x="3095028" y="2600932"/>
            <a:ext cx="914172" cy="16430"/>
            <a:chOff x="3095028" y="2600932"/>
            <a:chExt cx="914172" cy="16430"/>
          </a:xfrm>
        </p:grpSpPr>
        <p:sp>
          <p:nvSpPr>
            <p:cNvPr id="44" name="Straight Connector 43"/>
            <p:cNvSpPr/>
            <p:nvPr/>
          </p:nvSpPr>
          <p:spPr>
            <a:xfrm>
              <a:off x="3095028" y="260914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>
              <a:off x="3978540" y="260914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Straight Connector 45"/>
            <p:cNvSpPr/>
            <p:nvPr/>
          </p:nvSpPr>
          <p:spPr>
            <a:xfrm flipV="1">
              <a:off x="3978540" y="260093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8" name="Picture 47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2309184"/>
            <a:ext cx="920520" cy="599925"/>
          </a:xfrm>
          <a:prstGeom prst="rect">
            <a:avLst/>
          </a:prstGeom>
        </p:spPr>
      </p:pic>
      <p:pic>
        <p:nvPicPr>
          <p:cNvPr id="49" name="Picture 48" descr="e2x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5394" y="2079054"/>
            <a:ext cx="634841" cy="466608"/>
          </a:xfrm>
          <a:prstGeom prst="rect">
            <a:avLst/>
          </a:prstGeom>
        </p:spPr>
      </p:pic>
      <p:grpSp>
        <p:nvGrpSpPr>
          <p:cNvPr id="53" name="Group 52"/>
          <p:cNvGrpSpPr/>
          <p:nvPr/>
        </p:nvGrpSpPr>
        <p:grpSpPr>
          <a:xfrm>
            <a:off x="1285729" y="2600932"/>
            <a:ext cx="914172" cy="16430"/>
            <a:chOff x="1285729" y="2600932"/>
            <a:chExt cx="914172" cy="16430"/>
          </a:xfrm>
        </p:grpSpPr>
        <p:sp>
          <p:nvSpPr>
            <p:cNvPr id="50" name="Straight Connector 49"/>
            <p:cNvSpPr/>
            <p:nvPr/>
          </p:nvSpPr>
          <p:spPr>
            <a:xfrm>
              <a:off x="1285729" y="260914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>
              <a:off x="2169241" y="260914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Straight Connector 51"/>
            <p:cNvSpPr/>
            <p:nvPr/>
          </p:nvSpPr>
          <p:spPr>
            <a:xfrm flipV="1">
              <a:off x="2169241" y="260093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4" name="Picture 53" descr="e1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7905" y="2315533"/>
            <a:ext cx="920520" cy="58722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04874" y="1729841"/>
            <a:ext cx="691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874" y="1729841"/>
            <a:ext cx="6912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57" name="Picture 56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2070" y="3874069"/>
            <a:ext cx="920520" cy="504699"/>
          </a:xfrm>
          <a:prstGeom prst="rect">
            <a:avLst/>
          </a:prstGeom>
        </p:spPr>
      </p:pic>
      <p:pic>
        <p:nvPicPr>
          <p:cNvPr id="58" name="Picture 57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260" y="3463009"/>
            <a:ext cx="634841" cy="599925"/>
          </a:xfrm>
          <a:prstGeom prst="rect">
            <a:avLst/>
          </a:prstGeom>
        </p:spPr>
      </p:pic>
      <p:grpSp>
        <p:nvGrpSpPr>
          <p:cNvPr id="62" name="Group 61"/>
          <p:cNvGrpSpPr/>
          <p:nvPr/>
        </p:nvGrpSpPr>
        <p:grpSpPr>
          <a:xfrm>
            <a:off x="6840595" y="4118204"/>
            <a:ext cx="914172" cy="16430"/>
            <a:chOff x="6840595" y="4118204"/>
            <a:chExt cx="914172" cy="16430"/>
          </a:xfrm>
        </p:grpSpPr>
        <p:sp>
          <p:nvSpPr>
            <p:cNvPr id="59" name="Straight Connector 58"/>
            <p:cNvSpPr/>
            <p:nvPr/>
          </p:nvSpPr>
          <p:spPr>
            <a:xfrm>
              <a:off x="6840595" y="4126419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Straight Connector 59"/>
            <p:cNvSpPr/>
            <p:nvPr/>
          </p:nvSpPr>
          <p:spPr>
            <a:xfrm>
              <a:off x="7724106" y="412641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Straight Connector 60"/>
            <p:cNvSpPr/>
            <p:nvPr/>
          </p:nvSpPr>
          <p:spPr>
            <a:xfrm flipV="1">
              <a:off x="7724106" y="411820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3" name="Picture 62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2771" y="3915334"/>
            <a:ext cx="920520" cy="422169"/>
          </a:xfrm>
          <a:prstGeom prst="rect">
            <a:avLst/>
          </a:prstGeom>
        </p:spPr>
      </p:pic>
      <p:pic>
        <p:nvPicPr>
          <p:cNvPr id="64" name="Picture 63" descr="e3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6640" y="3901050"/>
            <a:ext cx="349162" cy="161884"/>
          </a:xfrm>
          <a:prstGeom prst="rect">
            <a:avLst/>
          </a:prstGeom>
        </p:spPr>
      </p:pic>
      <p:grpSp>
        <p:nvGrpSpPr>
          <p:cNvPr id="68" name="Group 67"/>
          <p:cNvGrpSpPr/>
          <p:nvPr/>
        </p:nvGrpSpPr>
        <p:grpSpPr>
          <a:xfrm>
            <a:off x="5345542" y="4118204"/>
            <a:ext cx="571357" cy="16430"/>
            <a:chOff x="5345542" y="4118204"/>
            <a:chExt cx="571357" cy="16430"/>
          </a:xfrm>
        </p:grpSpPr>
        <p:sp>
          <p:nvSpPr>
            <p:cNvPr id="65" name="Straight Connector 64"/>
            <p:cNvSpPr/>
            <p:nvPr/>
          </p:nvSpPr>
          <p:spPr>
            <a:xfrm>
              <a:off x="5345542" y="4126419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Straight Connector 65"/>
            <p:cNvSpPr/>
            <p:nvPr/>
          </p:nvSpPr>
          <p:spPr>
            <a:xfrm>
              <a:off x="5886239" y="412641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Straight Connector 66"/>
            <p:cNvSpPr/>
            <p:nvPr/>
          </p:nvSpPr>
          <p:spPr>
            <a:xfrm flipV="1">
              <a:off x="5886239" y="411820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9" name="Picture 68" descr="e2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9151" y="3870895"/>
            <a:ext cx="920520" cy="511047"/>
          </a:xfrm>
          <a:prstGeom prst="rect">
            <a:avLst/>
          </a:prstGeom>
        </p:spPr>
      </p:pic>
      <p:pic>
        <p:nvPicPr>
          <p:cNvPr id="70" name="Picture 69" descr="e2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34693" y="3837566"/>
            <a:ext cx="349162" cy="225368"/>
          </a:xfrm>
          <a:prstGeom prst="rect">
            <a:avLst/>
          </a:prstGeom>
        </p:spPr>
      </p:pic>
      <p:pic>
        <p:nvPicPr>
          <p:cNvPr id="71" name="Picture 70" descr="e2x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7341" y="3596326"/>
            <a:ext cx="634841" cy="466608"/>
          </a:xfrm>
          <a:prstGeom prst="rect">
            <a:avLst/>
          </a:prstGeom>
        </p:spPr>
      </p:pic>
      <p:grpSp>
        <p:nvGrpSpPr>
          <p:cNvPr id="75" name="Group 74"/>
          <p:cNvGrpSpPr/>
          <p:nvPr/>
        </p:nvGrpSpPr>
        <p:grpSpPr>
          <a:xfrm>
            <a:off x="3053763" y="4118204"/>
            <a:ext cx="1409349" cy="16430"/>
            <a:chOff x="3053763" y="4118204"/>
            <a:chExt cx="1409349" cy="16430"/>
          </a:xfrm>
        </p:grpSpPr>
        <p:sp>
          <p:nvSpPr>
            <p:cNvPr id="72" name="Straight Connector 71"/>
            <p:cNvSpPr/>
            <p:nvPr/>
          </p:nvSpPr>
          <p:spPr>
            <a:xfrm>
              <a:off x="3053763" y="4126419"/>
              <a:ext cx="1409348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Straight Connector 72"/>
            <p:cNvSpPr/>
            <p:nvPr/>
          </p:nvSpPr>
          <p:spPr>
            <a:xfrm>
              <a:off x="4432452" y="412641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 flipV="1">
              <a:off x="4432452" y="411820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6" name="Picture 75" descr="e1x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7204" y="3877243"/>
            <a:ext cx="920520" cy="498350"/>
          </a:xfrm>
          <a:prstGeom prst="rect">
            <a:avLst/>
          </a:prstGeom>
        </p:spPr>
      </p:pic>
      <p:pic>
        <p:nvPicPr>
          <p:cNvPr id="77" name="Picture 76" descr="e1x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5394" y="3589977"/>
            <a:ext cx="634841" cy="472957"/>
          </a:xfrm>
          <a:prstGeom prst="rect">
            <a:avLst/>
          </a:prstGeom>
        </p:spPr>
      </p:pic>
      <p:grpSp>
        <p:nvGrpSpPr>
          <p:cNvPr id="81" name="Group 80"/>
          <p:cNvGrpSpPr/>
          <p:nvPr/>
        </p:nvGrpSpPr>
        <p:grpSpPr>
          <a:xfrm>
            <a:off x="1285729" y="4118204"/>
            <a:ext cx="914172" cy="16430"/>
            <a:chOff x="1285729" y="4118204"/>
            <a:chExt cx="914172" cy="16430"/>
          </a:xfrm>
        </p:grpSpPr>
        <p:sp>
          <p:nvSpPr>
            <p:cNvPr id="78" name="Straight Connector 77"/>
            <p:cNvSpPr/>
            <p:nvPr/>
          </p:nvSpPr>
          <p:spPr>
            <a:xfrm>
              <a:off x="1285729" y="4126419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Straight Connector 78"/>
            <p:cNvSpPr/>
            <p:nvPr/>
          </p:nvSpPr>
          <p:spPr>
            <a:xfrm>
              <a:off x="2169241" y="412641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Straight Connector 79"/>
            <p:cNvSpPr/>
            <p:nvPr/>
          </p:nvSpPr>
          <p:spPr>
            <a:xfrm flipV="1">
              <a:off x="2169241" y="411820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2" name="Picture 81" descr="e1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7905" y="3832804"/>
            <a:ext cx="920520" cy="58722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504874" y="3247113"/>
            <a:ext cx="691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4874" y="3247113"/>
            <a:ext cx="6912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85" name="Picture 84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694" y="5378644"/>
            <a:ext cx="920520" cy="504699"/>
          </a:xfrm>
          <a:prstGeom prst="rect">
            <a:avLst/>
          </a:prstGeom>
        </p:spPr>
      </p:pic>
      <p:pic>
        <p:nvPicPr>
          <p:cNvPr id="86" name="Picture 85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884" y="4967584"/>
            <a:ext cx="634841" cy="599925"/>
          </a:xfrm>
          <a:prstGeom prst="rect">
            <a:avLst/>
          </a:prstGeom>
        </p:spPr>
      </p:pic>
      <p:grpSp>
        <p:nvGrpSpPr>
          <p:cNvPr id="90" name="Group 89"/>
          <p:cNvGrpSpPr/>
          <p:nvPr/>
        </p:nvGrpSpPr>
        <p:grpSpPr>
          <a:xfrm>
            <a:off x="6542219" y="5622779"/>
            <a:ext cx="914172" cy="16430"/>
            <a:chOff x="6542219" y="5622779"/>
            <a:chExt cx="914172" cy="16430"/>
          </a:xfrm>
        </p:grpSpPr>
        <p:sp>
          <p:nvSpPr>
            <p:cNvPr id="87" name="Straight Connector 86"/>
            <p:cNvSpPr/>
            <p:nvPr/>
          </p:nvSpPr>
          <p:spPr>
            <a:xfrm>
              <a:off x="6542219" y="5630994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Straight Connector 87"/>
            <p:cNvSpPr/>
            <p:nvPr/>
          </p:nvSpPr>
          <p:spPr>
            <a:xfrm>
              <a:off x="7425731" y="563099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Straight Connector 88"/>
            <p:cNvSpPr/>
            <p:nvPr/>
          </p:nvSpPr>
          <p:spPr>
            <a:xfrm flipV="1">
              <a:off x="7425731" y="562277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1" name="Picture 90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4395" y="5419909"/>
            <a:ext cx="920520" cy="422169"/>
          </a:xfrm>
          <a:prstGeom prst="rect">
            <a:avLst/>
          </a:prstGeom>
        </p:spPr>
      </p:pic>
      <p:pic>
        <p:nvPicPr>
          <p:cNvPr id="92" name="Picture 91" descr="e3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8264" y="5405625"/>
            <a:ext cx="349162" cy="161884"/>
          </a:xfrm>
          <a:prstGeom prst="rect">
            <a:avLst/>
          </a:prstGeom>
        </p:spPr>
      </p:pic>
      <p:grpSp>
        <p:nvGrpSpPr>
          <p:cNvPr id="96" name="Group 95"/>
          <p:cNvGrpSpPr/>
          <p:nvPr/>
        </p:nvGrpSpPr>
        <p:grpSpPr>
          <a:xfrm>
            <a:off x="5047167" y="5622779"/>
            <a:ext cx="571357" cy="16430"/>
            <a:chOff x="5047167" y="5622779"/>
            <a:chExt cx="571357" cy="16430"/>
          </a:xfrm>
        </p:grpSpPr>
        <p:sp>
          <p:nvSpPr>
            <p:cNvPr id="93" name="Straight Connector 92"/>
            <p:cNvSpPr/>
            <p:nvPr/>
          </p:nvSpPr>
          <p:spPr>
            <a:xfrm>
              <a:off x="5047167" y="5630994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Straight Connector 93"/>
            <p:cNvSpPr/>
            <p:nvPr/>
          </p:nvSpPr>
          <p:spPr>
            <a:xfrm>
              <a:off x="5587864" y="563099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Straight Connector 94"/>
            <p:cNvSpPr/>
            <p:nvPr/>
          </p:nvSpPr>
          <p:spPr>
            <a:xfrm flipV="1">
              <a:off x="5587864" y="562277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7" name="Picture 96" descr="e2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0775" y="5375470"/>
            <a:ext cx="920520" cy="511047"/>
          </a:xfrm>
          <a:prstGeom prst="rect">
            <a:avLst/>
          </a:prstGeom>
        </p:spPr>
      </p:pic>
      <p:pic>
        <p:nvPicPr>
          <p:cNvPr id="98" name="Picture 97" descr="e2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34693" y="5450064"/>
            <a:ext cx="349162" cy="117445"/>
          </a:xfrm>
          <a:prstGeom prst="rect">
            <a:avLst/>
          </a:prstGeom>
        </p:spPr>
      </p:pic>
      <p:pic>
        <p:nvPicPr>
          <p:cNvPr id="99" name="Picture 98" descr="e2x3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47341" y="5218347"/>
            <a:ext cx="336466" cy="349162"/>
          </a:xfrm>
          <a:prstGeom prst="rect">
            <a:avLst/>
          </a:prstGeom>
        </p:spPr>
      </p:pic>
      <p:grpSp>
        <p:nvGrpSpPr>
          <p:cNvPr id="103" name="Group 102"/>
          <p:cNvGrpSpPr/>
          <p:nvPr/>
        </p:nvGrpSpPr>
        <p:grpSpPr>
          <a:xfrm>
            <a:off x="3083601" y="5622779"/>
            <a:ext cx="1051297" cy="16430"/>
            <a:chOff x="3083601" y="5622779"/>
            <a:chExt cx="1051297" cy="16430"/>
          </a:xfrm>
        </p:grpSpPr>
        <p:sp>
          <p:nvSpPr>
            <p:cNvPr id="100" name="Straight Connector 99"/>
            <p:cNvSpPr/>
            <p:nvPr/>
          </p:nvSpPr>
          <p:spPr>
            <a:xfrm>
              <a:off x="3083601" y="5630994"/>
              <a:ext cx="105129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Straight Connector 100"/>
            <p:cNvSpPr/>
            <p:nvPr/>
          </p:nvSpPr>
          <p:spPr>
            <a:xfrm>
              <a:off x="4104238" y="563099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Straight Connector 101"/>
            <p:cNvSpPr/>
            <p:nvPr/>
          </p:nvSpPr>
          <p:spPr>
            <a:xfrm flipV="1">
              <a:off x="4104238" y="562277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4" name="Picture 103" descr="e1x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7204" y="5381818"/>
            <a:ext cx="920520" cy="498350"/>
          </a:xfrm>
          <a:prstGeom prst="rect">
            <a:avLst/>
          </a:prstGeom>
        </p:spPr>
      </p:pic>
      <p:pic>
        <p:nvPicPr>
          <p:cNvPr id="105" name="Picture 104" descr="e1x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5394" y="5094552"/>
            <a:ext cx="634841" cy="472957"/>
          </a:xfrm>
          <a:prstGeom prst="rect">
            <a:avLst/>
          </a:prstGeom>
        </p:spPr>
      </p:pic>
      <p:grpSp>
        <p:nvGrpSpPr>
          <p:cNvPr id="109" name="Group 108"/>
          <p:cNvGrpSpPr/>
          <p:nvPr/>
        </p:nvGrpSpPr>
        <p:grpSpPr>
          <a:xfrm>
            <a:off x="1285729" y="5622779"/>
            <a:ext cx="914172" cy="16430"/>
            <a:chOff x="1285729" y="5622779"/>
            <a:chExt cx="914172" cy="16430"/>
          </a:xfrm>
        </p:grpSpPr>
        <p:sp>
          <p:nvSpPr>
            <p:cNvPr id="106" name="Straight Connector 105"/>
            <p:cNvSpPr/>
            <p:nvPr/>
          </p:nvSpPr>
          <p:spPr>
            <a:xfrm>
              <a:off x="1285729" y="5630994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Straight Connector 106"/>
            <p:cNvSpPr/>
            <p:nvPr/>
          </p:nvSpPr>
          <p:spPr>
            <a:xfrm>
              <a:off x="2169241" y="563099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Straight Connector 107"/>
            <p:cNvSpPr/>
            <p:nvPr/>
          </p:nvSpPr>
          <p:spPr>
            <a:xfrm flipV="1">
              <a:off x="2169241" y="562277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10" name="Picture 109" descr="e1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7905" y="5337379"/>
            <a:ext cx="920520" cy="58722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504874" y="4751688"/>
            <a:ext cx="691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Route8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04874" y="4751688"/>
            <a:ext cx="6912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760" y="852222"/>
            <a:ext cx="920520" cy="504699"/>
          </a:xfrm>
          <a:prstGeom prst="rect">
            <a:avLst/>
          </a:prstGeom>
        </p:spPr>
      </p:pic>
      <p:pic>
        <p:nvPicPr>
          <p:cNvPr id="3" name="Picture 2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950" y="441162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6780285" y="1096357"/>
            <a:ext cx="914172" cy="16430"/>
            <a:chOff x="6780285" y="1096357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6780285" y="1104572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7663796" y="11045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7663796" y="109635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2461" y="893487"/>
            <a:ext cx="920520" cy="422169"/>
          </a:xfrm>
          <a:prstGeom prst="rect">
            <a:avLst/>
          </a:prstGeom>
        </p:spPr>
      </p:pic>
      <p:pic>
        <p:nvPicPr>
          <p:cNvPr id="9" name="Picture 8" descr="e3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6330" y="879203"/>
            <a:ext cx="349162" cy="16188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5285232" y="1096357"/>
            <a:ext cx="571357" cy="16430"/>
            <a:chOff x="5285232" y="1096357"/>
            <a:chExt cx="571357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5285232" y="1104572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5825929" y="11045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5825929" y="109635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2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8841" y="849048"/>
            <a:ext cx="920520" cy="511047"/>
          </a:xfrm>
          <a:prstGeom prst="rect">
            <a:avLst/>
          </a:prstGeom>
        </p:spPr>
      </p:pic>
      <p:pic>
        <p:nvPicPr>
          <p:cNvPr id="15" name="Picture 14" descr="e2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4693" y="841113"/>
            <a:ext cx="288853" cy="199975"/>
          </a:xfrm>
          <a:prstGeom prst="rect">
            <a:avLst/>
          </a:prstGeom>
        </p:spPr>
      </p:pic>
      <p:pic>
        <p:nvPicPr>
          <p:cNvPr id="16" name="Picture 15" descr="e1x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7031" y="568131"/>
            <a:ext cx="634841" cy="472957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3059794" y="1096357"/>
            <a:ext cx="1336977" cy="16430"/>
            <a:chOff x="3059794" y="1096357"/>
            <a:chExt cx="1336977" cy="16430"/>
          </a:xfrm>
        </p:grpSpPr>
        <p:sp>
          <p:nvSpPr>
            <p:cNvPr id="17" name="Straight Connector 16"/>
            <p:cNvSpPr/>
            <p:nvPr/>
          </p:nvSpPr>
          <p:spPr>
            <a:xfrm>
              <a:off x="3059794" y="1104572"/>
              <a:ext cx="133697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>
              <a:off x="4366111" y="11045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Straight Connector 18"/>
            <p:cNvSpPr/>
            <p:nvPr/>
          </p:nvSpPr>
          <p:spPr>
            <a:xfrm flipV="1">
              <a:off x="4366111" y="109635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1" name="Picture 20" descr="e1x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7204" y="804609"/>
            <a:ext cx="920520" cy="599925"/>
          </a:xfrm>
          <a:prstGeom prst="rect">
            <a:avLst/>
          </a:prstGeom>
        </p:spPr>
      </p:pic>
      <p:pic>
        <p:nvPicPr>
          <p:cNvPr id="22" name="Picture 21" descr="e2x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5394" y="574479"/>
            <a:ext cx="634841" cy="466608"/>
          </a:xfrm>
          <a:prstGeom prst="rect">
            <a:avLst/>
          </a:prstGeom>
        </p:spPr>
      </p:pic>
      <p:grpSp>
        <p:nvGrpSpPr>
          <p:cNvPr id="26" name="Group 25"/>
          <p:cNvGrpSpPr/>
          <p:nvPr/>
        </p:nvGrpSpPr>
        <p:grpSpPr>
          <a:xfrm>
            <a:off x="1285729" y="1096357"/>
            <a:ext cx="914172" cy="16430"/>
            <a:chOff x="1285729" y="1096357"/>
            <a:chExt cx="914172" cy="16430"/>
          </a:xfrm>
        </p:grpSpPr>
        <p:sp>
          <p:nvSpPr>
            <p:cNvPr id="23" name="Straight Connector 22"/>
            <p:cNvSpPr/>
            <p:nvPr/>
          </p:nvSpPr>
          <p:spPr>
            <a:xfrm>
              <a:off x="1285729" y="1104572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>
              <a:off x="2169241" y="11045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Straight Connector 24"/>
            <p:cNvSpPr/>
            <p:nvPr/>
          </p:nvSpPr>
          <p:spPr>
            <a:xfrm flipV="1">
              <a:off x="2169241" y="109635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7" name="Picture 26" descr="e1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7905" y="810958"/>
            <a:ext cx="920520" cy="58722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04874" y="225266"/>
            <a:ext cx="691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874" y="225266"/>
            <a:ext cx="6912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30" name="Picture 29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744" y="2369494"/>
            <a:ext cx="920520" cy="504699"/>
          </a:xfrm>
          <a:prstGeom prst="rect">
            <a:avLst/>
          </a:prstGeom>
        </p:spPr>
      </p:pic>
      <p:pic>
        <p:nvPicPr>
          <p:cNvPr id="31" name="Picture 30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34" y="1958434"/>
            <a:ext cx="634841" cy="599925"/>
          </a:xfrm>
          <a:prstGeom prst="rect">
            <a:avLst/>
          </a:prstGeom>
        </p:spPr>
      </p:pic>
      <p:grpSp>
        <p:nvGrpSpPr>
          <p:cNvPr id="35" name="Group 34"/>
          <p:cNvGrpSpPr/>
          <p:nvPr/>
        </p:nvGrpSpPr>
        <p:grpSpPr>
          <a:xfrm>
            <a:off x="6142269" y="2613628"/>
            <a:ext cx="914172" cy="16431"/>
            <a:chOff x="6142269" y="2613628"/>
            <a:chExt cx="914172" cy="16431"/>
          </a:xfrm>
        </p:grpSpPr>
        <p:sp>
          <p:nvSpPr>
            <p:cNvPr id="32" name="Straight Connector 31"/>
            <p:cNvSpPr/>
            <p:nvPr/>
          </p:nvSpPr>
          <p:spPr>
            <a:xfrm>
              <a:off x="6142269" y="2621844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Straight Connector 32"/>
            <p:cNvSpPr/>
            <p:nvPr/>
          </p:nvSpPr>
          <p:spPr>
            <a:xfrm>
              <a:off x="7025780" y="262184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Straight Connector 33"/>
            <p:cNvSpPr/>
            <p:nvPr/>
          </p:nvSpPr>
          <p:spPr>
            <a:xfrm flipV="1">
              <a:off x="7025780" y="261362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6" name="Picture 35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445" y="2410759"/>
            <a:ext cx="920520" cy="422169"/>
          </a:xfrm>
          <a:prstGeom prst="rect">
            <a:avLst/>
          </a:prstGeom>
        </p:spPr>
      </p:pic>
      <p:pic>
        <p:nvPicPr>
          <p:cNvPr id="37" name="Picture 36" descr="e3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8314" y="2396475"/>
            <a:ext cx="349162" cy="161884"/>
          </a:xfrm>
          <a:prstGeom prst="rect">
            <a:avLst/>
          </a:prstGeom>
        </p:spPr>
      </p:pic>
      <p:grpSp>
        <p:nvGrpSpPr>
          <p:cNvPr id="41" name="Group 40"/>
          <p:cNvGrpSpPr/>
          <p:nvPr/>
        </p:nvGrpSpPr>
        <p:grpSpPr>
          <a:xfrm>
            <a:off x="4647216" y="2613628"/>
            <a:ext cx="571357" cy="16431"/>
            <a:chOff x="4647216" y="2613628"/>
            <a:chExt cx="571357" cy="16431"/>
          </a:xfrm>
        </p:grpSpPr>
        <p:sp>
          <p:nvSpPr>
            <p:cNvPr id="38" name="Straight Connector 37"/>
            <p:cNvSpPr/>
            <p:nvPr/>
          </p:nvSpPr>
          <p:spPr>
            <a:xfrm>
              <a:off x="4647216" y="2621844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Straight Connector 38"/>
            <p:cNvSpPr/>
            <p:nvPr/>
          </p:nvSpPr>
          <p:spPr>
            <a:xfrm>
              <a:off x="5187913" y="262184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Straight Connector 39"/>
            <p:cNvSpPr/>
            <p:nvPr/>
          </p:nvSpPr>
          <p:spPr>
            <a:xfrm flipV="1">
              <a:off x="5187913" y="261362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2" name="Picture 41" descr="e2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0825" y="2366320"/>
            <a:ext cx="920520" cy="511047"/>
          </a:xfrm>
          <a:prstGeom prst="rect">
            <a:avLst/>
          </a:prstGeom>
        </p:spPr>
      </p:pic>
      <p:pic>
        <p:nvPicPr>
          <p:cNvPr id="43" name="Picture 42" descr="e2x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34693" y="2434565"/>
            <a:ext cx="349162" cy="123794"/>
          </a:xfrm>
          <a:prstGeom prst="rect">
            <a:avLst/>
          </a:prstGeom>
        </p:spPr>
      </p:pic>
      <p:grpSp>
        <p:nvGrpSpPr>
          <p:cNvPr id="47" name="Group 46"/>
          <p:cNvGrpSpPr/>
          <p:nvPr/>
        </p:nvGrpSpPr>
        <p:grpSpPr>
          <a:xfrm>
            <a:off x="3123596" y="2613628"/>
            <a:ext cx="571357" cy="16431"/>
            <a:chOff x="3123596" y="2613628"/>
            <a:chExt cx="571357" cy="16431"/>
          </a:xfrm>
        </p:grpSpPr>
        <p:sp>
          <p:nvSpPr>
            <p:cNvPr id="44" name="Straight Connector 43"/>
            <p:cNvSpPr/>
            <p:nvPr/>
          </p:nvSpPr>
          <p:spPr>
            <a:xfrm>
              <a:off x="3123596" y="2621844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>
              <a:off x="3664293" y="262184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Straight Connector 45"/>
            <p:cNvSpPr/>
            <p:nvPr/>
          </p:nvSpPr>
          <p:spPr>
            <a:xfrm flipV="1">
              <a:off x="3664293" y="261362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8" name="Picture 47" descr="e1x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7204" y="2321881"/>
            <a:ext cx="920520" cy="599925"/>
          </a:xfrm>
          <a:prstGeom prst="rect">
            <a:avLst/>
          </a:prstGeom>
        </p:spPr>
      </p:pic>
      <p:pic>
        <p:nvPicPr>
          <p:cNvPr id="49" name="Picture 48" descr="e2x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5394" y="2091751"/>
            <a:ext cx="634841" cy="466608"/>
          </a:xfrm>
          <a:prstGeom prst="rect">
            <a:avLst/>
          </a:prstGeom>
        </p:spPr>
      </p:pic>
      <p:grpSp>
        <p:nvGrpSpPr>
          <p:cNvPr id="53" name="Group 52"/>
          <p:cNvGrpSpPr/>
          <p:nvPr/>
        </p:nvGrpSpPr>
        <p:grpSpPr>
          <a:xfrm>
            <a:off x="1285729" y="2613628"/>
            <a:ext cx="914172" cy="16431"/>
            <a:chOff x="1285729" y="2613628"/>
            <a:chExt cx="914172" cy="16431"/>
          </a:xfrm>
        </p:grpSpPr>
        <p:sp>
          <p:nvSpPr>
            <p:cNvPr id="50" name="Straight Connector 49"/>
            <p:cNvSpPr/>
            <p:nvPr/>
          </p:nvSpPr>
          <p:spPr>
            <a:xfrm>
              <a:off x="1285729" y="2621844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>
              <a:off x="2169241" y="262184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Straight Connector 51"/>
            <p:cNvSpPr/>
            <p:nvPr/>
          </p:nvSpPr>
          <p:spPr>
            <a:xfrm flipV="1">
              <a:off x="2169241" y="261362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4" name="Picture 53" descr="e1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7905" y="2328229"/>
            <a:ext cx="920520" cy="58722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04874" y="1742538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874" y="1742538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57" name="Picture 56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102" y="3924856"/>
            <a:ext cx="920520" cy="504699"/>
          </a:xfrm>
          <a:prstGeom prst="rect">
            <a:avLst/>
          </a:prstGeom>
        </p:spPr>
      </p:pic>
      <p:pic>
        <p:nvPicPr>
          <p:cNvPr id="58" name="Picture 57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292" y="3513796"/>
            <a:ext cx="634841" cy="599925"/>
          </a:xfrm>
          <a:prstGeom prst="rect">
            <a:avLst/>
          </a:prstGeom>
        </p:spPr>
      </p:pic>
      <p:grpSp>
        <p:nvGrpSpPr>
          <p:cNvPr id="62" name="Group 61"/>
          <p:cNvGrpSpPr/>
          <p:nvPr/>
        </p:nvGrpSpPr>
        <p:grpSpPr>
          <a:xfrm>
            <a:off x="6713626" y="4168991"/>
            <a:ext cx="914172" cy="16430"/>
            <a:chOff x="6713626" y="4168991"/>
            <a:chExt cx="914172" cy="16430"/>
          </a:xfrm>
        </p:grpSpPr>
        <p:sp>
          <p:nvSpPr>
            <p:cNvPr id="59" name="Straight Connector 58"/>
            <p:cNvSpPr/>
            <p:nvPr/>
          </p:nvSpPr>
          <p:spPr>
            <a:xfrm>
              <a:off x="6713626" y="417720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Straight Connector 59"/>
            <p:cNvSpPr/>
            <p:nvPr/>
          </p:nvSpPr>
          <p:spPr>
            <a:xfrm>
              <a:off x="7597138" y="417720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Straight Connector 60"/>
            <p:cNvSpPr/>
            <p:nvPr/>
          </p:nvSpPr>
          <p:spPr>
            <a:xfrm flipV="1">
              <a:off x="7597138" y="416899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3" name="Picture 62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803" y="3966121"/>
            <a:ext cx="920520" cy="422169"/>
          </a:xfrm>
          <a:prstGeom prst="rect">
            <a:avLst/>
          </a:prstGeom>
        </p:spPr>
      </p:pic>
      <p:pic>
        <p:nvPicPr>
          <p:cNvPr id="64" name="Picture 63" descr="e3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9671" y="3951837"/>
            <a:ext cx="349162" cy="161884"/>
          </a:xfrm>
          <a:prstGeom prst="rect">
            <a:avLst/>
          </a:prstGeom>
        </p:spPr>
      </p:pic>
      <p:grpSp>
        <p:nvGrpSpPr>
          <p:cNvPr id="68" name="Group 67"/>
          <p:cNvGrpSpPr/>
          <p:nvPr/>
        </p:nvGrpSpPr>
        <p:grpSpPr>
          <a:xfrm>
            <a:off x="5218574" y="4168991"/>
            <a:ext cx="571357" cy="16430"/>
            <a:chOff x="5218574" y="4168991"/>
            <a:chExt cx="571357" cy="16430"/>
          </a:xfrm>
        </p:grpSpPr>
        <p:sp>
          <p:nvSpPr>
            <p:cNvPr id="65" name="Straight Connector 64"/>
            <p:cNvSpPr/>
            <p:nvPr/>
          </p:nvSpPr>
          <p:spPr>
            <a:xfrm>
              <a:off x="5218574" y="4177206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Straight Connector 65"/>
            <p:cNvSpPr/>
            <p:nvPr/>
          </p:nvSpPr>
          <p:spPr>
            <a:xfrm>
              <a:off x="5759271" y="417720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Straight Connector 66"/>
            <p:cNvSpPr/>
            <p:nvPr/>
          </p:nvSpPr>
          <p:spPr>
            <a:xfrm flipV="1">
              <a:off x="5759271" y="416899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9" name="Picture 68" descr="e2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2182" y="3921682"/>
            <a:ext cx="920520" cy="511047"/>
          </a:xfrm>
          <a:prstGeom prst="rect">
            <a:avLst/>
          </a:prstGeom>
        </p:spPr>
      </p:pic>
      <p:pic>
        <p:nvPicPr>
          <p:cNvPr id="70" name="Picture 69" descr="e2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34693" y="3475706"/>
            <a:ext cx="920520" cy="638015"/>
          </a:xfrm>
          <a:prstGeom prst="rect">
            <a:avLst/>
          </a:prstGeom>
        </p:spPr>
      </p:pic>
      <p:grpSp>
        <p:nvGrpSpPr>
          <p:cNvPr id="74" name="Group 73"/>
          <p:cNvGrpSpPr/>
          <p:nvPr/>
        </p:nvGrpSpPr>
        <p:grpSpPr>
          <a:xfrm>
            <a:off x="3066460" y="4168991"/>
            <a:ext cx="1256986" cy="16430"/>
            <a:chOff x="3066460" y="4168991"/>
            <a:chExt cx="1256986" cy="16430"/>
          </a:xfrm>
        </p:grpSpPr>
        <p:sp>
          <p:nvSpPr>
            <p:cNvPr id="71" name="Straight Connector 70"/>
            <p:cNvSpPr/>
            <p:nvPr/>
          </p:nvSpPr>
          <p:spPr>
            <a:xfrm>
              <a:off x="3066460" y="4177206"/>
              <a:ext cx="125698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Straight Connector 71"/>
            <p:cNvSpPr/>
            <p:nvPr/>
          </p:nvSpPr>
          <p:spPr>
            <a:xfrm>
              <a:off x="4292786" y="417720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Straight Connector 72"/>
            <p:cNvSpPr/>
            <p:nvPr/>
          </p:nvSpPr>
          <p:spPr>
            <a:xfrm flipV="1">
              <a:off x="4292786" y="416899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5" name="Picture 74" descr="e1x4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87204" y="3928031"/>
            <a:ext cx="920520" cy="498350"/>
          </a:xfrm>
          <a:prstGeom prst="rect">
            <a:avLst/>
          </a:prstGeom>
        </p:spPr>
      </p:pic>
      <p:pic>
        <p:nvPicPr>
          <p:cNvPr id="76" name="Picture 75" descr="e1x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5394" y="3640765"/>
            <a:ext cx="634841" cy="472957"/>
          </a:xfrm>
          <a:prstGeom prst="rect">
            <a:avLst/>
          </a:prstGeom>
        </p:spPr>
      </p:pic>
      <p:grpSp>
        <p:nvGrpSpPr>
          <p:cNvPr id="80" name="Group 79"/>
          <p:cNvGrpSpPr/>
          <p:nvPr/>
        </p:nvGrpSpPr>
        <p:grpSpPr>
          <a:xfrm>
            <a:off x="1285729" y="4168991"/>
            <a:ext cx="914172" cy="16430"/>
            <a:chOff x="1285729" y="4168991"/>
            <a:chExt cx="914172" cy="16430"/>
          </a:xfrm>
        </p:grpSpPr>
        <p:sp>
          <p:nvSpPr>
            <p:cNvPr id="77" name="Straight Connector 76"/>
            <p:cNvSpPr/>
            <p:nvPr/>
          </p:nvSpPr>
          <p:spPr>
            <a:xfrm>
              <a:off x="1285729" y="417720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Straight Connector 77"/>
            <p:cNvSpPr/>
            <p:nvPr/>
          </p:nvSpPr>
          <p:spPr>
            <a:xfrm>
              <a:off x="2169241" y="417720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Straight Connector 78"/>
            <p:cNvSpPr/>
            <p:nvPr/>
          </p:nvSpPr>
          <p:spPr>
            <a:xfrm flipV="1">
              <a:off x="2169241" y="416899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1" name="Picture 80" descr="e1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7905" y="3883592"/>
            <a:ext cx="920520" cy="587228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4874" y="3259810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Route11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4874" y="3259810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15" y="6381694"/>
            <a:ext cx="920520" cy="504699"/>
          </a:xfrm>
          <a:prstGeom prst="rect">
            <a:avLst/>
          </a:prstGeom>
        </p:spPr>
      </p:pic>
      <p:pic>
        <p:nvPicPr>
          <p:cNvPr id="3" name="Picture 2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8166" y="357410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7598501" y="4229301"/>
            <a:ext cx="914172" cy="16430"/>
            <a:chOff x="7598501" y="422930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7598501" y="423751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8482012" y="423751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8482012" y="422930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677" y="4026431"/>
            <a:ext cx="920520" cy="422169"/>
          </a:xfrm>
          <a:prstGeom prst="rect">
            <a:avLst/>
          </a:prstGeom>
        </p:spPr>
      </p:pic>
      <p:pic>
        <p:nvPicPr>
          <p:cNvPr id="9" name="Picture 8" descr="e3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4546" y="4012147"/>
            <a:ext cx="349162" cy="16188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6103448" y="4229301"/>
            <a:ext cx="571357" cy="16430"/>
            <a:chOff x="6103448" y="4229301"/>
            <a:chExt cx="571357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6103448" y="4237516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6644145" y="423751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6644145" y="422930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2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7057" y="3981992"/>
            <a:ext cx="920520" cy="511047"/>
          </a:xfrm>
          <a:prstGeom prst="rect">
            <a:avLst/>
          </a:prstGeom>
        </p:spPr>
      </p:pic>
      <p:pic>
        <p:nvPicPr>
          <p:cNvPr id="15" name="Picture 14" descr="e11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7156" y="4018496"/>
            <a:ext cx="260285" cy="155536"/>
          </a:xfrm>
          <a:prstGeom prst="rect">
            <a:avLst/>
          </a:prstGeom>
        </p:spPr>
      </p:pic>
      <p:pic>
        <p:nvPicPr>
          <p:cNvPr id="16" name="Picture 15" descr="e11x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0925" y="4005799"/>
            <a:ext cx="349162" cy="168233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4223682" y="4229301"/>
            <a:ext cx="959880" cy="16430"/>
            <a:chOff x="4223682" y="4229301"/>
            <a:chExt cx="959880" cy="16430"/>
          </a:xfrm>
        </p:grpSpPr>
        <p:sp>
          <p:nvSpPr>
            <p:cNvPr id="17" name="Straight Connector 16"/>
            <p:cNvSpPr/>
            <p:nvPr/>
          </p:nvSpPr>
          <p:spPr>
            <a:xfrm>
              <a:off x="4223682" y="4237516"/>
              <a:ext cx="959880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>
              <a:off x="5152902" y="423751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Straight Connector 18"/>
            <p:cNvSpPr/>
            <p:nvPr/>
          </p:nvSpPr>
          <p:spPr>
            <a:xfrm flipV="1">
              <a:off x="5152902" y="422930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1" name="Picture 20" descr="e10x5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9667" y="3981992"/>
            <a:ext cx="920520" cy="511047"/>
          </a:xfrm>
          <a:prstGeom prst="rect">
            <a:avLst/>
          </a:prstGeom>
        </p:spPr>
      </p:pic>
      <p:pic>
        <p:nvPicPr>
          <p:cNvPr id="22" name="Picture 21" descr="e2x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91199" y="3974057"/>
            <a:ext cx="288853" cy="199975"/>
          </a:xfrm>
          <a:prstGeom prst="rect">
            <a:avLst/>
          </a:prstGeom>
        </p:spPr>
      </p:pic>
      <p:pic>
        <p:nvPicPr>
          <p:cNvPr id="23" name="Picture 22" descr="e10x3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43536" y="3885179"/>
            <a:ext cx="349162" cy="288853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2344868" y="4229301"/>
            <a:ext cx="994162" cy="16430"/>
            <a:chOff x="2344868" y="4229301"/>
            <a:chExt cx="994162" cy="16430"/>
          </a:xfrm>
        </p:grpSpPr>
        <p:sp>
          <p:nvSpPr>
            <p:cNvPr id="24" name="Straight Connector 23"/>
            <p:cNvSpPr/>
            <p:nvPr/>
          </p:nvSpPr>
          <p:spPr>
            <a:xfrm>
              <a:off x="2344868" y="4237516"/>
              <a:ext cx="99416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Straight Connector 24"/>
            <p:cNvSpPr/>
            <p:nvPr/>
          </p:nvSpPr>
          <p:spPr>
            <a:xfrm>
              <a:off x="3308369" y="423751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Straight Connector 25"/>
            <p:cNvSpPr/>
            <p:nvPr/>
          </p:nvSpPr>
          <p:spPr>
            <a:xfrm flipV="1">
              <a:off x="3308369" y="422930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8" name="Picture 27" descr="e9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3710" y="3969295"/>
            <a:ext cx="920520" cy="536441"/>
          </a:xfrm>
          <a:prstGeom prst="rect">
            <a:avLst/>
          </a:prstGeom>
        </p:spPr>
      </p:pic>
      <p:pic>
        <p:nvPicPr>
          <p:cNvPr id="29" name="Picture 28" descr="e9x1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1900" y="3675681"/>
            <a:ext cx="634841" cy="498350"/>
          </a:xfrm>
          <a:prstGeom prst="rect">
            <a:avLst/>
          </a:prstGeom>
        </p:spPr>
      </p:pic>
      <p:grpSp>
        <p:nvGrpSpPr>
          <p:cNvPr id="33" name="Group 32"/>
          <p:cNvGrpSpPr/>
          <p:nvPr/>
        </p:nvGrpSpPr>
        <p:grpSpPr>
          <a:xfrm>
            <a:off x="542234" y="4229301"/>
            <a:ext cx="914172" cy="16430"/>
            <a:chOff x="542234" y="4229301"/>
            <a:chExt cx="914172" cy="16430"/>
          </a:xfrm>
        </p:grpSpPr>
        <p:sp>
          <p:nvSpPr>
            <p:cNvPr id="30" name="Straight Connector 29"/>
            <p:cNvSpPr/>
            <p:nvPr/>
          </p:nvSpPr>
          <p:spPr>
            <a:xfrm>
              <a:off x="542234" y="423751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Straight Connector 30"/>
            <p:cNvSpPr/>
            <p:nvPr/>
          </p:nvSpPr>
          <p:spPr>
            <a:xfrm>
              <a:off x="1425746" y="423751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Straight Connector 31"/>
            <p:cNvSpPr/>
            <p:nvPr/>
          </p:nvSpPr>
          <p:spPr>
            <a:xfrm flipV="1">
              <a:off x="1425746" y="422930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4" name="Picture 33" descr="e8x5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15996" y="2029854"/>
            <a:ext cx="1206199" cy="987178"/>
          </a:xfrm>
          <a:prstGeom prst="rect">
            <a:avLst/>
          </a:prstGeom>
        </p:spPr>
      </p:pic>
      <p:pic>
        <p:nvPicPr>
          <p:cNvPr id="35" name="Picture 34" descr="e8x2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41539" y="2199674"/>
            <a:ext cx="349162" cy="260285"/>
          </a:xfrm>
          <a:prstGeom prst="rect">
            <a:avLst/>
          </a:prstGeom>
        </p:spPr>
      </p:pic>
      <p:pic>
        <p:nvPicPr>
          <p:cNvPr id="36" name="Picture 35" descr="e8x3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4186" y="2066357"/>
            <a:ext cx="634841" cy="393601"/>
          </a:xfrm>
          <a:prstGeom prst="rect">
            <a:avLst/>
          </a:prstGeom>
        </p:spPr>
      </p:pic>
      <p:grpSp>
        <p:nvGrpSpPr>
          <p:cNvPr id="40" name="Group 39"/>
          <p:cNvGrpSpPr/>
          <p:nvPr/>
        </p:nvGrpSpPr>
        <p:grpSpPr>
          <a:xfrm>
            <a:off x="5960609" y="2515228"/>
            <a:ext cx="1409348" cy="16430"/>
            <a:chOff x="5960609" y="2515228"/>
            <a:chExt cx="1409348" cy="16430"/>
          </a:xfrm>
        </p:grpSpPr>
        <p:sp>
          <p:nvSpPr>
            <p:cNvPr id="37" name="Straight Connector 36"/>
            <p:cNvSpPr/>
            <p:nvPr/>
          </p:nvSpPr>
          <p:spPr>
            <a:xfrm>
              <a:off x="5960609" y="2523443"/>
              <a:ext cx="1409348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Straight Connector 37"/>
            <p:cNvSpPr/>
            <p:nvPr/>
          </p:nvSpPr>
          <p:spPr>
            <a:xfrm>
              <a:off x="7339297" y="252344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Straight Connector 38"/>
            <p:cNvSpPr/>
            <p:nvPr/>
          </p:nvSpPr>
          <p:spPr>
            <a:xfrm flipV="1">
              <a:off x="7339297" y="251522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1" name="Picture 40" descr="e7x4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08371" y="2086990"/>
            <a:ext cx="1206199" cy="872907"/>
          </a:xfrm>
          <a:prstGeom prst="rect">
            <a:avLst/>
          </a:prstGeom>
        </p:spPr>
      </p:pic>
      <p:pic>
        <p:nvPicPr>
          <p:cNvPr id="42" name="Picture 41" descr="e1x2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46561" y="1987002"/>
            <a:ext cx="634841" cy="472957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3906896" y="2515228"/>
            <a:ext cx="914172" cy="16430"/>
            <a:chOff x="3906896" y="2515228"/>
            <a:chExt cx="914172" cy="16430"/>
          </a:xfrm>
        </p:grpSpPr>
        <p:sp>
          <p:nvSpPr>
            <p:cNvPr id="43" name="Straight Connector 42"/>
            <p:cNvSpPr/>
            <p:nvPr/>
          </p:nvSpPr>
          <p:spPr>
            <a:xfrm>
              <a:off x="3906896" y="252344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4790407" y="252344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4790407" y="251522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6x4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13393" y="2139364"/>
            <a:ext cx="1206199" cy="768158"/>
          </a:xfrm>
          <a:prstGeom prst="rect">
            <a:avLst/>
          </a:prstGeom>
        </p:spPr>
      </p:pic>
      <p:pic>
        <p:nvPicPr>
          <p:cNvPr id="48" name="Picture 47" descr="e6x2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65904" y="1974305"/>
            <a:ext cx="920520" cy="485653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1497671" y="2515228"/>
            <a:ext cx="1256986" cy="16430"/>
            <a:chOff x="1497671" y="2515228"/>
            <a:chExt cx="1256986" cy="16430"/>
          </a:xfrm>
        </p:grpSpPr>
        <p:sp>
          <p:nvSpPr>
            <p:cNvPr id="49" name="Straight Connector 48"/>
            <p:cNvSpPr/>
            <p:nvPr/>
          </p:nvSpPr>
          <p:spPr>
            <a:xfrm>
              <a:off x="1497671" y="2523443"/>
              <a:ext cx="125698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2723997" y="252344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2723997" y="251522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5x3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8415" y="2220306"/>
            <a:ext cx="920520" cy="606273"/>
          </a:xfrm>
          <a:prstGeom prst="rect">
            <a:avLst/>
          </a:prstGeom>
        </p:spPr>
      </p:pic>
      <p:grpSp>
        <p:nvGrpSpPr>
          <p:cNvPr id="57" name="Group 56"/>
          <p:cNvGrpSpPr/>
          <p:nvPr/>
        </p:nvGrpSpPr>
        <p:grpSpPr>
          <a:xfrm>
            <a:off x="7827774" y="845594"/>
            <a:ext cx="457086" cy="16430"/>
            <a:chOff x="7827774" y="845594"/>
            <a:chExt cx="457086" cy="16430"/>
          </a:xfrm>
        </p:grpSpPr>
        <p:sp>
          <p:nvSpPr>
            <p:cNvPr id="54" name="Straight Connector 53"/>
            <p:cNvSpPr/>
            <p:nvPr/>
          </p:nvSpPr>
          <p:spPr>
            <a:xfrm>
              <a:off x="7827774" y="853809"/>
              <a:ext cx="45708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Straight Connector 54"/>
            <p:cNvSpPr/>
            <p:nvPr/>
          </p:nvSpPr>
          <p:spPr>
            <a:xfrm>
              <a:off x="8254199" y="85380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 flipV="1">
              <a:off x="8254199" y="84559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8" name="Picture 57" descr="e4x3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81859" y="537976"/>
            <a:ext cx="920520" cy="631667"/>
          </a:xfrm>
          <a:prstGeom prst="rect">
            <a:avLst/>
          </a:prstGeom>
        </p:spPr>
      </p:pic>
      <p:grpSp>
        <p:nvGrpSpPr>
          <p:cNvPr id="62" name="Group 61"/>
          <p:cNvGrpSpPr/>
          <p:nvPr/>
        </p:nvGrpSpPr>
        <p:grpSpPr>
          <a:xfrm>
            <a:off x="6399380" y="845594"/>
            <a:ext cx="457086" cy="16430"/>
            <a:chOff x="6399380" y="845594"/>
            <a:chExt cx="457086" cy="16430"/>
          </a:xfrm>
        </p:grpSpPr>
        <p:sp>
          <p:nvSpPr>
            <p:cNvPr id="59" name="Straight Connector 58"/>
            <p:cNvSpPr/>
            <p:nvPr/>
          </p:nvSpPr>
          <p:spPr>
            <a:xfrm>
              <a:off x="6399380" y="853809"/>
              <a:ext cx="45708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Straight Connector 59"/>
            <p:cNvSpPr/>
            <p:nvPr/>
          </p:nvSpPr>
          <p:spPr>
            <a:xfrm>
              <a:off x="6825805" y="85380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Straight Connector 60"/>
            <p:cNvSpPr/>
            <p:nvPr/>
          </p:nvSpPr>
          <p:spPr>
            <a:xfrm flipV="1">
              <a:off x="6825805" y="84559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3" name="Picture 62" descr="e3x4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167787" y="382439"/>
            <a:ext cx="1206199" cy="942740"/>
          </a:xfrm>
          <a:prstGeom prst="rect">
            <a:avLst/>
          </a:prstGeom>
        </p:spPr>
      </p:pic>
      <p:pic>
        <p:nvPicPr>
          <p:cNvPr id="64" name="Picture 63" descr="e3x2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17049" y="441162"/>
            <a:ext cx="323769" cy="349162"/>
          </a:xfrm>
          <a:prstGeom prst="rect">
            <a:avLst/>
          </a:prstGeom>
        </p:spPr>
      </p:pic>
      <p:grpSp>
        <p:nvGrpSpPr>
          <p:cNvPr id="68" name="Group 67"/>
          <p:cNvGrpSpPr/>
          <p:nvPr/>
        </p:nvGrpSpPr>
        <p:grpSpPr>
          <a:xfrm>
            <a:off x="4608491" y="845594"/>
            <a:ext cx="540885" cy="16430"/>
            <a:chOff x="4608491" y="845594"/>
            <a:chExt cx="540885" cy="16430"/>
          </a:xfrm>
        </p:grpSpPr>
        <p:sp>
          <p:nvSpPr>
            <p:cNvPr id="65" name="Straight Connector 64"/>
            <p:cNvSpPr/>
            <p:nvPr/>
          </p:nvSpPr>
          <p:spPr>
            <a:xfrm>
              <a:off x="4608491" y="853809"/>
              <a:ext cx="54088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Straight Connector 65"/>
            <p:cNvSpPr/>
            <p:nvPr/>
          </p:nvSpPr>
          <p:spPr>
            <a:xfrm>
              <a:off x="5118716" y="85380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Straight Connector 66"/>
            <p:cNvSpPr/>
            <p:nvPr/>
          </p:nvSpPr>
          <p:spPr>
            <a:xfrm flipV="1">
              <a:off x="5118716" y="84559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9" name="Picture 68" descr="e2x3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669560" y="411007"/>
            <a:ext cx="920520" cy="885604"/>
          </a:xfrm>
          <a:prstGeom prst="rect">
            <a:avLst/>
          </a:prstGeom>
        </p:spPr>
      </p:pic>
      <p:grpSp>
        <p:nvGrpSpPr>
          <p:cNvPr id="73" name="Group 72"/>
          <p:cNvGrpSpPr/>
          <p:nvPr/>
        </p:nvGrpSpPr>
        <p:grpSpPr>
          <a:xfrm>
            <a:off x="3187080" y="845594"/>
            <a:ext cx="457086" cy="16430"/>
            <a:chOff x="3187080" y="845594"/>
            <a:chExt cx="457086" cy="16430"/>
          </a:xfrm>
        </p:grpSpPr>
        <p:sp>
          <p:nvSpPr>
            <p:cNvPr id="70" name="Straight Connector 69"/>
            <p:cNvSpPr/>
            <p:nvPr/>
          </p:nvSpPr>
          <p:spPr>
            <a:xfrm>
              <a:off x="3187080" y="853809"/>
              <a:ext cx="45708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Straight Connector 70"/>
            <p:cNvSpPr/>
            <p:nvPr/>
          </p:nvSpPr>
          <p:spPr>
            <a:xfrm>
              <a:off x="3613506" y="85380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Straight Connector 71"/>
            <p:cNvSpPr/>
            <p:nvPr/>
          </p:nvSpPr>
          <p:spPr>
            <a:xfrm flipV="1">
              <a:off x="3613506" y="84559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4" name="Picture 73" descr="e1x5.jp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241166" y="515756"/>
            <a:ext cx="920520" cy="676106"/>
          </a:xfrm>
          <a:prstGeom prst="rect">
            <a:avLst/>
          </a:prstGeom>
        </p:spPr>
      </p:pic>
      <p:pic>
        <p:nvPicPr>
          <p:cNvPr id="75" name="Picture 74" descr="e1x1.jp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425394" y="634789"/>
            <a:ext cx="276156" cy="155536"/>
          </a:xfrm>
          <a:prstGeom prst="rect">
            <a:avLst/>
          </a:prstGeom>
        </p:spPr>
      </p:pic>
      <p:pic>
        <p:nvPicPr>
          <p:cNvPr id="76" name="Picture 75" descr="e1x3.jp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765035" y="453859"/>
            <a:ext cx="349162" cy="336466"/>
          </a:xfrm>
          <a:prstGeom prst="rect">
            <a:avLst/>
          </a:prstGeom>
        </p:spPr>
      </p:pic>
      <p:grpSp>
        <p:nvGrpSpPr>
          <p:cNvPr id="80" name="Group 79"/>
          <p:cNvGrpSpPr/>
          <p:nvPr/>
        </p:nvGrpSpPr>
        <p:grpSpPr>
          <a:xfrm>
            <a:off x="1280333" y="845594"/>
            <a:ext cx="978926" cy="16430"/>
            <a:chOff x="1280333" y="845594"/>
            <a:chExt cx="978926" cy="16430"/>
          </a:xfrm>
        </p:grpSpPr>
        <p:sp>
          <p:nvSpPr>
            <p:cNvPr id="77" name="Straight Connector 76"/>
            <p:cNvSpPr/>
            <p:nvPr/>
          </p:nvSpPr>
          <p:spPr>
            <a:xfrm>
              <a:off x="1280333" y="853809"/>
              <a:ext cx="97892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Straight Connector 77"/>
            <p:cNvSpPr/>
            <p:nvPr/>
          </p:nvSpPr>
          <p:spPr>
            <a:xfrm>
              <a:off x="2228598" y="85380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Straight Connector 78"/>
            <p:cNvSpPr/>
            <p:nvPr/>
          </p:nvSpPr>
          <p:spPr>
            <a:xfrm flipV="1">
              <a:off x="2228598" y="84559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1" name="Picture 80" descr="e1x2.jp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77905" y="518930"/>
            <a:ext cx="920520" cy="669758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Route13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099686"/>
            <a:ext cx="920520" cy="504699"/>
          </a:xfrm>
          <a:prstGeom prst="rect">
            <a:avLst/>
          </a:prstGeom>
        </p:spPr>
      </p:pic>
      <p:pic>
        <p:nvPicPr>
          <p:cNvPr id="3" name="Picture 2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8862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343821"/>
            <a:ext cx="914172" cy="16430"/>
            <a:chOff x="1526239" y="234382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35203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35203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34382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140951"/>
            <a:ext cx="920520" cy="422169"/>
          </a:xfrm>
          <a:prstGeom prst="rect">
            <a:avLst/>
          </a:prstGeom>
        </p:spPr>
      </p:pic>
      <p:pic>
        <p:nvPicPr>
          <p:cNvPr id="9" name="Picture 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233" y="441162"/>
            <a:ext cx="634841" cy="533267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951568" y="1029698"/>
            <a:ext cx="914172" cy="16430"/>
            <a:chOff x="7951568" y="1029698"/>
            <a:chExt cx="914172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951568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835079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835079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795086"/>
            <a:ext cx="920520" cy="485653"/>
          </a:xfrm>
          <a:prstGeom prst="rect">
            <a:avLst/>
          </a:prstGeom>
        </p:spPr>
      </p:pic>
      <p:pic>
        <p:nvPicPr>
          <p:cNvPr id="15" name="Picture 14" descr="e2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507821"/>
            <a:ext cx="634841" cy="466608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142269" y="1029698"/>
            <a:ext cx="914172" cy="16430"/>
            <a:chOff x="6142269" y="1029698"/>
            <a:chExt cx="914172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142269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7025780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7025780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807783"/>
            <a:ext cx="920520" cy="460260"/>
          </a:xfrm>
          <a:prstGeom prst="rect">
            <a:avLst/>
          </a:prstGeom>
        </p:spPr>
      </p:pic>
      <p:pic>
        <p:nvPicPr>
          <p:cNvPr id="21" name="Picture 20" descr="e8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714144"/>
            <a:ext cx="349162" cy="260285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47216" y="1029698"/>
            <a:ext cx="571357" cy="16430"/>
            <a:chOff x="4647216" y="1029698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47216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187913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187913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833177"/>
            <a:ext cx="920520" cy="409472"/>
          </a:xfrm>
          <a:prstGeom prst="rect">
            <a:avLst/>
          </a:prstGeom>
        </p:spPr>
      </p:pic>
      <p:pic>
        <p:nvPicPr>
          <p:cNvPr id="27" name="Picture 26" descr="e3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812545"/>
            <a:ext cx="349162" cy="161884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1029698"/>
            <a:ext cx="571357" cy="16430"/>
            <a:chOff x="3123596" y="102969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88738"/>
            <a:ext cx="920520" cy="498350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50147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1029698"/>
            <a:ext cx="914172" cy="16430"/>
            <a:chOff x="1285729" y="102969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74429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1" name="Picture 40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4769196"/>
            <a:ext cx="920520" cy="504699"/>
          </a:xfrm>
          <a:prstGeom prst="rect">
            <a:avLst/>
          </a:prstGeom>
        </p:spPr>
      </p:pic>
      <p:pic>
        <p:nvPicPr>
          <p:cNvPr id="42" name="Picture 41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4358136"/>
            <a:ext cx="634841" cy="599925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1526239" y="5013330"/>
            <a:ext cx="914172" cy="16431"/>
            <a:chOff x="1526239" y="5013330"/>
            <a:chExt cx="914172" cy="16431"/>
          </a:xfrm>
        </p:grpSpPr>
        <p:sp>
          <p:nvSpPr>
            <p:cNvPr id="43" name="Straight Connector 42"/>
            <p:cNvSpPr/>
            <p:nvPr/>
          </p:nvSpPr>
          <p:spPr>
            <a:xfrm>
              <a:off x="1526239" y="502154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2409751" y="502154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2409751" y="501333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4810461"/>
            <a:ext cx="920520" cy="422169"/>
          </a:xfrm>
          <a:prstGeom prst="rect">
            <a:avLst/>
          </a:prstGeom>
        </p:spPr>
      </p:pic>
      <p:pic>
        <p:nvPicPr>
          <p:cNvPr id="48" name="Picture 47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233" y="3110672"/>
            <a:ext cx="634841" cy="533267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7951568" y="3699208"/>
            <a:ext cx="914172" cy="16430"/>
            <a:chOff x="7951568" y="3699208"/>
            <a:chExt cx="914172" cy="16430"/>
          </a:xfrm>
        </p:grpSpPr>
        <p:sp>
          <p:nvSpPr>
            <p:cNvPr id="49" name="Straight Connector 48"/>
            <p:cNvSpPr/>
            <p:nvPr/>
          </p:nvSpPr>
          <p:spPr>
            <a:xfrm>
              <a:off x="7951568" y="370742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8835079" y="370742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8835079" y="369920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3464596"/>
            <a:ext cx="920520" cy="485653"/>
          </a:xfrm>
          <a:prstGeom prst="rect">
            <a:avLst/>
          </a:prstGeom>
        </p:spPr>
      </p:pic>
      <p:pic>
        <p:nvPicPr>
          <p:cNvPr id="54" name="Picture 53" descr="e2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3177330"/>
            <a:ext cx="634841" cy="466608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6142269" y="3699208"/>
            <a:ext cx="914172" cy="16430"/>
            <a:chOff x="6142269" y="3699208"/>
            <a:chExt cx="914172" cy="16430"/>
          </a:xfrm>
        </p:grpSpPr>
        <p:sp>
          <p:nvSpPr>
            <p:cNvPr id="55" name="Straight Connector 54"/>
            <p:cNvSpPr/>
            <p:nvPr/>
          </p:nvSpPr>
          <p:spPr>
            <a:xfrm>
              <a:off x="6142269" y="370742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7025780" y="370742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7025780" y="369920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3477293"/>
            <a:ext cx="920520" cy="460260"/>
          </a:xfrm>
          <a:prstGeom prst="rect">
            <a:avLst/>
          </a:prstGeom>
        </p:spPr>
      </p:pic>
      <p:pic>
        <p:nvPicPr>
          <p:cNvPr id="60" name="Picture 59" descr="e3x2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58314" y="3329692"/>
            <a:ext cx="349162" cy="314246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4647216" y="3699208"/>
            <a:ext cx="571357" cy="16430"/>
            <a:chOff x="4647216" y="3699208"/>
            <a:chExt cx="571357" cy="16430"/>
          </a:xfrm>
        </p:grpSpPr>
        <p:sp>
          <p:nvSpPr>
            <p:cNvPr id="61" name="Straight Connector 60"/>
            <p:cNvSpPr/>
            <p:nvPr/>
          </p:nvSpPr>
          <p:spPr>
            <a:xfrm>
              <a:off x="4647216" y="370742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>
              <a:off x="5187913" y="370742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 flipV="1">
              <a:off x="5187913" y="369920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5" name="Picture 64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3502687"/>
            <a:ext cx="920520" cy="409472"/>
          </a:xfrm>
          <a:prstGeom prst="rect">
            <a:avLst/>
          </a:prstGeom>
        </p:spPr>
      </p:pic>
      <p:pic>
        <p:nvPicPr>
          <p:cNvPr id="66" name="Picture 65" descr="e3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3482054"/>
            <a:ext cx="349162" cy="161884"/>
          </a:xfrm>
          <a:prstGeom prst="rect">
            <a:avLst/>
          </a:prstGeom>
        </p:spPr>
      </p:pic>
      <p:grpSp>
        <p:nvGrpSpPr>
          <p:cNvPr id="70" name="Group 69"/>
          <p:cNvGrpSpPr/>
          <p:nvPr/>
        </p:nvGrpSpPr>
        <p:grpSpPr>
          <a:xfrm>
            <a:off x="3123596" y="3699208"/>
            <a:ext cx="571357" cy="16430"/>
            <a:chOff x="3123596" y="3699208"/>
            <a:chExt cx="571357" cy="16430"/>
          </a:xfrm>
        </p:grpSpPr>
        <p:sp>
          <p:nvSpPr>
            <p:cNvPr id="67" name="Straight Connector 66"/>
            <p:cNvSpPr/>
            <p:nvPr/>
          </p:nvSpPr>
          <p:spPr>
            <a:xfrm>
              <a:off x="3123596" y="370742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aight Connector 67"/>
            <p:cNvSpPr/>
            <p:nvPr/>
          </p:nvSpPr>
          <p:spPr>
            <a:xfrm>
              <a:off x="3664293" y="370742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 flipV="1">
              <a:off x="3664293" y="369920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1" name="Picture 70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3458248"/>
            <a:ext cx="920520" cy="498350"/>
          </a:xfrm>
          <a:prstGeom prst="rect">
            <a:avLst/>
          </a:prstGeom>
        </p:spPr>
      </p:pic>
      <p:pic>
        <p:nvPicPr>
          <p:cNvPr id="72" name="Picture 71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3170982"/>
            <a:ext cx="634841" cy="472957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1285729" y="3699208"/>
            <a:ext cx="914172" cy="16430"/>
            <a:chOff x="1285729" y="3699208"/>
            <a:chExt cx="914172" cy="16430"/>
          </a:xfrm>
        </p:grpSpPr>
        <p:sp>
          <p:nvSpPr>
            <p:cNvPr id="73" name="Straight Connector 72"/>
            <p:cNvSpPr/>
            <p:nvPr/>
          </p:nvSpPr>
          <p:spPr>
            <a:xfrm>
              <a:off x="1285729" y="370742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>
              <a:off x="2169241" y="370742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traight Connector 74"/>
            <p:cNvSpPr/>
            <p:nvPr/>
          </p:nvSpPr>
          <p:spPr>
            <a:xfrm flipV="1">
              <a:off x="2169241" y="369920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7" name="Picture 76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3413809"/>
            <a:ext cx="920520" cy="58722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04874" y="289477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Route17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4874" y="289477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099686"/>
            <a:ext cx="920520" cy="504699"/>
          </a:xfrm>
          <a:prstGeom prst="rect">
            <a:avLst/>
          </a:prstGeom>
        </p:spPr>
      </p:pic>
      <p:pic>
        <p:nvPicPr>
          <p:cNvPr id="3" name="Picture 2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8862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343821"/>
            <a:ext cx="914172" cy="16430"/>
            <a:chOff x="1526239" y="234382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35203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35203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34382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140951"/>
            <a:ext cx="920520" cy="422169"/>
          </a:xfrm>
          <a:prstGeom prst="rect">
            <a:avLst/>
          </a:prstGeom>
        </p:spPr>
      </p:pic>
      <p:pic>
        <p:nvPicPr>
          <p:cNvPr id="9" name="Picture 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5554" y="441162"/>
            <a:ext cx="634841" cy="533267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665889" y="1029698"/>
            <a:ext cx="914172" cy="16430"/>
            <a:chOff x="7665889" y="1029698"/>
            <a:chExt cx="914172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665889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549401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549401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8065" y="795086"/>
            <a:ext cx="920520" cy="485653"/>
          </a:xfrm>
          <a:prstGeom prst="rect">
            <a:avLst/>
          </a:prstGeom>
        </p:spPr>
      </p:pic>
      <p:pic>
        <p:nvPicPr>
          <p:cNvPr id="15" name="Picture 14" descr="e2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856984"/>
            <a:ext cx="349162" cy="117445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170837" y="1029698"/>
            <a:ext cx="571357" cy="16430"/>
            <a:chOff x="6170837" y="1029698"/>
            <a:chExt cx="571357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170837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6711534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6711534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807783"/>
            <a:ext cx="920520" cy="460260"/>
          </a:xfrm>
          <a:prstGeom prst="rect">
            <a:avLst/>
          </a:prstGeom>
        </p:spPr>
      </p:pic>
      <p:pic>
        <p:nvPicPr>
          <p:cNvPr id="21" name="Picture 20" descr="e8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714144"/>
            <a:ext cx="349162" cy="260285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47216" y="1029698"/>
            <a:ext cx="571357" cy="16430"/>
            <a:chOff x="4647216" y="1029698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47216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187913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187913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833177"/>
            <a:ext cx="920520" cy="409472"/>
          </a:xfrm>
          <a:prstGeom prst="rect">
            <a:avLst/>
          </a:prstGeom>
        </p:spPr>
      </p:pic>
      <p:pic>
        <p:nvPicPr>
          <p:cNvPr id="27" name="Picture 26" descr="e3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812545"/>
            <a:ext cx="349162" cy="161884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1029698"/>
            <a:ext cx="571357" cy="16430"/>
            <a:chOff x="3123596" y="102969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88738"/>
            <a:ext cx="920520" cy="498350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50147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1029698"/>
            <a:ext cx="914172" cy="16430"/>
            <a:chOff x="1285729" y="102969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74429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1" name="Picture 40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744" y="3521732"/>
            <a:ext cx="920520" cy="504699"/>
          </a:xfrm>
          <a:prstGeom prst="rect">
            <a:avLst/>
          </a:prstGeom>
        </p:spPr>
      </p:pic>
      <p:pic>
        <p:nvPicPr>
          <p:cNvPr id="42" name="Picture 41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34" y="3110672"/>
            <a:ext cx="634841" cy="599925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6142269" y="3765866"/>
            <a:ext cx="914172" cy="16431"/>
            <a:chOff x="6142269" y="3765866"/>
            <a:chExt cx="914172" cy="16431"/>
          </a:xfrm>
        </p:grpSpPr>
        <p:sp>
          <p:nvSpPr>
            <p:cNvPr id="43" name="Straight Connector 42"/>
            <p:cNvSpPr/>
            <p:nvPr/>
          </p:nvSpPr>
          <p:spPr>
            <a:xfrm>
              <a:off x="6142269" y="3774082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7025780" y="377408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7025780" y="376586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445" y="3562997"/>
            <a:ext cx="920520" cy="422169"/>
          </a:xfrm>
          <a:prstGeom prst="rect">
            <a:avLst/>
          </a:prstGeom>
        </p:spPr>
      </p:pic>
      <p:pic>
        <p:nvPicPr>
          <p:cNvPr id="48" name="Picture 47" descr="e2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8314" y="3593152"/>
            <a:ext cx="349162" cy="117445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4647216" y="3765866"/>
            <a:ext cx="571357" cy="16431"/>
            <a:chOff x="4647216" y="3765866"/>
            <a:chExt cx="571357" cy="16431"/>
          </a:xfrm>
        </p:grpSpPr>
        <p:sp>
          <p:nvSpPr>
            <p:cNvPr id="49" name="Straight Connector 48"/>
            <p:cNvSpPr/>
            <p:nvPr/>
          </p:nvSpPr>
          <p:spPr>
            <a:xfrm>
              <a:off x="4647216" y="3774082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5187913" y="377408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5187913" y="376586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3569345"/>
            <a:ext cx="920520" cy="409472"/>
          </a:xfrm>
          <a:prstGeom prst="rect">
            <a:avLst/>
          </a:prstGeom>
        </p:spPr>
      </p:pic>
      <p:pic>
        <p:nvPicPr>
          <p:cNvPr id="54" name="Picture 53" descr="e3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3548713"/>
            <a:ext cx="349162" cy="161884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3123596" y="3765866"/>
            <a:ext cx="571357" cy="16431"/>
            <a:chOff x="3123596" y="3765866"/>
            <a:chExt cx="571357" cy="16431"/>
          </a:xfrm>
        </p:grpSpPr>
        <p:sp>
          <p:nvSpPr>
            <p:cNvPr id="55" name="Straight Connector 54"/>
            <p:cNvSpPr/>
            <p:nvPr/>
          </p:nvSpPr>
          <p:spPr>
            <a:xfrm>
              <a:off x="3123596" y="3774082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3664293" y="377408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3664293" y="376586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3524906"/>
            <a:ext cx="920520" cy="498350"/>
          </a:xfrm>
          <a:prstGeom prst="rect">
            <a:avLst/>
          </a:prstGeom>
        </p:spPr>
      </p:pic>
      <p:pic>
        <p:nvPicPr>
          <p:cNvPr id="60" name="Picture 59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3237640"/>
            <a:ext cx="634841" cy="472957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1285729" y="3765866"/>
            <a:ext cx="914172" cy="16431"/>
            <a:chOff x="1285729" y="3765866"/>
            <a:chExt cx="914172" cy="16431"/>
          </a:xfrm>
        </p:grpSpPr>
        <p:sp>
          <p:nvSpPr>
            <p:cNvPr id="61" name="Straight Connector 60"/>
            <p:cNvSpPr/>
            <p:nvPr/>
          </p:nvSpPr>
          <p:spPr>
            <a:xfrm>
              <a:off x="1285729" y="3774082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>
              <a:off x="2169241" y="377408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 flipV="1">
              <a:off x="2169241" y="376586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5" name="Picture 64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3480467"/>
            <a:ext cx="920520" cy="58722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504874" y="289477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Route20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4874" y="289477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68" name="Picture 67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6213461"/>
            <a:ext cx="920520" cy="504699"/>
          </a:xfrm>
          <a:prstGeom prst="rect">
            <a:avLst/>
          </a:prstGeom>
        </p:spPr>
      </p:pic>
      <p:pic>
        <p:nvPicPr>
          <p:cNvPr id="69" name="Picture 68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5802401"/>
            <a:ext cx="634841" cy="599925"/>
          </a:xfrm>
          <a:prstGeom prst="rect">
            <a:avLst/>
          </a:prstGeom>
        </p:spPr>
      </p:pic>
      <p:grpSp>
        <p:nvGrpSpPr>
          <p:cNvPr id="73" name="Group 72"/>
          <p:cNvGrpSpPr/>
          <p:nvPr/>
        </p:nvGrpSpPr>
        <p:grpSpPr>
          <a:xfrm>
            <a:off x="1526239" y="6457595"/>
            <a:ext cx="914172" cy="16431"/>
            <a:chOff x="1526239" y="6457595"/>
            <a:chExt cx="914172" cy="16431"/>
          </a:xfrm>
        </p:grpSpPr>
        <p:sp>
          <p:nvSpPr>
            <p:cNvPr id="70" name="Straight Connector 69"/>
            <p:cNvSpPr/>
            <p:nvPr/>
          </p:nvSpPr>
          <p:spPr>
            <a:xfrm>
              <a:off x="1526239" y="6465811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Straight Connector 70"/>
            <p:cNvSpPr/>
            <p:nvPr/>
          </p:nvSpPr>
          <p:spPr>
            <a:xfrm>
              <a:off x="2409751" y="646581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Straight Connector 71"/>
            <p:cNvSpPr/>
            <p:nvPr/>
          </p:nvSpPr>
          <p:spPr>
            <a:xfrm flipV="1">
              <a:off x="2409751" y="645759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4" name="Picture 73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6254726"/>
            <a:ext cx="920520" cy="422169"/>
          </a:xfrm>
          <a:prstGeom prst="rect">
            <a:avLst/>
          </a:prstGeom>
        </p:spPr>
      </p:pic>
      <p:pic>
        <p:nvPicPr>
          <p:cNvPr id="75" name="Picture 74" descr="e10x3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91233" y="4799351"/>
            <a:ext cx="349162" cy="288853"/>
          </a:xfrm>
          <a:prstGeom prst="rect">
            <a:avLst/>
          </a:prstGeom>
        </p:spPr>
      </p:pic>
      <p:grpSp>
        <p:nvGrpSpPr>
          <p:cNvPr id="79" name="Group 78"/>
          <p:cNvGrpSpPr/>
          <p:nvPr/>
        </p:nvGrpSpPr>
        <p:grpSpPr>
          <a:xfrm>
            <a:off x="7980136" y="5143473"/>
            <a:ext cx="571357" cy="16430"/>
            <a:chOff x="7980136" y="5143473"/>
            <a:chExt cx="571357" cy="16430"/>
          </a:xfrm>
        </p:grpSpPr>
        <p:sp>
          <p:nvSpPr>
            <p:cNvPr id="76" name="Straight Connector 75"/>
            <p:cNvSpPr/>
            <p:nvPr/>
          </p:nvSpPr>
          <p:spPr>
            <a:xfrm>
              <a:off x="7980136" y="5151688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Straight Connector 76"/>
            <p:cNvSpPr/>
            <p:nvPr/>
          </p:nvSpPr>
          <p:spPr>
            <a:xfrm>
              <a:off x="8520833" y="51516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Straight Connector 77"/>
            <p:cNvSpPr/>
            <p:nvPr/>
          </p:nvSpPr>
          <p:spPr>
            <a:xfrm flipV="1">
              <a:off x="8520833" y="51434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0" name="Picture 79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4908861"/>
            <a:ext cx="920520" cy="485653"/>
          </a:xfrm>
          <a:prstGeom prst="rect">
            <a:avLst/>
          </a:prstGeom>
        </p:spPr>
      </p:pic>
      <p:pic>
        <p:nvPicPr>
          <p:cNvPr id="81" name="Picture 80" descr="e2x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1934" y="4621595"/>
            <a:ext cx="634841" cy="466608"/>
          </a:xfrm>
          <a:prstGeom prst="rect">
            <a:avLst/>
          </a:prstGeom>
        </p:spPr>
      </p:pic>
      <p:grpSp>
        <p:nvGrpSpPr>
          <p:cNvPr id="85" name="Group 84"/>
          <p:cNvGrpSpPr/>
          <p:nvPr/>
        </p:nvGrpSpPr>
        <p:grpSpPr>
          <a:xfrm>
            <a:off x="6142269" y="5143473"/>
            <a:ext cx="914172" cy="16430"/>
            <a:chOff x="6142269" y="5143473"/>
            <a:chExt cx="914172" cy="16430"/>
          </a:xfrm>
        </p:grpSpPr>
        <p:sp>
          <p:nvSpPr>
            <p:cNvPr id="82" name="Straight Connector 81"/>
            <p:cNvSpPr/>
            <p:nvPr/>
          </p:nvSpPr>
          <p:spPr>
            <a:xfrm>
              <a:off x="6142269" y="5151688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Straight Connector 82"/>
            <p:cNvSpPr/>
            <p:nvPr/>
          </p:nvSpPr>
          <p:spPr>
            <a:xfrm>
              <a:off x="7025780" y="51516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Straight Connector 83"/>
            <p:cNvSpPr/>
            <p:nvPr/>
          </p:nvSpPr>
          <p:spPr>
            <a:xfrm flipV="1">
              <a:off x="7025780" y="51434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6" name="Picture 85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4921558"/>
            <a:ext cx="920520" cy="460260"/>
          </a:xfrm>
          <a:prstGeom prst="rect">
            <a:avLst/>
          </a:prstGeom>
        </p:spPr>
      </p:pic>
      <p:pic>
        <p:nvPicPr>
          <p:cNvPr id="87" name="Picture 86" descr="e8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4827919"/>
            <a:ext cx="349162" cy="260285"/>
          </a:xfrm>
          <a:prstGeom prst="rect">
            <a:avLst/>
          </a:prstGeom>
        </p:spPr>
      </p:pic>
      <p:grpSp>
        <p:nvGrpSpPr>
          <p:cNvPr id="91" name="Group 90"/>
          <p:cNvGrpSpPr/>
          <p:nvPr/>
        </p:nvGrpSpPr>
        <p:grpSpPr>
          <a:xfrm>
            <a:off x="4647216" y="5143473"/>
            <a:ext cx="571357" cy="16430"/>
            <a:chOff x="4647216" y="5143473"/>
            <a:chExt cx="571357" cy="16430"/>
          </a:xfrm>
        </p:grpSpPr>
        <p:sp>
          <p:nvSpPr>
            <p:cNvPr id="88" name="Straight Connector 87"/>
            <p:cNvSpPr/>
            <p:nvPr/>
          </p:nvSpPr>
          <p:spPr>
            <a:xfrm>
              <a:off x="4647216" y="5151688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Straight Connector 88"/>
            <p:cNvSpPr/>
            <p:nvPr/>
          </p:nvSpPr>
          <p:spPr>
            <a:xfrm>
              <a:off x="5187913" y="51516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Straight Connector 89"/>
            <p:cNvSpPr/>
            <p:nvPr/>
          </p:nvSpPr>
          <p:spPr>
            <a:xfrm flipV="1">
              <a:off x="5187913" y="51434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2" name="Picture 91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4946952"/>
            <a:ext cx="920520" cy="409472"/>
          </a:xfrm>
          <a:prstGeom prst="rect">
            <a:avLst/>
          </a:prstGeom>
        </p:spPr>
      </p:pic>
      <p:pic>
        <p:nvPicPr>
          <p:cNvPr id="93" name="Picture 92" descr="e3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4926319"/>
            <a:ext cx="349162" cy="161884"/>
          </a:xfrm>
          <a:prstGeom prst="rect">
            <a:avLst/>
          </a:prstGeom>
        </p:spPr>
      </p:pic>
      <p:grpSp>
        <p:nvGrpSpPr>
          <p:cNvPr id="97" name="Group 96"/>
          <p:cNvGrpSpPr/>
          <p:nvPr/>
        </p:nvGrpSpPr>
        <p:grpSpPr>
          <a:xfrm>
            <a:off x="3123596" y="5143473"/>
            <a:ext cx="571357" cy="16430"/>
            <a:chOff x="3123596" y="5143473"/>
            <a:chExt cx="571357" cy="16430"/>
          </a:xfrm>
        </p:grpSpPr>
        <p:sp>
          <p:nvSpPr>
            <p:cNvPr id="94" name="Straight Connector 93"/>
            <p:cNvSpPr/>
            <p:nvPr/>
          </p:nvSpPr>
          <p:spPr>
            <a:xfrm>
              <a:off x="3123596" y="5151688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Straight Connector 94"/>
            <p:cNvSpPr/>
            <p:nvPr/>
          </p:nvSpPr>
          <p:spPr>
            <a:xfrm>
              <a:off x="3664293" y="51516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Straight Connector 95"/>
            <p:cNvSpPr/>
            <p:nvPr/>
          </p:nvSpPr>
          <p:spPr>
            <a:xfrm flipV="1">
              <a:off x="3664293" y="51434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8" name="Picture 97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4902513"/>
            <a:ext cx="920520" cy="498350"/>
          </a:xfrm>
          <a:prstGeom prst="rect">
            <a:avLst/>
          </a:prstGeom>
        </p:spPr>
      </p:pic>
      <p:pic>
        <p:nvPicPr>
          <p:cNvPr id="99" name="Picture 98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4615247"/>
            <a:ext cx="634841" cy="472957"/>
          </a:xfrm>
          <a:prstGeom prst="rect">
            <a:avLst/>
          </a:prstGeom>
        </p:spPr>
      </p:pic>
      <p:grpSp>
        <p:nvGrpSpPr>
          <p:cNvPr id="103" name="Group 102"/>
          <p:cNvGrpSpPr/>
          <p:nvPr/>
        </p:nvGrpSpPr>
        <p:grpSpPr>
          <a:xfrm>
            <a:off x="1285729" y="5143473"/>
            <a:ext cx="914172" cy="16430"/>
            <a:chOff x="1285729" y="5143473"/>
            <a:chExt cx="914172" cy="16430"/>
          </a:xfrm>
        </p:grpSpPr>
        <p:sp>
          <p:nvSpPr>
            <p:cNvPr id="100" name="Straight Connector 99"/>
            <p:cNvSpPr/>
            <p:nvPr/>
          </p:nvSpPr>
          <p:spPr>
            <a:xfrm>
              <a:off x="1285729" y="5151688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Straight Connector 100"/>
            <p:cNvSpPr/>
            <p:nvPr/>
          </p:nvSpPr>
          <p:spPr>
            <a:xfrm>
              <a:off x="2169241" y="51516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Straight Connector 101"/>
            <p:cNvSpPr/>
            <p:nvPr/>
          </p:nvSpPr>
          <p:spPr>
            <a:xfrm flipV="1">
              <a:off x="2169241" y="51434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4" name="Picture 103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4858074"/>
            <a:ext cx="920520" cy="58722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504874" y="4399351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Route21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04874" y="4399351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039376"/>
            <a:ext cx="920520" cy="504699"/>
          </a:xfrm>
          <a:prstGeom prst="rect">
            <a:avLst/>
          </a:prstGeom>
        </p:spPr>
      </p:pic>
      <p:pic>
        <p:nvPicPr>
          <p:cNvPr id="3" name="Picture 2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2831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283511"/>
            <a:ext cx="914172" cy="16430"/>
            <a:chOff x="1526239" y="228351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29172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29172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28351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080641"/>
            <a:ext cx="920520" cy="422169"/>
          </a:xfrm>
          <a:prstGeom prst="rect">
            <a:avLst/>
          </a:prstGeom>
        </p:spPr>
      </p:pic>
      <p:pic>
        <p:nvPicPr>
          <p:cNvPr id="9" name="Picture 8" descr="e10x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233" y="625266"/>
            <a:ext cx="349162" cy="288853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980136" y="969388"/>
            <a:ext cx="571357" cy="16430"/>
            <a:chOff x="7980136" y="969388"/>
            <a:chExt cx="571357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98013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52083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52083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734777"/>
            <a:ext cx="920520" cy="485653"/>
          </a:xfrm>
          <a:prstGeom prst="rect">
            <a:avLst/>
          </a:prstGeom>
        </p:spPr>
      </p:pic>
      <p:pic>
        <p:nvPicPr>
          <p:cNvPr id="15" name="Picture 14" descr="e2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447511"/>
            <a:ext cx="634841" cy="466608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142269" y="969388"/>
            <a:ext cx="914172" cy="16430"/>
            <a:chOff x="6142269" y="969388"/>
            <a:chExt cx="914172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14226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7025780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7025780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747473"/>
            <a:ext cx="920520" cy="460260"/>
          </a:xfrm>
          <a:prstGeom prst="rect">
            <a:avLst/>
          </a:prstGeom>
        </p:spPr>
      </p:pic>
      <p:pic>
        <p:nvPicPr>
          <p:cNvPr id="21" name="Picture 20" descr="e3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599873"/>
            <a:ext cx="349162" cy="314246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47216" y="969388"/>
            <a:ext cx="571357" cy="16430"/>
            <a:chOff x="4647216" y="969388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4721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18791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18791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772867"/>
            <a:ext cx="920520" cy="409472"/>
          </a:xfrm>
          <a:prstGeom prst="rect">
            <a:avLst/>
          </a:prstGeom>
        </p:spPr>
      </p:pic>
      <p:pic>
        <p:nvPicPr>
          <p:cNvPr id="27" name="Picture 26" descr="e3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752235"/>
            <a:ext cx="349162" cy="161884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969388"/>
            <a:ext cx="571357" cy="16430"/>
            <a:chOff x="3123596" y="96938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28428"/>
            <a:ext cx="920520" cy="498350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44116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969388"/>
            <a:ext cx="914172" cy="16430"/>
            <a:chOff x="1285729" y="96938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68398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1" name="Picture 40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4648576"/>
            <a:ext cx="920520" cy="504699"/>
          </a:xfrm>
          <a:prstGeom prst="rect">
            <a:avLst/>
          </a:prstGeom>
        </p:spPr>
      </p:pic>
      <p:pic>
        <p:nvPicPr>
          <p:cNvPr id="42" name="Picture 41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4237516"/>
            <a:ext cx="634841" cy="599925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1526239" y="4892710"/>
            <a:ext cx="914172" cy="16431"/>
            <a:chOff x="1526239" y="4892710"/>
            <a:chExt cx="914172" cy="16431"/>
          </a:xfrm>
        </p:grpSpPr>
        <p:sp>
          <p:nvSpPr>
            <p:cNvPr id="43" name="Straight Connector 42"/>
            <p:cNvSpPr/>
            <p:nvPr/>
          </p:nvSpPr>
          <p:spPr>
            <a:xfrm>
              <a:off x="1526239" y="490092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2409751" y="490092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2409751" y="489271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4689841"/>
            <a:ext cx="920520" cy="422169"/>
          </a:xfrm>
          <a:prstGeom prst="rect">
            <a:avLst/>
          </a:prstGeom>
        </p:spPr>
      </p:pic>
      <p:pic>
        <p:nvPicPr>
          <p:cNvPr id="48" name="Picture 47" descr="e10x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5554" y="3234466"/>
            <a:ext cx="349162" cy="288853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7694457" y="3578588"/>
            <a:ext cx="571357" cy="16430"/>
            <a:chOff x="7694457" y="3578588"/>
            <a:chExt cx="571357" cy="16430"/>
          </a:xfrm>
        </p:grpSpPr>
        <p:sp>
          <p:nvSpPr>
            <p:cNvPr id="49" name="Straight Connector 48"/>
            <p:cNvSpPr/>
            <p:nvPr/>
          </p:nvSpPr>
          <p:spPr>
            <a:xfrm>
              <a:off x="7694457" y="35868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8235154" y="35868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8235154" y="35785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8065" y="3343976"/>
            <a:ext cx="920520" cy="485653"/>
          </a:xfrm>
          <a:prstGeom prst="rect">
            <a:avLst/>
          </a:prstGeom>
        </p:spPr>
      </p:pic>
      <p:pic>
        <p:nvPicPr>
          <p:cNvPr id="54" name="Picture 53" descr="e2x1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1934" y="3405873"/>
            <a:ext cx="349162" cy="117445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6170837" y="3578588"/>
            <a:ext cx="571357" cy="16430"/>
            <a:chOff x="6170837" y="3578588"/>
            <a:chExt cx="571357" cy="16430"/>
          </a:xfrm>
        </p:grpSpPr>
        <p:sp>
          <p:nvSpPr>
            <p:cNvPr id="55" name="Straight Connector 54"/>
            <p:cNvSpPr/>
            <p:nvPr/>
          </p:nvSpPr>
          <p:spPr>
            <a:xfrm>
              <a:off x="6170837" y="35868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6711534" y="35868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6711534" y="35785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3356673"/>
            <a:ext cx="920520" cy="460260"/>
          </a:xfrm>
          <a:prstGeom prst="rect">
            <a:avLst/>
          </a:prstGeom>
        </p:spPr>
      </p:pic>
      <p:pic>
        <p:nvPicPr>
          <p:cNvPr id="60" name="Picture 59" descr="e8x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8314" y="3263034"/>
            <a:ext cx="349162" cy="260285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4647216" y="3578588"/>
            <a:ext cx="571357" cy="16430"/>
            <a:chOff x="4647216" y="3578588"/>
            <a:chExt cx="571357" cy="16430"/>
          </a:xfrm>
        </p:grpSpPr>
        <p:sp>
          <p:nvSpPr>
            <p:cNvPr id="61" name="Straight Connector 60"/>
            <p:cNvSpPr/>
            <p:nvPr/>
          </p:nvSpPr>
          <p:spPr>
            <a:xfrm>
              <a:off x="4647216" y="35868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>
              <a:off x="5187913" y="35868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 flipV="1">
              <a:off x="5187913" y="35785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5" name="Picture 64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3382067"/>
            <a:ext cx="920520" cy="409472"/>
          </a:xfrm>
          <a:prstGeom prst="rect">
            <a:avLst/>
          </a:prstGeom>
        </p:spPr>
      </p:pic>
      <p:pic>
        <p:nvPicPr>
          <p:cNvPr id="66" name="Picture 65" descr="e3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3361434"/>
            <a:ext cx="349162" cy="161884"/>
          </a:xfrm>
          <a:prstGeom prst="rect">
            <a:avLst/>
          </a:prstGeom>
        </p:spPr>
      </p:pic>
      <p:grpSp>
        <p:nvGrpSpPr>
          <p:cNvPr id="70" name="Group 69"/>
          <p:cNvGrpSpPr/>
          <p:nvPr/>
        </p:nvGrpSpPr>
        <p:grpSpPr>
          <a:xfrm>
            <a:off x="3123596" y="3578588"/>
            <a:ext cx="571357" cy="16430"/>
            <a:chOff x="3123596" y="3578588"/>
            <a:chExt cx="571357" cy="16430"/>
          </a:xfrm>
        </p:grpSpPr>
        <p:sp>
          <p:nvSpPr>
            <p:cNvPr id="67" name="Straight Connector 66"/>
            <p:cNvSpPr/>
            <p:nvPr/>
          </p:nvSpPr>
          <p:spPr>
            <a:xfrm>
              <a:off x="3123596" y="35868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aight Connector 67"/>
            <p:cNvSpPr/>
            <p:nvPr/>
          </p:nvSpPr>
          <p:spPr>
            <a:xfrm>
              <a:off x="3664293" y="35868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 flipV="1">
              <a:off x="3664293" y="35785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1" name="Picture 70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3337628"/>
            <a:ext cx="920520" cy="498350"/>
          </a:xfrm>
          <a:prstGeom prst="rect">
            <a:avLst/>
          </a:prstGeom>
        </p:spPr>
      </p:pic>
      <p:pic>
        <p:nvPicPr>
          <p:cNvPr id="72" name="Picture 71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3050362"/>
            <a:ext cx="634841" cy="472957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1285729" y="3578588"/>
            <a:ext cx="914172" cy="16430"/>
            <a:chOff x="1285729" y="3578588"/>
            <a:chExt cx="914172" cy="16430"/>
          </a:xfrm>
        </p:grpSpPr>
        <p:sp>
          <p:nvSpPr>
            <p:cNvPr id="73" name="Straight Connector 72"/>
            <p:cNvSpPr/>
            <p:nvPr/>
          </p:nvSpPr>
          <p:spPr>
            <a:xfrm>
              <a:off x="1285729" y="35868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>
              <a:off x="2169241" y="35868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traight Connector 74"/>
            <p:cNvSpPr/>
            <p:nvPr/>
          </p:nvSpPr>
          <p:spPr>
            <a:xfrm flipV="1">
              <a:off x="2169241" y="35785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7" name="Picture 76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3293189"/>
            <a:ext cx="920520" cy="58722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04874" y="28344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Route26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4874" y="28344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80" name="Picture 79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8065" y="5943653"/>
            <a:ext cx="920520" cy="504699"/>
          </a:xfrm>
          <a:prstGeom prst="rect">
            <a:avLst/>
          </a:prstGeom>
        </p:spPr>
      </p:pic>
      <p:pic>
        <p:nvPicPr>
          <p:cNvPr id="81" name="Picture 80" descr="e4x1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1934" y="6034118"/>
            <a:ext cx="349162" cy="98400"/>
          </a:xfrm>
          <a:prstGeom prst="rect">
            <a:avLst/>
          </a:prstGeom>
        </p:spPr>
      </p:pic>
      <p:grpSp>
        <p:nvGrpSpPr>
          <p:cNvPr id="85" name="Group 84"/>
          <p:cNvGrpSpPr/>
          <p:nvPr/>
        </p:nvGrpSpPr>
        <p:grpSpPr>
          <a:xfrm>
            <a:off x="6170837" y="6187788"/>
            <a:ext cx="571357" cy="16430"/>
            <a:chOff x="6170837" y="6187788"/>
            <a:chExt cx="571357" cy="16430"/>
          </a:xfrm>
        </p:grpSpPr>
        <p:sp>
          <p:nvSpPr>
            <p:cNvPr id="82" name="Straight Connector 81"/>
            <p:cNvSpPr/>
            <p:nvPr/>
          </p:nvSpPr>
          <p:spPr>
            <a:xfrm>
              <a:off x="6170837" y="61960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Straight Connector 82"/>
            <p:cNvSpPr/>
            <p:nvPr/>
          </p:nvSpPr>
          <p:spPr>
            <a:xfrm>
              <a:off x="6711534" y="61960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Straight Connector 83"/>
            <p:cNvSpPr/>
            <p:nvPr/>
          </p:nvSpPr>
          <p:spPr>
            <a:xfrm flipV="1">
              <a:off x="6711534" y="61877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6" name="Picture 85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445" y="5984918"/>
            <a:ext cx="920520" cy="422169"/>
          </a:xfrm>
          <a:prstGeom prst="rect">
            <a:avLst/>
          </a:prstGeom>
        </p:spPr>
      </p:pic>
      <p:pic>
        <p:nvPicPr>
          <p:cNvPr id="87" name="Picture 86" descr="e3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8314" y="5970634"/>
            <a:ext cx="349162" cy="161884"/>
          </a:xfrm>
          <a:prstGeom prst="rect">
            <a:avLst/>
          </a:prstGeom>
        </p:spPr>
      </p:pic>
      <p:grpSp>
        <p:nvGrpSpPr>
          <p:cNvPr id="91" name="Group 90"/>
          <p:cNvGrpSpPr/>
          <p:nvPr/>
        </p:nvGrpSpPr>
        <p:grpSpPr>
          <a:xfrm>
            <a:off x="4647216" y="6187788"/>
            <a:ext cx="571357" cy="16430"/>
            <a:chOff x="4647216" y="6187788"/>
            <a:chExt cx="571357" cy="16430"/>
          </a:xfrm>
        </p:grpSpPr>
        <p:sp>
          <p:nvSpPr>
            <p:cNvPr id="88" name="Straight Connector 87"/>
            <p:cNvSpPr/>
            <p:nvPr/>
          </p:nvSpPr>
          <p:spPr>
            <a:xfrm>
              <a:off x="4647216" y="61960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Straight Connector 88"/>
            <p:cNvSpPr/>
            <p:nvPr/>
          </p:nvSpPr>
          <p:spPr>
            <a:xfrm>
              <a:off x="5187913" y="61960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Straight Connector 89"/>
            <p:cNvSpPr/>
            <p:nvPr/>
          </p:nvSpPr>
          <p:spPr>
            <a:xfrm flipV="1">
              <a:off x="5187913" y="61877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2" name="Picture 91" descr="e2x4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10825" y="5940479"/>
            <a:ext cx="920520" cy="511047"/>
          </a:xfrm>
          <a:prstGeom prst="rect">
            <a:avLst/>
          </a:prstGeom>
        </p:spPr>
      </p:pic>
      <p:pic>
        <p:nvPicPr>
          <p:cNvPr id="93" name="Picture 92" descr="e2x1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34693" y="6015073"/>
            <a:ext cx="349162" cy="117445"/>
          </a:xfrm>
          <a:prstGeom prst="rect">
            <a:avLst/>
          </a:prstGeom>
        </p:spPr>
      </p:pic>
      <p:grpSp>
        <p:nvGrpSpPr>
          <p:cNvPr id="97" name="Group 96"/>
          <p:cNvGrpSpPr/>
          <p:nvPr/>
        </p:nvGrpSpPr>
        <p:grpSpPr>
          <a:xfrm>
            <a:off x="3123596" y="6187788"/>
            <a:ext cx="571357" cy="16430"/>
            <a:chOff x="3123596" y="6187788"/>
            <a:chExt cx="571357" cy="16430"/>
          </a:xfrm>
        </p:grpSpPr>
        <p:sp>
          <p:nvSpPr>
            <p:cNvPr id="94" name="Straight Connector 93"/>
            <p:cNvSpPr/>
            <p:nvPr/>
          </p:nvSpPr>
          <p:spPr>
            <a:xfrm>
              <a:off x="3123596" y="61960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Straight Connector 94"/>
            <p:cNvSpPr/>
            <p:nvPr/>
          </p:nvSpPr>
          <p:spPr>
            <a:xfrm>
              <a:off x="3664293" y="61960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Straight Connector 95"/>
            <p:cNvSpPr/>
            <p:nvPr/>
          </p:nvSpPr>
          <p:spPr>
            <a:xfrm flipV="1">
              <a:off x="3664293" y="61877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8" name="Picture 97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5946828"/>
            <a:ext cx="920520" cy="498350"/>
          </a:xfrm>
          <a:prstGeom prst="rect">
            <a:avLst/>
          </a:prstGeom>
        </p:spPr>
      </p:pic>
      <p:pic>
        <p:nvPicPr>
          <p:cNvPr id="99" name="Picture 98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5659562"/>
            <a:ext cx="634841" cy="472957"/>
          </a:xfrm>
          <a:prstGeom prst="rect">
            <a:avLst/>
          </a:prstGeom>
        </p:spPr>
      </p:pic>
      <p:grpSp>
        <p:nvGrpSpPr>
          <p:cNvPr id="103" name="Group 102"/>
          <p:cNvGrpSpPr/>
          <p:nvPr/>
        </p:nvGrpSpPr>
        <p:grpSpPr>
          <a:xfrm>
            <a:off x="1285729" y="6187788"/>
            <a:ext cx="914172" cy="16430"/>
            <a:chOff x="1285729" y="6187788"/>
            <a:chExt cx="914172" cy="16430"/>
          </a:xfrm>
        </p:grpSpPr>
        <p:sp>
          <p:nvSpPr>
            <p:cNvPr id="100" name="Straight Connector 99"/>
            <p:cNvSpPr/>
            <p:nvPr/>
          </p:nvSpPr>
          <p:spPr>
            <a:xfrm>
              <a:off x="1285729" y="61960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Straight Connector 100"/>
            <p:cNvSpPr/>
            <p:nvPr/>
          </p:nvSpPr>
          <p:spPr>
            <a:xfrm>
              <a:off x="2169241" y="61960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Straight Connector 101"/>
            <p:cNvSpPr/>
            <p:nvPr/>
          </p:nvSpPr>
          <p:spPr>
            <a:xfrm flipV="1">
              <a:off x="2169241" y="61877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4" name="Picture 103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5902389"/>
            <a:ext cx="920520" cy="58722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504874" y="5443665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Route27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04874" y="5443665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744" y="725254"/>
            <a:ext cx="920520" cy="504699"/>
          </a:xfrm>
          <a:prstGeom prst="rect">
            <a:avLst/>
          </a:prstGeom>
        </p:spPr>
      </p:pic>
      <p:pic>
        <p:nvPicPr>
          <p:cNvPr id="3" name="Picture 2" descr="e4x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613" y="815719"/>
            <a:ext cx="349162" cy="98400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6456515" y="969388"/>
            <a:ext cx="571357" cy="16430"/>
            <a:chOff x="6456515" y="969388"/>
            <a:chExt cx="571357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6456515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6997212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6997212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0124" y="766519"/>
            <a:ext cx="920520" cy="422169"/>
          </a:xfrm>
          <a:prstGeom prst="rect">
            <a:avLst/>
          </a:prstGeom>
        </p:spPr>
      </p:pic>
      <p:pic>
        <p:nvPicPr>
          <p:cNvPr id="9" name="Picture 8" descr="e3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3992" y="752235"/>
            <a:ext cx="349162" cy="16188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4932895" y="969388"/>
            <a:ext cx="571357" cy="16430"/>
            <a:chOff x="4932895" y="969388"/>
            <a:chExt cx="571357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4932895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5473592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5473592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2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6503" y="722080"/>
            <a:ext cx="920520" cy="511047"/>
          </a:xfrm>
          <a:prstGeom prst="rect">
            <a:avLst/>
          </a:prstGeom>
        </p:spPr>
      </p:pic>
      <p:pic>
        <p:nvPicPr>
          <p:cNvPr id="15" name="Picture 14" descr="e2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4693" y="447511"/>
            <a:ext cx="634841" cy="466608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3095028" y="969388"/>
            <a:ext cx="914172" cy="16430"/>
            <a:chOff x="3095028" y="969388"/>
            <a:chExt cx="914172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3095028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3978540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3978540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1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7204" y="728428"/>
            <a:ext cx="920520" cy="498350"/>
          </a:xfrm>
          <a:prstGeom prst="rect">
            <a:avLst/>
          </a:prstGeom>
        </p:spPr>
      </p:pic>
      <p:pic>
        <p:nvPicPr>
          <p:cNvPr id="21" name="Picture 20" descr="e1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5394" y="441162"/>
            <a:ext cx="634841" cy="472957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1285729" y="969388"/>
            <a:ext cx="914172" cy="16430"/>
            <a:chOff x="1285729" y="969388"/>
            <a:chExt cx="914172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128572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2169241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2169241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1x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905" y="683989"/>
            <a:ext cx="920520" cy="5872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29" name="Picture 28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0402" y="2102861"/>
            <a:ext cx="920520" cy="504699"/>
          </a:xfrm>
          <a:prstGeom prst="rect">
            <a:avLst/>
          </a:prstGeom>
        </p:spPr>
      </p:pic>
      <p:pic>
        <p:nvPicPr>
          <p:cNvPr id="30" name="Picture 29" descr="e4x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271" y="2193326"/>
            <a:ext cx="349162" cy="98400"/>
          </a:xfrm>
          <a:prstGeom prst="rect">
            <a:avLst/>
          </a:prstGeom>
        </p:spPr>
      </p:pic>
      <p:grpSp>
        <p:nvGrpSpPr>
          <p:cNvPr id="34" name="Group 33"/>
          <p:cNvGrpSpPr/>
          <p:nvPr/>
        </p:nvGrpSpPr>
        <p:grpSpPr>
          <a:xfrm>
            <a:off x="6523174" y="2346995"/>
            <a:ext cx="571357" cy="16430"/>
            <a:chOff x="6523174" y="2346995"/>
            <a:chExt cx="571357" cy="16430"/>
          </a:xfrm>
        </p:grpSpPr>
        <p:sp>
          <p:nvSpPr>
            <p:cNvPr id="31" name="Straight Connector 30"/>
            <p:cNvSpPr/>
            <p:nvPr/>
          </p:nvSpPr>
          <p:spPr>
            <a:xfrm>
              <a:off x="6523174" y="2355210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Straight Connector 31"/>
            <p:cNvSpPr/>
            <p:nvPr/>
          </p:nvSpPr>
          <p:spPr>
            <a:xfrm>
              <a:off x="7063871" y="235521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Straight Connector 32"/>
            <p:cNvSpPr/>
            <p:nvPr/>
          </p:nvSpPr>
          <p:spPr>
            <a:xfrm flipV="1">
              <a:off x="7063871" y="234699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5" name="Picture 34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782" y="2144125"/>
            <a:ext cx="920520" cy="422169"/>
          </a:xfrm>
          <a:prstGeom prst="rect">
            <a:avLst/>
          </a:prstGeom>
        </p:spPr>
      </p:pic>
      <p:pic>
        <p:nvPicPr>
          <p:cNvPr id="36" name="Picture 35" descr="e3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0651" y="2129841"/>
            <a:ext cx="349162" cy="161884"/>
          </a:xfrm>
          <a:prstGeom prst="rect">
            <a:avLst/>
          </a:prstGeom>
        </p:spPr>
      </p:pic>
      <p:grpSp>
        <p:nvGrpSpPr>
          <p:cNvPr id="40" name="Group 39"/>
          <p:cNvGrpSpPr/>
          <p:nvPr/>
        </p:nvGrpSpPr>
        <p:grpSpPr>
          <a:xfrm>
            <a:off x="4999554" y="2346995"/>
            <a:ext cx="571357" cy="16430"/>
            <a:chOff x="4999554" y="2346995"/>
            <a:chExt cx="571357" cy="16430"/>
          </a:xfrm>
        </p:grpSpPr>
        <p:sp>
          <p:nvSpPr>
            <p:cNvPr id="37" name="Straight Connector 36"/>
            <p:cNvSpPr/>
            <p:nvPr/>
          </p:nvSpPr>
          <p:spPr>
            <a:xfrm>
              <a:off x="4999554" y="2355210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Straight Connector 37"/>
            <p:cNvSpPr/>
            <p:nvPr/>
          </p:nvSpPr>
          <p:spPr>
            <a:xfrm>
              <a:off x="5540251" y="235521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Straight Connector 38"/>
            <p:cNvSpPr/>
            <p:nvPr/>
          </p:nvSpPr>
          <p:spPr>
            <a:xfrm flipV="1">
              <a:off x="5540251" y="234699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1" name="Picture 40" descr="e2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3162" y="2099686"/>
            <a:ext cx="920520" cy="511047"/>
          </a:xfrm>
          <a:prstGeom prst="rect">
            <a:avLst/>
          </a:prstGeom>
        </p:spPr>
      </p:pic>
      <p:pic>
        <p:nvPicPr>
          <p:cNvPr id="42" name="Picture 41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2091751"/>
            <a:ext cx="288853" cy="199975"/>
          </a:xfrm>
          <a:prstGeom prst="rect">
            <a:avLst/>
          </a:prstGeom>
        </p:spPr>
      </p:pic>
      <p:pic>
        <p:nvPicPr>
          <p:cNvPr id="43" name="Picture 42" descr="e2x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87031" y="2174280"/>
            <a:ext cx="349162" cy="117445"/>
          </a:xfrm>
          <a:prstGeom prst="rect">
            <a:avLst/>
          </a:prstGeom>
        </p:spPr>
      </p:pic>
      <p:grpSp>
        <p:nvGrpSpPr>
          <p:cNvPr id="47" name="Group 46"/>
          <p:cNvGrpSpPr/>
          <p:nvPr/>
        </p:nvGrpSpPr>
        <p:grpSpPr>
          <a:xfrm>
            <a:off x="3088362" y="2346995"/>
            <a:ext cx="994162" cy="16430"/>
            <a:chOff x="3088362" y="2346995"/>
            <a:chExt cx="994162" cy="16430"/>
          </a:xfrm>
        </p:grpSpPr>
        <p:sp>
          <p:nvSpPr>
            <p:cNvPr id="44" name="Straight Connector 43"/>
            <p:cNvSpPr/>
            <p:nvPr/>
          </p:nvSpPr>
          <p:spPr>
            <a:xfrm>
              <a:off x="3088362" y="2355210"/>
              <a:ext cx="99416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>
              <a:off x="4051864" y="235521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Straight Connector 45"/>
            <p:cNvSpPr/>
            <p:nvPr/>
          </p:nvSpPr>
          <p:spPr>
            <a:xfrm flipV="1">
              <a:off x="4051864" y="234699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8" name="Picture 47" descr="e1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7204" y="2106035"/>
            <a:ext cx="920520" cy="498350"/>
          </a:xfrm>
          <a:prstGeom prst="rect">
            <a:avLst/>
          </a:prstGeom>
        </p:spPr>
      </p:pic>
      <p:pic>
        <p:nvPicPr>
          <p:cNvPr id="49" name="Picture 48" descr="e1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5394" y="1818769"/>
            <a:ext cx="634841" cy="472957"/>
          </a:xfrm>
          <a:prstGeom prst="rect">
            <a:avLst/>
          </a:prstGeom>
        </p:spPr>
      </p:pic>
      <p:grpSp>
        <p:nvGrpSpPr>
          <p:cNvPr id="53" name="Group 52"/>
          <p:cNvGrpSpPr/>
          <p:nvPr/>
        </p:nvGrpSpPr>
        <p:grpSpPr>
          <a:xfrm>
            <a:off x="1285729" y="2346995"/>
            <a:ext cx="914172" cy="16430"/>
            <a:chOff x="1285729" y="2346995"/>
            <a:chExt cx="914172" cy="16430"/>
          </a:xfrm>
        </p:grpSpPr>
        <p:sp>
          <p:nvSpPr>
            <p:cNvPr id="50" name="Straight Connector 49"/>
            <p:cNvSpPr/>
            <p:nvPr/>
          </p:nvSpPr>
          <p:spPr>
            <a:xfrm>
              <a:off x="1285729" y="2355210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>
              <a:off x="2169241" y="235521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Straight Connector 51"/>
            <p:cNvSpPr/>
            <p:nvPr/>
          </p:nvSpPr>
          <p:spPr>
            <a:xfrm flipV="1">
              <a:off x="2169241" y="234699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4" name="Picture 53" descr="e1x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905" y="2061596"/>
            <a:ext cx="920520" cy="58722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04874" y="1602873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Route29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874" y="1602873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57" name="Picture 56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712" y="3480467"/>
            <a:ext cx="920520" cy="504699"/>
          </a:xfrm>
          <a:prstGeom prst="rect">
            <a:avLst/>
          </a:prstGeom>
        </p:spPr>
      </p:pic>
      <p:pic>
        <p:nvPicPr>
          <p:cNvPr id="58" name="Picture 57" descr="e4x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581" y="3570932"/>
            <a:ext cx="349162" cy="98400"/>
          </a:xfrm>
          <a:prstGeom prst="rect">
            <a:avLst/>
          </a:prstGeom>
        </p:spPr>
      </p:pic>
      <p:grpSp>
        <p:nvGrpSpPr>
          <p:cNvPr id="62" name="Group 61"/>
          <p:cNvGrpSpPr/>
          <p:nvPr/>
        </p:nvGrpSpPr>
        <p:grpSpPr>
          <a:xfrm>
            <a:off x="6583484" y="3724602"/>
            <a:ext cx="571357" cy="16430"/>
            <a:chOff x="6583484" y="3724602"/>
            <a:chExt cx="571357" cy="16430"/>
          </a:xfrm>
        </p:grpSpPr>
        <p:sp>
          <p:nvSpPr>
            <p:cNvPr id="59" name="Straight Connector 58"/>
            <p:cNvSpPr/>
            <p:nvPr/>
          </p:nvSpPr>
          <p:spPr>
            <a:xfrm>
              <a:off x="6583484" y="373281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Straight Connector 59"/>
            <p:cNvSpPr/>
            <p:nvPr/>
          </p:nvSpPr>
          <p:spPr>
            <a:xfrm>
              <a:off x="7124181" y="373281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Straight Connector 60"/>
            <p:cNvSpPr/>
            <p:nvPr/>
          </p:nvSpPr>
          <p:spPr>
            <a:xfrm flipV="1">
              <a:off x="7124181" y="372460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3" name="Picture 62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7092" y="3521732"/>
            <a:ext cx="920520" cy="422169"/>
          </a:xfrm>
          <a:prstGeom prst="rect">
            <a:avLst/>
          </a:prstGeom>
        </p:spPr>
      </p:pic>
      <p:pic>
        <p:nvPicPr>
          <p:cNvPr id="64" name="Picture 63" descr="e3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0961" y="3507448"/>
            <a:ext cx="349162" cy="161884"/>
          </a:xfrm>
          <a:prstGeom prst="rect">
            <a:avLst/>
          </a:prstGeom>
        </p:spPr>
      </p:pic>
      <p:grpSp>
        <p:nvGrpSpPr>
          <p:cNvPr id="68" name="Group 67"/>
          <p:cNvGrpSpPr/>
          <p:nvPr/>
        </p:nvGrpSpPr>
        <p:grpSpPr>
          <a:xfrm>
            <a:off x="5059863" y="3724602"/>
            <a:ext cx="571358" cy="16430"/>
            <a:chOff x="5059863" y="3724602"/>
            <a:chExt cx="571358" cy="16430"/>
          </a:xfrm>
        </p:grpSpPr>
        <p:sp>
          <p:nvSpPr>
            <p:cNvPr id="65" name="Straight Connector 64"/>
            <p:cNvSpPr/>
            <p:nvPr/>
          </p:nvSpPr>
          <p:spPr>
            <a:xfrm>
              <a:off x="5059863" y="373281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Straight Connector 65"/>
            <p:cNvSpPr/>
            <p:nvPr/>
          </p:nvSpPr>
          <p:spPr>
            <a:xfrm>
              <a:off x="5600561" y="373281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Straight Connector 66"/>
            <p:cNvSpPr/>
            <p:nvPr/>
          </p:nvSpPr>
          <p:spPr>
            <a:xfrm flipV="1">
              <a:off x="5600561" y="372460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9" name="Picture 68" descr="e2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3472" y="3477293"/>
            <a:ext cx="920520" cy="511047"/>
          </a:xfrm>
          <a:prstGeom prst="rect">
            <a:avLst/>
          </a:prstGeom>
        </p:spPr>
      </p:pic>
      <p:pic>
        <p:nvPicPr>
          <p:cNvPr id="70" name="Picture 69" descr="e2x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34693" y="3551887"/>
            <a:ext cx="349162" cy="117445"/>
          </a:xfrm>
          <a:prstGeom prst="rect">
            <a:avLst/>
          </a:prstGeom>
        </p:spPr>
      </p:pic>
      <p:pic>
        <p:nvPicPr>
          <p:cNvPr id="71" name="Picture 70" descr="e2x3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47341" y="3351912"/>
            <a:ext cx="349162" cy="317420"/>
          </a:xfrm>
          <a:prstGeom prst="rect">
            <a:avLst/>
          </a:prstGeom>
        </p:spPr>
      </p:pic>
      <p:grpSp>
        <p:nvGrpSpPr>
          <p:cNvPr id="75" name="Group 74"/>
          <p:cNvGrpSpPr/>
          <p:nvPr/>
        </p:nvGrpSpPr>
        <p:grpSpPr>
          <a:xfrm>
            <a:off x="3082331" y="3724602"/>
            <a:ext cx="1066534" cy="16430"/>
            <a:chOff x="3082331" y="3724602"/>
            <a:chExt cx="1066534" cy="16430"/>
          </a:xfrm>
        </p:grpSpPr>
        <p:sp>
          <p:nvSpPr>
            <p:cNvPr id="72" name="Straight Connector 71"/>
            <p:cNvSpPr/>
            <p:nvPr/>
          </p:nvSpPr>
          <p:spPr>
            <a:xfrm>
              <a:off x="3082331" y="3732817"/>
              <a:ext cx="1066534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Straight Connector 72"/>
            <p:cNvSpPr/>
            <p:nvPr/>
          </p:nvSpPr>
          <p:spPr>
            <a:xfrm>
              <a:off x="4118205" y="373281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 flipV="1">
              <a:off x="4118205" y="372460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6" name="Picture 75" descr="e1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7204" y="3483641"/>
            <a:ext cx="920520" cy="498350"/>
          </a:xfrm>
          <a:prstGeom prst="rect">
            <a:avLst/>
          </a:prstGeom>
        </p:spPr>
      </p:pic>
      <p:pic>
        <p:nvPicPr>
          <p:cNvPr id="77" name="Picture 76" descr="e1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5394" y="3196376"/>
            <a:ext cx="634841" cy="472957"/>
          </a:xfrm>
          <a:prstGeom prst="rect">
            <a:avLst/>
          </a:prstGeom>
        </p:spPr>
      </p:pic>
      <p:grpSp>
        <p:nvGrpSpPr>
          <p:cNvPr id="81" name="Group 80"/>
          <p:cNvGrpSpPr/>
          <p:nvPr/>
        </p:nvGrpSpPr>
        <p:grpSpPr>
          <a:xfrm>
            <a:off x="1285729" y="3724602"/>
            <a:ext cx="914172" cy="16430"/>
            <a:chOff x="1285729" y="3724602"/>
            <a:chExt cx="914172" cy="16430"/>
          </a:xfrm>
        </p:grpSpPr>
        <p:sp>
          <p:nvSpPr>
            <p:cNvPr id="78" name="Straight Connector 77"/>
            <p:cNvSpPr/>
            <p:nvPr/>
          </p:nvSpPr>
          <p:spPr>
            <a:xfrm>
              <a:off x="1285729" y="373281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Straight Connector 78"/>
            <p:cNvSpPr/>
            <p:nvPr/>
          </p:nvSpPr>
          <p:spPr>
            <a:xfrm>
              <a:off x="2169241" y="373281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Straight Connector 79"/>
            <p:cNvSpPr/>
            <p:nvPr/>
          </p:nvSpPr>
          <p:spPr>
            <a:xfrm flipV="1">
              <a:off x="2169241" y="372460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2" name="Picture 81" descr="e1x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905" y="3439203"/>
            <a:ext cx="920520" cy="58722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504874" y="2980479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Route30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4874" y="2980479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85" name="Picture 84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081" y="4858074"/>
            <a:ext cx="920520" cy="504699"/>
          </a:xfrm>
          <a:prstGeom prst="rect">
            <a:avLst/>
          </a:prstGeom>
        </p:spPr>
      </p:pic>
      <p:pic>
        <p:nvPicPr>
          <p:cNvPr id="86" name="Picture 85" descr="e4x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950" y="4948539"/>
            <a:ext cx="349162" cy="98400"/>
          </a:xfrm>
          <a:prstGeom prst="rect">
            <a:avLst/>
          </a:prstGeom>
        </p:spPr>
      </p:pic>
      <p:grpSp>
        <p:nvGrpSpPr>
          <p:cNvPr id="90" name="Group 89"/>
          <p:cNvGrpSpPr/>
          <p:nvPr/>
        </p:nvGrpSpPr>
        <p:grpSpPr>
          <a:xfrm>
            <a:off x="6808853" y="5102208"/>
            <a:ext cx="571357" cy="16431"/>
            <a:chOff x="6808853" y="5102208"/>
            <a:chExt cx="571357" cy="16431"/>
          </a:xfrm>
        </p:grpSpPr>
        <p:sp>
          <p:nvSpPr>
            <p:cNvPr id="87" name="Straight Connector 86"/>
            <p:cNvSpPr/>
            <p:nvPr/>
          </p:nvSpPr>
          <p:spPr>
            <a:xfrm>
              <a:off x="6808853" y="5110424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Straight Connector 87"/>
            <p:cNvSpPr/>
            <p:nvPr/>
          </p:nvSpPr>
          <p:spPr>
            <a:xfrm>
              <a:off x="7349550" y="511042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Straight Connector 88"/>
            <p:cNvSpPr/>
            <p:nvPr/>
          </p:nvSpPr>
          <p:spPr>
            <a:xfrm flipV="1">
              <a:off x="7349550" y="510220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1" name="Picture 90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2461" y="4899339"/>
            <a:ext cx="920520" cy="422169"/>
          </a:xfrm>
          <a:prstGeom prst="rect">
            <a:avLst/>
          </a:prstGeom>
        </p:spPr>
      </p:pic>
      <p:pic>
        <p:nvPicPr>
          <p:cNvPr id="92" name="Picture 91" descr="e3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6330" y="4885055"/>
            <a:ext cx="349162" cy="161884"/>
          </a:xfrm>
          <a:prstGeom prst="rect">
            <a:avLst/>
          </a:prstGeom>
        </p:spPr>
      </p:pic>
      <p:grpSp>
        <p:nvGrpSpPr>
          <p:cNvPr id="96" name="Group 95"/>
          <p:cNvGrpSpPr/>
          <p:nvPr/>
        </p:nvGrpSpPr>
        <p:grpSpPr>
          <a:xfrm>
            <a:off x="5285232" y="5102208"/>
            <a:ext cx="571357" cy="16431"/>
            <a:chOff x="5285232" y="5102208"/>
            <a:chExt cx="571357" cy="16431"/>
          </a:xfrm>
        </p:grpSpPr>
        <p:sp>
          <p:nvSpPr>
            <p:cNvPr id="93" name="Straight Connector 92"/>
            <p:cNvSpPr/>
            <p:nvPr/>
          </p:nvSpPr>
          <p:spPr>
            <a:xfrm>
              <a:off x="5285232" y="5110424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Straight Connector 93"/>
            <p:cNvSpPr/>
            <p:nvPr/>
          </p:nvSpPr>
          <p:spPr>
            <a:xfrm>
              <a:off x="5825929" y="511042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Straight Connector 94"/>
            <p:cNvSpPr/>
            <p:nvPr/>
          </p:nvSpPr>
          <p:spPr>
            <a:xfrm flipV="1">
              <a:off x="5825929" y="510220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7" name="Picture 96" descr="e2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8841" y="4854900"/>
            <a:ext cx="920520" cy="511047"/>
          </a:xfrm>
          <a:prstGeom prst="rect">
            <a:avLst/>
          </a:prstGeom>
        </p:spPr>
      </p:pic>
      <p:pic>
        <p:nvPicPr>
          <p:cNvPr id="98" name="Picture 97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4846964"/>
            <a:ext cx="288853" cy="199975"/>
          </a:xfrm>
          <a:prstGeom prst="rect">
            <a:avLst/>
          </a:prstGeom>
        </p:spPr>
      </p:pic>
      <p:pic>
        <p:nvPicPr>
          <p:cNvPr id="99" name="Picture 98" descr="e2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7031" y="4580331"/>
            <a:ext cx="634841" cy="466608"/>
          </a:xfrm>
          <a:prstGeom prst="rect">
            <a:avLst/>
          </a:prstGeom>
        </p:spPr>
      </p:pic>
      <p:grpSp>
        <p:nvGrpSpPr>
          <p:cNvPr id="103" name="Group 102"/>
          <p:cNvGrpSpPr/>
          <p:nvPr/>
        </p:nvGrpSpPr>
        <p:grpSpPr>
          <a:xfrm>
            <a:off x="3059794" y="5102208"/>
            <a:ext cx="1336977" cy="16431"/>
            <a:chOff x="3059794" y="5102208"/>
            <a:chExt cx="1336977" cy="16431"/>
          </a:xfrm>
        </p:grpSpPr>
        <p:sp>
          <p:nvSpPr>
            <p:cNvPr id="100" name="Straight Connector 99"/>
            <p:cNvSpPr/>
            <p:nvPr/>
          </p:nvSpPr>
          <p:spPr>
            <a:xfrm>
              <a:off x="3059794" y="5110424"/>
              <a:ext cx="133697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Straight Connector 100"/>
            <p:cNvSpPr/>
            <p:nvPr/>
          </p:nvSpPr>
          <p:spPr>
            <a:xfrm>
              <a:off x="4366111" y="511042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Straight Connector 101"/>
            <p:cNvSpPr/>
            <p:nvPr/>
          </p:nvSpPr>
          <p:spPr>
            <a:xfrm flipV="1">
              <a:off x="4366111" y="510220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4" name="Picture 103" descr="e1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7204" y="4861248"/>
            <a:ext cx="920520" cy="498350"/>
          </a:xfrm>
          <a:prstGeom prst="rect">
            <a:avLst/>
          </a:prstGeom>
        </p:spPr>
      </p:pic>
      <p:pic>
        <p:nvPicPr>
          <p:cNvPr id="105" name="Picture 104" descr="e1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5394" y="4573982"/>
            <a:ext cx="634841" cy="472957"/>
          </a:xfrm>
          <a:prstGeom prst="rect">
            <a:avLst/>
          </a:prstGeom>
        </p:spPr>
      </p:pic>
      <p:grpSp>
        <p:nvGrpSpPr>
          <p:cNvPr id="109" name="Group 108"/>
          <p:cNvGrpSpPr/>
          <p:nvPr/>
        </p:nvGrpSpPr>
        <p:grpSpPr>
          <a:xfrm>
            <a:off x="1285729" y="5102208"/>
            <a:ext cx="914172" cy="16431"/>
            <a:chOff x="1285729" y="5102208"/>
            <a:chExt cx="914172" cy="16431"/>
          </a:xfrm>
        </p:grpSpPr>
        <p:sp>
          <p:nvSpPr>
            <p:cNvPr id="106" name="Straight Connector 105"/>
            <p:cNvSpPr/>
            <p:nvPr/>
          </p:nvSpPr>
          <p:spPr>
            <a:xfrm>
              <a:off x="1285729" y="5110424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Straight Connector 106"/>
            <p:cNvSpPr/>
            <p:nvPr/>
          </p:nvSpPr>
          <p:spPr>
            <a:xfrm>
              <a:off x="2169241" y="511042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Straight Connector 107"/>
            <p:cNvSpPr/>
            <p:nvPr/>
          </p:nvSpPr>
          <p:spPr>
            <a:xfrm flipV="1">
              <a:off x="2169241" y="510220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10" name="Picture 109" descr="e1x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905" y="4816809"/>
            <a:ext cx="920520" cy="58722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504874" y="435808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Route31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04874" y="435808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744" y="725254"/>
            <a:ext cx="920520" cy="504699"/>
          </a:xfrm>
          <a:prstGeom prst="rect">
            <a:avLst/>
          </a:prstGeom>
        </p:spPr>
      </p:pic>
      <p:pic>
        <p:nvPicPr>
          <p:cNvPr id="3" name="Picture 2" descr="e4x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613" y="815719"/>
            <a:ext cx="349162" cy="98400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6456515" y="969388"/>
            <a:ext cx="571357" cy="16430"/>
            <a:chOff x="6456515" y="969388"/>
            <a:chExt cx="571357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6456515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6997212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6997212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0124" y="766519"/>
            <a:ext cx="920520" cy="422169"/>
          </a:xfrm>
          <a:prstGeom prst="rect">
            <a:avLst/>
          </a:prstGeom>
        </p:spPr>
      </p:pic>
      <p:pic>
        <p:nvPicPr>
          <p:cNvPr id="9" name="Picture 8" descr="e3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3992" y="752235"/>
            <a:ext cx="349162" cy="16188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4932895" y="969388"/>
            <a:ext cx="571357" cy="16430"/>
            <a:chOff x="4932895" y="969388"/>
            <a:chExt cx="571357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4932895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5473592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5473592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2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6503" y="722080"/>
            <a:ext cx="920520" cy="511047"/>
          </a:xfrm>
          <a:prstGeom prst="rect">
            <a:avLst/>
          </a:prstGeom>
        </p:spPr>
      </p:pic>
      <p:pic>
        <p:nvPicPr>
          <p:cNvPr id="15" name="Picture 14" descr="e1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4693" y="441162"/>
            <a:ext cx="634841" cy="472957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3095028" y="969388"/>
            <a:ext cx="914172" cy="16430"/>
            <a:chOff x="3095028" y="969388"/>
            <a:chExt cx="914172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3095028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3978540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3978540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1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7204" y="677641"/>
            <a:ext cx="920520" cy="599925"/>
          </a:xfrm>
          <a:prstGeom prst="rect">
            <a:avLst/>
          </a:prstGeom>
        </p:spPr>
      </p:pic>
      <p:pic>
        <p:nvPicPr>
          <p:cNvPr id="21" name="Picture 20" descr="e2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5394" y="447511"/>
            <a:ext cx="634841" cy="466608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1285729" y="969388"/>
            <a:ext cx="914172" cy="16430"/>
            <a:chOff x="1285729" y="969388"/>
            <a:chExt cx="914172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128572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2169241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2169241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1x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905" y="683989"/>
            <a:ext cx="920520" cy="5872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29" name="Picture 28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391" y="2115557"/>
            <a:ext cx="920520" cy="504699"/>
          </a:xfrm>
          <a:prstGeom prst="rect">
            <a:avLst/>
          </a:prstGeom>
        </p:spPr>
      </p:pic>
      <p:pic>
        <p:nvPicPr>
          <p:cNvPr id="30" name="Picture 29" descr="e4x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260" y="2206022"/>
            <a:ext cx="349162" cy="98400"/>
          </a:xfrm>
          <a:prstGeom prst="rect">
            <a:avLst/>
          </a:prstGeom>
        </p:spPr>
      </p:pic>
      <p:grpSp>
        <p:nvGrpSpPr>
          <p:cNvPr id="34" name="Group 33"/>
          <p:cNvGrpSpPr/>
          <p:nvPr/>
        </p:nvGrpSpPr>
        <p:grpSpPr>
          <a:xfrm>
            <a:off x="6869163" y="2359692"/>
            <a:ext cx="571357" cy="16430"/>
            <a:chOff x="6869163" y="2359692"/>
            <a:chExt cx="571357" cy="16430"/>
          </a:xfrm>
        </p:grpSpPr>
        <p:sp>
          <p:nvSpPr>
            <p:cNvPr id="31" name="Straight Connector 30"/>
            <p:cNvSpPr/>
            <p:nvPr/>
          </p:nvSpPr>
          <p:spPr>
            <a:xfrm>
              <a:off x="6869163" y="236790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Straight Connector 31"/>
            <p:cNvSpPr/>
            <p:nvPr/>
          </p:nvSpPr>
          <p:spPr>
            <a:xfrm>
              <a:off x="7409860" y="236790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Straight Connector 32"/>
            <p:cNvSpPr/>
            <p:nvPr/>
          </p:nvSpPr>
          <p:spPr>
            <a:xfrm flipV="1">
              <a:off x="7409860" y="235969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5" name="Picture 34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2771" y="2156822"/>
            <a:ext cx="920520" cy="422169"/>
          </a:xfrm>
          <a:prstGeom prst="rect">
            <a:avLst/>
          </a:prstGeom>
        </p:spPr>
      </p:pic>
      <p:pic>
        <p:nvPicPr>
          <p:cNvPr id="36" name="Picture 35" descr="e3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6640" y="2142538"/>
            <a:ext cx="349162" cy="161884"/>
          </a:xfrm>
          <a:prstGeom prst="rect">
            <a:avLst/>
          </a:prstGeom>
        </p:spPr>
      </p:pic>
      <p:grpSp>
        <p:nvGrpSpPr>
          <p:cNvPr id="40" name="Group 39"/>
          <p:cNvGrpSpPr/>
          <p:nvPr/>
        </p:nvGrpSpPr>
        <p:grpSpPr>
          <a:xfrm>
            <a:off x="5345542" y="2359692"/>
            <a:ext cx="571357" cy="16430"/>
            <a:chOff x="5345542" y="2359692"/>
            <a:chExt cx="571357" cy="16430"/>
          </a:xfrm>
        </p:grpSpPr>
        <p:sp>
          <p:nvSpPr>
            <p:cNvPr id="37" name="Straight Connector 36"/>
            <p:cNvSpPr/>
            <p:nvPr/>
          </p:nvSpPr>
          <p:spPr>
            <a:xfrm>
              <a:off x="5345542" y="236790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Straight Connector 37"/>
            <p:cNvSpPr/>
            <p:nvPr/>
          </p:nvSpPr>
          <p:spPr>
            <a:xfrm>
              <a:off x="5886239" y="236790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Straight Connector 38"/>
            <p:cNvSpPr/>
            <p:nvPr/>
          </p:nvSpPr>
          <p:spPr>
            <a:xfrm flipV="1">
              <a:off x="5886239" y="235969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1" name="Picture 40" descr="e2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9151" y="2112383"/>
            <a:ext cx="920520" cy="511047"/>
          </a:xfrm>
          <a:prstGeom prst="rect">
            <a:avLst/>
          </a:prstGeom>
        </p:spPr>
      </p:pic>
      <p:pic>
        <p:nvPicPr>
          <p:cNvPr id="42" name="Picture 41" descr="e2x2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2079054"/>
            <a:ext cx="349162" cy="225368"/>
          </a:xfrm>
          <a:prstGeom prst="rect">
            <a:avLst/>
          </a:prstGeom>
        </p:spPr>
      </p:pic>
      <p:pic>
        <p:nvPicPr>
          <p:cNvPr id="43" name="Picture 42" descr="e2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47341" y="1837814"/>
            <a:ext cx="634841" cy="466608"/>
          </a:xfrm>
          <a:prstGeom prst="rect">
            <a:avLst/>
          </a:prstGeom>
        </p:spPr>
      </p:pic>
      <p:grpSp>
        <p:nvGrpSpPr>
          <p:cNvPr id="47" name="Group 46"/>
          <p:cNvGrpSpPr/>
          <p:nvPr/>
        </p:nvGrpSpPr>
        <p:grpSpPr>
          <a:xfrm>
            <a:off x="3053763" y="2359692"/>
            <a:ext cx="1409349" cy="16430"/>
            <a:chOff x="3053763" y="2359692"/>
            <a:chExt cx="1409349" cy="16430"/>
          </a:xfrm>
        </p:grpSpPr>
        <p:sp>
          <p:nvSpPr>
            <p:cNvPr id="44" name="Straight Connector 43"/>
            <p:cNvSpPr/>
            <p:nvPr/>
          </p:nvSpPr>
          <p:spPr>
            <a:xfrm>
              <a:off x="3053763" y="2367907"/>
              <a:ext cx="1409348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>
              <a:off x="4432452" y="236790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Straight Connector 45"/>
            <p:cNvSpPr/>
            <p:nvPr/>
          </p:nvSpPr>
          <p:spPr>
            <a:xfrm flipV="1">
              <a:off x="4432452" y="235969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8" name="Picture 47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2118732"/>
            <a:ext cx="920520" cy="498350"/>
          </a:xfrm>
          <a:prstGeom prst="rect">
            <a:avLst/>
          </a:prstGeom>
        </p:spPr>
      </p:pic>
      <p:pic>
        <p:nvPicPr>
          <p:cNvPr id="49" name="Picture 48" descr="e1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5394" y="1831466"/>
            <a:ext cx="634841" cy="472957"/>
          </a:xfrm>
          <a:prstGeom prst="rect">
            <a:avLst/>
          </a:prstGeom>
        </p:spPr>
      </p:pic>
      <p:grpSp>
        <p:nvGrpSpPr>
          <p:cNvPr id="53" name="Group 52"/>
          <p:cNvGrpSpPr/>
          <p:nvPr/>
        </p:nvGrpSpPr>
        <p:grpSpPr>
          <a:xfrm>
            <a:off x="1285729" y="2359692"/>
            <a:ext cx="914172" cy="16430"/>
            <a:chOff x="1285729" y="2359692"/>
            <a:chExt cx="914172" cy="16430"/>
          </a:xfrm>
        </p:grpSpPr>
        <p:sp>
          <p:nvSpPr>
            <p:cNvPr id="50" name="Straight Connector 49"/>
            <p:cNvSpPr/>
            <p:nvPr/>
          </p:nvSpPr>
          <p:spPr>
            <a:xfrm>
              <a:off x="1285729" y="236790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>
              <a:off x="2169241" y="236790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Straight Connector 51"/>
            <p:cNvSpPr/>
            <p:nvPr/>
          </p:nvSpPr>
          <p:spPr>
            <a:xfrm flipV="1">
              <a:off x="2169241" y="235969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4" name="Picture 53" descr="e1x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905" y="2074293"/>
            <a:ext cx="920520" cy="58722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04874" y="1615570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Route33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874" y="1615570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57" name="Picture 56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8016" y="3493164"/>
            <a:ext cx="920520" cy="504699"/>
          </a:xfrm>
          <a:prstGeom prst="rect">
            <a:avLst/>
          </a:prstGeom>
        </p:spPr>
      </p:pic>
      <p:pic>
        <p:nvPicPr>
          <p:cNvPr id="58" name="Picture 57" descr="e4x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884" y="3583629"/>
            <a:ext cx="349162" cy="98400"/>
          </a:xfrm>
          <a:prstGeom prst="rect">
            <a:avLst/>
          </a:prstGeom>
        </p:spPr>
      </p:pic>
      <p:grpSp>
        <p:nvGrpSpPr>
          <p:cNvPr id="62" name="Group 61"/>
          <p:cNvGrpSpPr/>
          <p:nvPr/>
        </p:nvGrpSpPr>
        <p:grpSpPr>
          <a:xfrm>
            <a:off x="6570787" y="3737298"/>
            <a:ext cx="571357" cy="16431"/>
            <a:chOff x="6570787" y="3737298"/>
            <a:chExt cx="571357" cy="16431"/>
          </a:xfrm>
        </p:grpSpPr>
        <p:sp>
          <p:nvSpPr>
            <p:cNvPr id="59" name="Straight Connector 58"/>
            <p:cNvSpPr/>
            <p:nvPr/>
          </p:nvSpPr>
          <p:spPr>
            <a:xfrm>
              <a:off x="6570787" y="3745514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Straight Connector 59"/>
            <p:cNvSpPr/>
            <p:nvPr/>
          </p:nvSpPr>
          <p:spPr>
            <a:xfrm>
              <a:off x="7111484" y="374551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Straight Connector 60"/>
            <p:cNvSpPr/>
            <p:nvPr/>
          </p:nvSpPr>
          <p:spPr>
            <a:xfrm flipV="1">
              <a:off x="7111484" y="37372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3" name="Picture 62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4395" y="3534429"/>
            <a:ext cx="920520" cy="422169"/>
          </a:xfrm>
          <a:prstGeom prst="rect">
            <a:avLst/>
          </a:prstGeom>
        </p:spPr>
      </p:pic>
      <p:pic>
        <p:nvPicPr>
          <p:cNvPr id="64" name="Picture 63" descr="e3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8264" y="3520145"/>
            <a:ext cx="349162" cy="161884"/>
          </a:xfrm>
          <a:prstGeom prst="rect">
            <a:avLst/>
          </a:prstGeom>
        </p:spPr>
      </p:pic>
      <p:grpSp>
        <p:nvGrpSpPr>
          <p:cNvPr id="68" name="Group 67"/>
          <p:cNvGrpSpPr/>
          <p:nvPr/>
        </p:nvGrpSpPr>
        <p:grpSpPr>
          <a:xfrm>
            <a:off x="5047167" y="3737298"/>
            <a:ext cx="571357" cy="16431"/>
            <a:chOff x="5047167" y="3737298"/>
            <a:chExt cx="571357" cy="16431"/>
          </a:xfrm>
        </p:grpSpPr>
        <p:sp>
          <p:nvSpPr>
            <p:cNvPr id="65" name="Straight Connector 64"/>
            <p:cNvSpPr/>
            <p:nvPr/>
          </p:nvSpPr>
          <p:spPr>
            <a:xfrm>
              <a:off x="5047167" y="3745514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Straight Connector 65"/>
            <p:cNvSpPr/>
            <p:nvPr/>
          </p:nvSpPr>
          <p:spPr>
            <a:xfrm>
              <a:off x="5587864" y="374551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Straight Connector 66"/>
            <p:cNvSpPr/>
            <p:nvPr/>
          </p:nvSpPr>
          <p:spPr>
            <a:xfrm flipV="1">
              <a:off x="5587864" y="37372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9" name="Picture 68" descr="e2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0775" y="3489990"/>
            <a:ext cx="920520" cy="511047"/>
          </a:xfrm>
          <a:prstGeom prst="rect">
            <a:avLst/>
          </a:prstGeom>
        </p:spPr>
      </p:pic>
      <p:pic>
        <p:nvPicPr>
          <p:cNvPr id="70" name="Picture 69" descr="e2x1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34693" y="3564584"/>
            <a:ext cx="349162" cy="117445"/>
          </a:xfrm>
          <a:prstGeom prst="rect">
            <a:avLst/>
          </a:prstGeom>
        </p:spPr>
      </p:pic>
      <p:pic>
        <p:nvPicPr>
          <p:cNvPr id="71" name="Picture 70" descr="e2x3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47341" y="3332867"/>
            <a:ext cx="336466" cy="349162"/>
          </a:xfrm>
          <a:prstGeom prst="rect">
            <a:avLst/>
          </a:prstGeom>
        </p:spPr>
      </p:pic>
      <p:grpSp>
        <p:nvGrpSpPr>
          <p:cNvPr id="75" name="Group 74"/>
          <p:cNvGrpSpPr/>
          <p:nvPr/>
        </p:nvGrpSpPr>
        <p:grpSpPr>
          <a:xfrm>
            <a:off x="3083601" y="3737298"/>
            <a:ext cx="1051297" cy="16431"/>
            <a:chOff x="3083601" y="3737298"/>
            <a:chExt cx="1051297" cy="16431"/>
          </a:xfrm>
        </p:grpSpPr>
        <p:sp>
          <p:nvSpPr>
            <p:cNvPr id="72" name="Straight Connector 71"/>
            <p:cNvSpPr/>
            <p:nvPr/>
          </p:nvSpPr>
          <p:spPr>
            <a:xfrm>
              <a:off x="3083601" y="3745514"/>
              <a:ext cx="105129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Straight Connector 72"/>
            <p:cNvSpPr/>
            <p:nvPr/>
          </p:nvSpPr>
          <p:spPr>
            <a:xfrm>
              <a:off x="4104238" y="374551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 flipV="1">
              <a:off x="4104238" y="37372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6" name="Picture 75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3496338"/>
            <a:ext cx="920520" cy="498350"/>
          </a:xfrm>
          <a:prstGeom prst="rect">
            <a:avLst/>
          </a:prstGeom>
        </p:spPr>
      </p:pic>
      <p:pic>
        <p:nvPicPr>
          <p:cNvPr id="77" name="Picture 76" descr="e1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5394" y="3209072"/>
            <a:ext cx="634841" cy="472957"/>
          </a:xfrm>
          <a:prstGeom prst="rect">
            <a:avLst/>
          </a:prstGeom>
        </p:spPr>
      </p:pic>
      <p:grpSp>
        <p:nvGrpSpPr>
          <p:cNvPr id="81" name="Group 80"/>
          <p:cNvGrpSpPr/>
          <p:nvPr/>
        </p:nvGrpSpPr>
        <p:grpSpPr>
          <a:xfrm>
            <a:off x="1285729" y="3737298"/>
            <a:ext cx="914172" cy="16431"/>
            <a:chOff x="1285729" y="3737298"/>
            <a:chExt cx="914172" cy="16431"/>
          </a:xfrm>
        </p:grpSpPr>
        <p:sp>
          <p:nvSpPr>
            <p:cNvPr id="78" name="Straight Connector 77"/>
            <p:cNvSpPr/>
            <p:nvPr/>
          </p:nvSpPr>
          <p:spPr>
            <a:xfrm>
              <a:off x="1285729" y="3745514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Straight Connector 78"/>
            <p:cNvSpPr/>
            <p:nvPr/>
          </p:nvSpPr>
          <p:spPr>
            <a:xfrm>
              <a:off x="2169241" y="374551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Straight Connector 79"/>
            <p:cNvSpPr/>
            <p:nvPr/>
          </p:nvSpPr>
          <p:spPr>
            <a:xfrm flipV="1">
              <a:off x="2169241" y="37372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2" name="Picture 81" descr="e1x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905" y="3451899"/>
            <a:ext cx="920520" cy="58722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504874" y="299317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Route34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4874" y="299317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85" name="Picture 84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081" y="4870771"/>
            <a:ext cx="920520" cy="504699"/>
          </a:xfrm>
          <a:prstGeom prst="rect">
            <a:avLst/>
          </a:prstGeom>
        </p:spPr>
      </p:pic>
      <p:pic>
        <p:nvPicPr>
          <p:cNvPr id="86" name="Picture 85" descr="e4x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950" y="4961236"/>
            <a:ext cx="349162" cy="98400"/>
          </a:xfrm>
          <a:prstGeom prst="rect">
            <a:avLst/>
          </a:prstGeom>
        </p:spPr>
      </p:pic>
      <p:grpSp>
        <p:nvGrpSpPr>
          <p:cNvPr id="90" name="Group 89"/>
          <p:cNvGrpSpPr/>
          <p:nvPr/>
        </p:nvGrpSpPr>
        <p:grpSpPr>
          <a:xfrm>
            <a:off x="6808853" y="5114905"/>
            <a:ext cx="571357" cy="16430"/>
            <a:chOff x="6808853" y="5114905"/>
            <a:chExt cx="571357" cy="16430"/>
          </a:xfrm>
        </p:grpSpPr>
        <p:sp>
          <p:nvSpPr>
            <p:cNvPr id="87" name="Straight Connector 86"/>
            <p:cNvSpPr/>
            <p:nvPr/>
          </p:nvSpPr>
          <p:spPr>
            <a:xfrm>
              <a:off x="6808853" y="5123120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Straight Connector 87"/>
            <p:cNvSpPr/>
            <p:nvPr/>
          </p:nvSpPr>
          <p:spPr>
            <a:xfrm>
              <a:off x="7349550" y="512312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Straight Connector 88"/>
            <p:cNvSpPr/>
            <p:nvPr/>
          </p:nvSpPr>
          <p:spPr>
            <a:xfrm flipV="1">
              <a:off x="7349550" y="511490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1" name="Picture 90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2461" y="4912035"/>
            <a:ext cx="920520" cy="422169"/>
          </a:xfrm>
          <a:prstGeom prst="rect">
            <a:avLst/>
          </a:prstGeom>
        </p:spPr>
      </p:pic>
      <p:pic>
        <p:nvPicPr>
          <p:cNvPr id="92" name="Picture 91" descr="e3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6330" y="4897752"/>
            <a:ext cx="349162" cy="161884"/>
          </a:xfrm>
          <a:prstGeom prst="rect">
            <a:avLst/>
          </a:prstGeom>
        </p:spPr>
      </p:pic>
      <p:grpSp>
        <p:nvGrpSpPr>
          <p:cNvPr id="96" name="Group 95"/>
          <p:cNvGrpSpPr/>
          <p:nvPr/>
        </p:nvGrpSpPr>
        <p:grpSpPr>
          <a:xfrm>
            <a:off x="5285232" y="5114905"/>
            <a:ext cx="571357" cy="16430"/>
            <a:chOff x="5285232" y="5114905"/>
            <a:chExt cx="571357" cy="16430"/>
          </a:xfrm>
        </p:grpSpPr>
        <p:sp>
          <p:nvSpPr>
            <p:cNvPr id="93" name="Straight Connector 92"/>
            <p:cNvSpPr/>
            <p:nvPr/>
          </p:nvSpPr>
          <p:spPr>
            <a:xfrm>
              <a:off x="5285232" y="5123120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Straight Connector 93"/>
            <p:cNvSpPr/>
            <p:nvPr/>
          </p:nvSpPr>
          <p:spPr>
            <a:xfrm>
              <a:off x="5825929" y="512312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Straight Connector 94"/>
            <p:cNvSpPr/>
            <p:nvPr/>
          </p:nvSpPr>
          <p:spPr>
            <a:xfrm flipV="1">
              <a:off x="5825929" y="511490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7" name="Picture 96" descr="e2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8841" y="4867597"/>
            <a:ext cx="920520" cy="511047"/>
          </a:xfrm>
          <a:prstGeom prst="rect">
            <a:avLst/>
          </a:prstGeom>
        </p:spPr>
      </p:pic>
      <p:pic>
        <p:nvPicPr>
          <p:cNvPr id="98" name="Picture 97" descr="e2x1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34693" y="4859661"/>
            <a:ext cx="288853" cy="199975"/>
          </a:xfrm>
          <a:prstGeom prst="rect">
            <a:avLst/>
          </a:prstGeom>
        </p:spPr>
      </p:pic>
      <p:pic>
        <p:nvPicPr>
          <p:cNvPr id="99" name="Picture 98" descr="e1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7031" y="4586679"/>
            <a:ext cx="634841" cy="472957"/>
          </a:xfrm>
          <a:prstGeom prst="rect">
            <a:avLst/>
          </a:prstGeom>
        </p:spPr>
      </p:pic>
      <p:grpSp>
        <p:nvGrpSpPr>
          <p:cNvPr id="103" name="Group 102"/>
          <p:cNvGrpSpPr/>
          <p:nvPr/>
        </p:nvGrpSpPr>
        <p:grpSpPr>
          <a:xfrm>
            <a:off x="3059794" y="5114905"/>
            <a:ext cx="1336977" cy="16430"/>
            <a:chOff x="3059794" y="5114905"/>
            <a:chExt cx="1336977" cy="16430"/>
          </a:xfrm>
        </p:grpSpPr>
        <p:sp>
          <p:nvSpPr>
            <p:cNvPr id="100" name="Straight Connector 99"/>
            <p:cNvSpPr/>
            <p:nvPr/>
          </p:nvSpPr>
          <p:spPr>
            <a:xfrm>
              <a:off x="3059794" y="5123120"/>
              <a:ext cx="133697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Straight Connector 100"/>
            <p:cNvSpPr/>
            <p:nvPr/>
          </p:nvSpPr>
          <p:spPr>
            <a:xfrm>
              <a:off x="4366111" y="512312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Straight Connector 101"/>
            <p:cNvSpPr/>
            <p:nvPr/>
          </p:nvSpPr>
          <p:spPr>
            <a:xfrm flipV="1">
              <a:off x="4366111" y="511490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4" name="Picture 103" descr="e1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7204" y="4823158"/>
            <a:ext cx="920520" cy="599925"/>
          </a:xfrm>
          <a:prstGeom prst="rect">
            <a:avLst/>
          </a:prstGeom>
        </p:spPr>
      </p:pic>
      <p:pic>
        <p:nvPicPr>
          <p:cNvPr id="105" name="Picture 104" descr="e2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5394" y="4593027"/>
            <a:ext cx="634841" cy="466608"/>
          </a:xfrm>
          <a:prstGeom prst="rect">
            <a:avLst/>
          </a:prstGeom>
        </p:spPr>
      </p:pic>
      <p:grpSp>
        <p:nvGrpSpPr>
          <p:cNvPr id="109" name="Group 108"/>
          <p:cNvGrpSpPr/>
          <p:nvPr/>
        </p:nvGrpSpPr>
        <p:grpSpPr>
          <a:xfrm>
            <a:off x="1285729" y="5114905"/>
            <a:ext cx="914172" cy="16430"/>
            <a:chOff x="1285729" y="5114905"/>
            <a:chExt cx="914172" cy="16430"/>
          </a:xfrm>
        </p:grpSpPr>
        <p:sp>
          <p:nvSpPr>
            <p:cNvPr id="106" name="Straight Connector 105"/>
            <p:cNvSpPr/>
            <p:nvPr/>
          </p:nvSpPr>
          <p:spPr>
            <a:xfrm>
              <a:off x="1285729" y="5123120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Straight Connector 106"/>
            <p:cNvSpPr/>
            <p:nvPr/>
          </p:nvSpPr>
          <p:spPr>
            <a:xfrm>
              <a:off x="2169241" y="512312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Straight Connector 107"/>
            <p:cNvSpPr/>
            <p:nvPr/>
          </p:nvSpPr>
          <p:spPr>
            <a:xfrm flipV="1">
              <a:off x="2169241" y="511490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10" name="Picture 109" descr="e1x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905" y="4829506"/>
            <a:ext cx="920520" cy="58722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504874" y="4370783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Route35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04874" y="4370783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8065" y="718905"/>
            <a:ext cx="920520" cy="504699"/>
          </a:xfrm>
          <a:prstGeom prst="rect">
            <a:avLst/>
          </a:prstGeom>
        </p:spPr>
      </p:pic>
      <p:pic>
        <p:nvPicPr>
          <p:cNvPr id="3" name="Picture 2" descr="e4x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34" y="809370"/>
            <a:ext cx="349162" cy="98400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6170837" y="963040"/>
            <a:ext cx="571357" cy="16430"/>
            <a:chOff x="6170837" y="963040"/>
            <a:chExt cx="571357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6170837" y="971255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6711534" y="97125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6711534" y="96304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445" y="760170"/>
            <a:ext cx="920520" cy="422169"/>
          </a:xfrm>
          <a:prstGeom prst="rect">
            <a:avLst/>
          </a:prstGeom>
        </p:spPr>
      </p:pic>
      <p:pic>
        <p:nvPicPr>
          <p:cNvPr id="9" name="Picture 8" descr="e3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8314" y="745886"/>
            <a:ext cx="349162" cy="16188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4647216" y="963040"/>
            <a:ext cx="571357" cy="16430"/>
            <a:chOff x="4647216" y="963040"/>
            <a:chExt cx="571357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4647216" y="971255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5187913" y="97125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5187913" y="96304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2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0825" y="715731"/>
            <a:ext cx="920520" cy="511047"/>
          </a:xfrm>
          <a:prstGeom prst="rect">
            <a:avLst/>
          </a:prstGeom>
        </p:spPr>
      </p:pic>
      <p:pic>
        <p:nvPicPr>
          <p:cNvPr id="15" name="Picture 14" descr="e2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4693" y="783977"/>
            <a:ext cx="349162" cy="123794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3123596" y="963040"/>
            <a:ext cx="571357" cy="16430"/>
            <a:chOff x="3123596" y="963040"/>
            <a:chExt cx="571357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3123596" y="971255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3664293" y="97125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3664293" y="96304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1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7204" y="671292"/>
            <a:ext cx="920520" cy="599925"/>
          </a:xfrm>
          <a:prstGeom prst="rect">
            <a:avLst/>
          </a:prstGeom>
        </p:spPr>
      </p:pic>
      <p:pic>
        <p:nvPicPr>
          <p:cNvPr id="21" name="Picture 20" descr="e2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5394" y="441162"/>
            <a:ext cx="634841" cy="466608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1285729" y="963040"/>
            <a:ext cx="914172" cy="16430"/>
            <a:chOff x="1285729" y="963040"/>
            <a:chExt cx="914172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1285729" y="971255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2169241" y="97125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2169241" y="96304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1x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905" y="677641"/>
            <a:ext cx="920520" cy="5872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29" name="Picture 28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9423" y="2274268"/>
            <a:ext cx="920520" cy="504699"/>
          </a:xfrm>
          <a:prstGeom prst="rect">
            <a:avLst/>
          </a:prstGeom>
        </p:spPr>
      </p:pic>
      <p:pic>
        <p:nvPicPr>
          <p:cNvPr id="30" name="Picture 29" descr="e4x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292" y="2364733"/>
            <a:ext cx="349162" cy="98400"/>
          </a:xfrm>
          <a:prstGeom prst="rect">
            <a:avLst/>
          </a:prstGeom>
        </p:spPr>
      </p:pic>
      <p:grpSp>
        <p:nvGrpSpPr>
          <p:cNvPr id="34" name="Group 33"/>
          <p:cNvGrpSpPr/>
          <p:nvPr/>
        </p:nvGrpSpPr>
        <p:grpSpPr>
          <a:xfrm>
            <a:off x="6742194" y="2518402"/>
            <a:ext cx="571357" cy="16430"/>
            <a:chOff x="6742194" y="2518402"/>
            <a:chExt cx="571357" cy="16430"/>
          </a:xfrm>
        </p:grpSpPr>
        <p:sp>
          <p:nvSpPr>
            <p:cNvPr id="31" name="Straight Connector 30"/>
            <p:cNvSpPr/>
            <p:nvPr/>
          </p:nvSpPr>
          <p:spPr>
            <a:xfrm>
              <a:off x="6742194" y="252661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Straight Connector 31"/>
            <p:cNvSpPr/>
            <p:nvPr/>
          </p:nvSpPr>
          <p:spPr>
            <a:xfrm>
              <a:off x="7282891" y="252661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Straight Connector 32"/>
            <p:cNvSpPr/>
            <p:nvPr/>
          </p:nvSpPr>
          <p:spPr>
            <a:xfrm flipV="1">
              <a:off x="7282891" y="251840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5" name="Picture 34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803" y="2315533"/>
            <a:ext cx="920520" cy="422169"/>
          </a:xfrm>
          <a:prstGeom prst="rect">
            <a:avLst/>
          </a:prstGeom>
        </p:spPr>
      </p:pic>
      <p:pic>
        <p:nvPicPr>
          <p:cNvPr id="36" name="Picture 35" descr="e3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9671" y="2301249"/>
            <a:ext cx="349162" cy="161884"/>
          </a:xfrm>
          <a:prstGeom prst="rect">
            <a:avLst/>
          </a:prstGeom>
        </p:spPr>
      </p:pic>
      <p:grpSp>
        <p:nvGrpSpPr>
          <p:cNvPr id="40" name="Group 39"/>
          <p:cNvGrpSpPr/>
          <p:nvPr/>
        </p:nvGrpSpPr>
        <p:grpSpPr>
          <a:xfrm>
            <a:off x="5218574" y="2518402"/>
            <a:ext cx="571357" cy="16430"/>
            <a:chOff x="5218574" y="2518402"/>
            <a:chExt cx="571357" cy="16430"/>
          </a:xfrm>
        </p:grpSpPr>
        <p:sp>
          <p:nvSpPr>
            <p:cNvPr id="37" name="Straight Connector 36"/>
            <p:cNvSpPr/>
            <p:nvPr/>
          </p:nvSpPr>
          <p:spPr>
            <a:xfrm>
              <a:off x="5218574" y="252661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Straight Connector 37"/>
            <p:cNvSpPr/>
            <p:nvPr/>
          </p:nvSpPr>
          <p:spPr>
            <a:xfrm>
              <a:off x="5759271" y="252661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Straight Connector 38"/>
            <p:cNvSpPr/>
            <p:nvPr/>
          </p:nvSpPr>
          <p:spPr>
            <a:xfrm flipV="1">
              <a:off x="5759271" y="251840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1" name="Picture 40" descr="e2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2182" y="2271094"/>
            <a:ext cx="920520" cy="511047"/>
          </a:xfrm>
          <a:prstGeom prst="rect">
            <a:avLst/>
          </a:prstGeom>
        </p:spPr>
      </p:pic>
      <p:pic>
        <p:nvPicPr>
          <p:cNvPr id="42" name="Picture 41" descr="e2x2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1825117"/>
            <a:ext cx="920520" cy="638015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3066460" y="2518402"/>
            <a:ext cx="1256986" cy="16430"/>
            <a:chOff x="3066460" y="2518402"/>
            <a:chExt cx="1256986" cy="16430"/>
          </a:xfrm>
        </p:grpSpPr>
        <p:sp>
          <p:nvSpPr>
            <p:cNvPr id="43" name="Straight Connector 42"/>
            <p:cNvSpPr/>
            <p:nvPr/>
          </p:nvSpPr>
          <p:spPr>
            <a:xfrm>
              <a:off x="3066460" y="2526617"/>
              <a:ext cx="125698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4292786" y="252661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4292786" y="251840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2277442"/>
            <a:ext cx="920520" cy="498350"/>
          </a:xfrm>
          <a:prstGeom prst="rect">
            <a:avLst/>
          </a:prstGeom>
        </p:spPr>
      </p:pic>
      <p:pic>
        <p:nvPicPr>
          <p:cNvPr id="48" name="Picture 47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1990176"/>
            <a:ext cx="634841" cy="472957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1285729" y="2518402"/>
            <a:ext cx="914172" cy="16430"/>
            <a:chOff x="1285729" y="2518402"/>
            <a:chExt cx="914172" cy="16430"/>
          </a:xfrm>
        </p:grpSpPr>
        <p:sp>
          <p:nvSpPr>
            <p:cNvPr id="49" name="Straight Connector 48"/>
            <p:cNvSpPr/>
            <p:nvPr/>
          </p:nvSpPr>
          <p:spPr>
            <a:xfrm>
              <a:off x="1285729" y="252661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2169241" y="252661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2169241" y="251840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1x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905" y="2233003"/>
            <a:ext cx="920520" cy="58722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04874" y="1609221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Route37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4874" y="1609221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56" name="Picture 55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5026307"/>
            <a:ext cx="920520" cy="504699"/>
          </a:xfrm>
          <a:prstGeom prst="rect">
            <a:avLst/>
          </a:prstGeom>
        </p:spPr>
      </p:pic>
      <p:pic>
        <p:nvPicPr>
          <p:cNvPr id="57" name="Picture 56" descr="e4x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65904" y="4615247"/>
            <a:ext cx="634841" cy="599925"/>
          </a:xfrm>
          <a:prstGeom prst="rect">
            <a:avLst/>
          </a:prstGeom>
        </p:spPr>
      </p:pic>
      <p:grpSp>
        <p:nvGrpSpPr>
          <p:cNvPr id="61" name="Group 60"/>
          <p:cNvGrpSpPr/>
          <p:nvPr/>
        </p:nvGrpSpPr>
        <p:grpSpPr>
          <a:xfrm>
            <a:off x="1526239" y="5270441"/>
            <a:ext cx="914172" cy="16431"/>
            <a:chOff x="1526239" y="5270441"/>
            <a:chExt cx="914172" cy="16431"/>
          </a:xfrm>
        </p:grpSpPr>
        <p:sp>
          <p:nvSpPr>
            <p:cNvPr id="58" name="Straight Connector 57"/>
            <p:cNvSpPr/>
            <p:nvPr/>
          </p:nvSpPr>
          <p:spPr>
            <a:xfrm>
              <a:off x="1526239" y="527865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Straight Connector 58"/>
            <p:cNvSpPr/>
            <p:nvPr/>
          </p:nvSpPr>
          <p:spPr>
            <a:xfrm>
              <a:off x="2409751" y="527865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Straight Connector 59"/>
            <p:cNvSpPr/>
            <p:nvPr/>
          </p:nvSpPr>
          <p:spPr>
            <a:xfrm flipV="1">
              <a:off x="2409751" y="527044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2" name="Picture 61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5067572"/>
            <a:ext cx="920520" cy="422169"/>
          </a:xfrm>
          <a:prstGeom prst="rect">
            <a:avLst/>
          </a:prstGeom>
        </p:spPr>
      </p:pic>
      <p:pic>
        <p:nvPicPr>
          <p:cNvPr id="63" name="Picture 62" descr="e5x2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05554" y="3367783"/>
            <a:ext cx="634841" cy="533267"/>
          </a:xfrm>
          <a:prstGeom prst="rect">
            <a:avLst/>
          </a:prstGeom>
        </p:spPr>
      </p:pic>
      <p:grpSp>
        <p:nvGrpSpPr>
          <p:cNvPr id="67" name="Group 66"/>
          <p:cNvGrpSpPr/>
          <p:nvPr/>
        </p:nvGrpSpPr>
        <p:grpSpPr>
          <a:xfrm>
            <a:off x="7665889" y="3956319"/>
            <a:ext cx="914172" cy="16430"/>
            <a:chOff x="7665889" y="3956319"/>
            <a:chExt cx="914172" cy="16430"/>
          </a:xfrm>
        </p:grpSpPr>
        <p:sp>
          <p:nvSpPr>
            <p:cNvPr id="64" name="Straight Connector 63"/>
            <p:cNvSpPr/>
            <p:nvPr/>
          </p:nvSpPr>
          <p:spPr>
            <a:xfrm>
              <a:off x="7665889" y="3964534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Straight Connector 64"/>
            <p:cNvSpPr/>
            <p:nvPr/>
          </p:nvSpPr>
          <p:spPr>
            <a:xfrm>
              <a:off x="8549401" y="396453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Straight Connector 65"/>
            <p:cNvSpPr/>
            <p:nvPr/>
          </p:nvSpPr>
          <p:spPr>
            <a:xfrm flipV="1">
              <a:off x="8549401" y="395631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8" name="Picture 67" descr="e4x4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58065" y="3721707"/>
            <a:ext cx="920520" cy="485653"/>
          </a:xfrm>
          <a:prstGeom prst="rect">
            <a:avLst/>
          </a:prstGeom>
        </p:spPr>
      </p:pic>
      <p:pic>
        <p:nvPicPr>
          <p:cNvPr id="69" name="Picture 68" descr="e2x1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1934" y="3783604"/>
            <a:ext cx="349162" cy="117445"/>
          </a:xfrm>
          <a:prstGeom prst="rect">
            <a:avLst/>
          </a:prstGeom>
        </p:spPr>
      </p:pic>
      <p:grpSp>
        <p:nvGrpSpPr>
          <p:cNvPr id="73" name="Group 72"/>
          <p:cNvGrpSpPr/>
          <p:nvPr/>
        </p:nvGrpSpPr>
        <p:grpSpPr>
          <a:xfrm>
            <a:off x="6170837" y="3956319"/>
            <a:ext cx="571357" cy="16430"/>
            <a:chOff x="6170837" y="3956319"/>
            <a:chExt cx="571357" cy="16430"/>
          </a:xfrm>
        </p:grpSpPr>
        <p:sp>
          <p:nvSpPr>
            <p:cNvPr id="70" name="Straight Connector 69"/>
            <p:cNvSpPr/>
            <p:nvPr/>
          </p:nvSpPr>
          <p:spPr>
            <a:xfrm>
              <a:off x="6170837" y="3964534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Straight Connector 70"/>
            <p:cNvSpPr/>
            <p:nvPr/>
          </p:nvSpPr>
          <p:spPr>
            <a:xfrm>
              <a:off x="6711534" y="396453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Straight Connector 71"/>
            <p:cNvSpPr/>
            <p:nvPr/>
          </p:nvSpPr>
          <p:spPr>
            <a:xfrm flipV="1">
              <a:off x="6711534" y="395631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4" name="Picture 73" descr="e3x4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34445" y="3734404"/>
            <a:ext cx="920520" cy="460260"/>
          </a:xfrm>
          <a:prstGeom prst="rect">
            <a:avLst/>
          </a:prstGeom>
        </p:spPr>
      </p:pic>
      <p:pic>
        <p:nvPicPr>
          <p:cNvPr id="75" name="Picture 74" descr="e3x2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58314" y="3586803"/>
            <a:ext cx="349162" cy="314246"/>
          </a:xfrm>
          <a:prstGeom prst="rect">
            <a:avLst/>
          </a:prstGeom>
        </p:spPr>
      </p:pic>
      <p:grpSp>
        <p:nvGrpSpPr>
          <p:cNvPr id="79" name="Group 78"/>
          <p:cNvGrpSpPr/>
          <p:nvPr/>
        </p:nvGrpSpPr>
        <p:grpSpPr>
          <a:xfrm>
            <a:off x="4647216" y="3956319"/>
            <a:ext cx="571357" cy="16430"/>
            <a:chOff x="4647216" y="3956319"/>
            <a:chExt cx="571357" cy="16430"/>
          </a:xfrm>
        </p:grpSpPr>
        <p:sp>
          <p:nvSpPr>
            <p:cNvPr id="76" name="Straight Connector 75"/>
            <p:cNvSpPr/>
            <p:nvPr/>
          </p:nvSpPr>
          <p:spPr>
            <a:xfrm>
              <a:off x="4647216" y="3964534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Straight Connector 76"/>
            <p:cNvSpPr/>
            <p:nvPr/>
          </p:nvSpPr>
          <p:spPr>
            <a:xfrm>
              <a:off x="5187913" y="396453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Straight Connector 77"/>
            <p:cNvSpPr/>
            <p:nvPr/>
          </p:nvSpPr>
          <p:spPr>
            <a:xfrm flipV="1">
              <a:off x="5187913" y="395631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0" name="Picture 79" descr="e2x4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710825" y="3759798"/>
            <a:ext cx="920520" cy="409472"/>
          </a:xfrm>
          <a:prstGeom prst="rect">
            <a:avLst/>
          </a:prstGeom>
        </p:spPr>
      </p:pic>
      <p:pic>
        <p:nvPicPr>
          <p:cNvPr id="81" name="Picture 80" descr="e3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4693" y="3739165"/>
            <a:ext cx="349162" cy="161884"/>
          </a:xfrm>
          <a:prstGeom prst="rect">
            <a:avLst/>
          </a:prstGeom>
        </p:spPr>
      </p:pic>
      <p:grpSp>
        <p:nvGrpSpPr>
          <p:cNvPr id="85" name="Group 84"/>
          <p:cNvGrpSpPr/>
          <p:nvPr/>
        </p:nvGrpSpPr>
        <p:grpSpPr>
          <a:xfrm>
            <a:off x="3123596" y="3956319"/>
            <a:ext cx="571357" cy="16430"/>
            <a:chOff x="3123596" y="3956319"/>
            <a:chExt cx="571357" cy="16430"/>
          </a:xfrm>
        </p:grpSpPr>
        <p:sp>
          <p:nvSpPr>
            <p:cNvPr id="82" name="Straight Connector 81"/>
            <p:cNvSpPr/>
            <p:nvPr/>
          </p:nvSpPr>
          <p:spPr>
            <a:xfrm>
              <a:off x="3123596" y="3964534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Straight Connector 82"/>
            <p:cNvSpPr/>
            <p:nvPr/>
          </p:nvSpPr>
          <p:spPr>
            <a:xfrm>
              <a:off x="3664293" y="396453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Straight Connector 83"/>
            <p:cNvSpPr/>
            <p:nvPr/>
          </p:nvSpPr>
          <p:spPr>
            <a:xfrm flipV="1">
              <a:off x="3664293" y="395631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6" name="Picture 85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3715359"/>
            <a:ext cx="920520" cy="498350"/>
          </a:xfrm>
          <a:prstGeom prst="rect">
            <a:avLst/>
          </a:prstGeom>
        </p:spPr>
      </p:pic>
      <p:pic>
        <p:nvPicPr>
          <p:cNvPr id="87" name="Picture 86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3428093"/>
            <a:ext cx="634841" cy="472957"/>
          </a:xfrm>
          <a:prstGeom prst="rect">
            <a:avLst/>
          </a:prstGeom>
        </p:spPr>
      </p:pic>
      <p:grpSp>
        <p:nvGrpSpPr>
          <p:cNvPr id="91" name="Group 90"/>
          <p:cNvGrpSpPr/>
          <p:nvPr/>
        </p:nvGrpSpPr>
        <p:grpSpPr>
          <a:xfrm>
            <a:off x="1285729" y="3956319"/>
            <a:ext cx="914172" cy="16430"/>
            <a:chOff x="1285729" y="3956319"/>
            <a:chExt cx="914172" cy="16430"/>
          </a:xfrm>
        </p:grpSpPr>
        <p:sp>
          <p:nvSpPr>
            <p:cNvPr id="88" name="Straight Connector 87"/>
            <p:cNvSpPr/>
            <p:nvPr/>
          </p:nvSpPr>
          <p:spPr>
            <a:xfrm>
              <a:off x="1285729" y="3964534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Straight Connector 88"/>
            <p:cNvSpPr/>
            <p:nvPr/>
          </p:nvSpPr>
          <p:spPr>
            <a:xfrm>
              <a:off x="2169241" y="396453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Straight Connector 89"/>
            <p:cNvSpPr/>
            <p:nvPr/>
          </p:nvSpPr>
          <p:spPr>
            <a:xfrm flipV="1">
              <a:off x="2169241" y="395631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2" name="Picture 91" descr="e1x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905" y="3670920"/>
            <a:ext cx="920520" cy="587228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504874" y="3151887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Route38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4874" y="3151887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9423" y="852222"/>
            <a:ext cx="920520" cy="504699"/>
          </a:xfrm>
          <a:prstGeom prst="rect">
            <a:avLst/>
          </a:prstGeom>
        </p:spPr>
      </p:pic>
      <p:pic>
        <p:nvPicPr>
          <p:cNvPr id="3" name="Picture 2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613" y="441162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6427948" y="1096357"/>
            <a:ext cx="914172" cy="16430"/>
            <a:chOff x="6427948" y="1096357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6427948" y="1104572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7311459" y="11045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7311459" y="109635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0124" y="893487"/>
            <a:ext cx="920520" cy="422169"/>
          </a:xfrm>
          <a:prstGeom prst="rect">
            <a:avLst/>
          </a:prstGeom>
        </p:spPr>
      </p:pic>
      <p:pic>
        <p:nvPicPr>
          <p:cNvPr id="9" name="Picture 8" descr="e2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8314" y="574479"/>
            <a:ext cx="634841" cy="466608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4618648" y="1096357"/>
            <a:ext cx="914172" cy="16430"/>
            <a:chOff x="4618648" y="1096357"/>
            <a:chExt cx="914172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4618648" y="1104572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5502160" y="11045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5502160" y="109635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2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0825" y="899835"/>
            <a:ext cx="920520" cy="409472"/>
          </a:xfrm>
          <a:prstGeom prst="rect">
            <a:avLst/>
          </a:prstGeom>
        </p:spPr>
      </p:pic>
      <p:pic>
        <p:nvPicPr>
          <p:cNvPr id="15" name="Picture 14" descr="e3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4693" y="879203"/>
            <a:ext cx="349162" cy="161884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3123596" y="1096357"/>
            <a:ext cx="571357" cy="16430"/>
            <a:chOff x="3123596" y="1096357"/>
            <a:chExt cx="571357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3123596" y="1104572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3664293" y="11045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3664293" y="109635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1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7204" y="855396"/>
            <a:ext cx="920520" cy="498350"/>
          </a:xfrm>
          <a:prstGeom prst="rect">
            <a:avLst/>
          </a:prstGeom>
        </p:spPr>
      </p:pic>
      <p:pic>
        <p:nvPicPr>
          <p:cNvPr id="21" name="Picture 20" descr="e1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5394" y="568131"/>
            <a:ext cx="634841" cy="472957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1285729" y="1096357"/>
            <a:ext cx="914172" cy="16430"/>
            <a:chOff x="1285729" y="1096357"/>
            <a:chExt cx="914172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1285729" y="1104572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2169241" y="11045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2169241" y="109635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1x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905" y="810958"/>
            <a:ext cx="920520" cy="5872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29" name="Picture 28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3604261"/>
            <a:ext cx="920520" cy="504699"/>
          </a:xfrm>
          <a:prstGeom prst="rect">
            <a:avLst/>
          </a:prstGeom>
        </p:spPr>
      </p:pic>
      <p:pic>
        <p:nvPicPr>
          <p:cNvPr id="30" name="Picture 29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3193201"/>
            <a:ext cx="634841" cy="599925"/>
          </a:xfrm>
          <a:prstGeom prst="rect">
            <a:avLst/>
          </a:prstGeom>
        </p:spPr>
      </p:pic>
      <p:grpSp>
        <p:nvGrpSpPr>
          <p:cNvPr id="34" name="Group 33"/>
          <p:cNvGrpSpPr/>
          <p:nvPr/>
        </p:nvGrpSpPr>
        <p:grpSpPr>
          <a:xfrm>
            <a:off x="1526239" y="3848396"/>
            <a:ext cx="914172" cy="16430"/>
            <a:chOff x="1526239" y="3848396"/>
            <a:chExt cx="914172" cy="16430"/>
          </a:xfrm>
        </p:grpSpPr>
        <p:sp>
          <p:nvSpPr>
            <p:cNvPr id="31" name="Straight Connector 30"/>
            <p:cNvSpPr/>
            <p:nvPr/>
          </p:nvSpPr>
          <p:spPr>
            <a:xfrm>
              <a:off x="1526239" y="3856611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Straight Connector 31"/>
            <p:cNvSpPr/>
            <p:nvPr/>
          </p:nvSpPr>
          <p:spPr>
            <a:xfrm>
              <a:off x="2409751" y="385661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Straight Connector 32"/>
            <p:cNvSpPr/>
            <p:nvPr/>
          </p:nvSpPr>
          <p:spPr>
            <a:xfrm flipV="1">
              <a:off x="2409751" y="384839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5" name="Picture 34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3645526"/>
            <a:ext cx="920520" cy="422169"/>
          </a:xfrm>
          <a:prstGeom prst="rect">
            <a:avLst/>
          </a:prstGeom>
        </p:spPr>
      </p:pic>
      <p:pic>
        <p:nvPicPr>
          <p:cNvPr id="36" name="Picture 35" descr="e5x2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80136" y="1945737"/>
            <a:ext cx="634841" cy="533267"/>
          </a:xfrm>
          <a:prstGeom prst="rect">
            <a:avLst/>
          </a:prstGeom>
        </p:spPr>
      </p:pic>
      <p:grpSp>
        <p:nvGrpSpPr>
          <p:cNvPr id="40" name="Group 39"/>
          <p:cNvGrpSpPr/>
          <p:nvPr/>
        </p:nvGrpSpPr>
        <p:grpSpPr>
          <a:xfrm>
            <a:off x="7840470" y="2534273"/>
            <a:ext cx="914172" cy="16430"/>
            <a:chOff x="7840470" y="2534273"/>
            <a:chExt cx="914172" cy="16430"/>
          </a:xfrm>
        </p:grpSpPr>
        <p:sp>
          <p:nvSpPr>
            <p:cNvPr id="37" name="Straight Connector 36"/>
            <p:cNvSpPr/>
            <p:nvPr/>
          </p:nvSpPr>
          <p:spPr>
            <a:xfrm>
              <a:off x="7840470" y="2542488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Straight Connector 37"/>
            <p:cNvSpPr/>
            <p:nvPr/>
          </p:nvSpPr>
          <p:spPr>
            <a:xfrm>
              <a:off x="8723982" y="25424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Straight Connector 38"/>
            <p:cNvSpPr/>
            <p:nvPr/>
          </p:nvSpPr>
          <p:spPr>
            <a:xfrm flipV="1">
              <a:off x="8723982" y="25342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1" name="Picture 40" descr="e4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32647" y="2299662"/>
            <a:ext cx="920520" cy="485653"/>
          </a:xfrm>
          <a:prstGeom prst="rect">
            <a:avLst/>
          </a:prstGeom>
        </p:spPr>
      </p:pic>
      <p:pic>
        <p:nvPicPr>
          <p:cNvPr id="42" name="Picture 41" descr="e2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0837" y="2012396"/>
            <a:ext cx="634841" cy="466608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6031171" y="2534273"/>
            <a:ext cx="914172" cy="16430"/>
            <a:chOff x="6031171" y="2534273"/>
            <a:chExt cx="914172" cy="16430"/>
          </a:xfrm>
        </p:grpSpPr>
        <p:sp>
          <p:nvSpPr>
            <p:cNvPr id="43" name="Straight Connector 42"/>
            <p:cNvSpPr/>
            <p:nvPr/>
          </p:nvSpPr>
          <p:spPr>
            <a:xfrm>
              <a:off x="6031171" y="2542488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6914683" y="25424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6914683" y="25342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3x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23348" y="2312358"/>
            <a:ext cx="920520" cy="460260"/>
          </a:xfrm>
          <a:prstGeom prst="rect">
            <a:avLst/>
          </a:prstGeom>
        </p:spPr>
      </p:pic>
      <p:pic>
        <p:nvPicPr>
          <p:cNvPr id="48" name="Picture 47" descr="e3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58314" y="2317120"/>
            <a:ext cx="238065" cy="161884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4658326" y="2534273"/>
            <a:ext cx="438040" cy="16430"/>
            <a:chOff x="4658326" y="2534273"/>
            <a:chExt cx="438040" cy="16430"/>
          </a:xfrm>
        </p:grpSpPr>
        <p:sp>
          <p:nvSpPr>
            <p:cNvPr id="49" name="Straight Connector 48"/>
            <p:cNvSpPr/>
            <p:nvPr/>
          </p:nvSpPr>
          <p:spPr>
            <a:xfrm>
              <a:off x="4658326" y="2542488"/>
              <a:ext cx="438040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5065706" y="25424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5065706" y="25342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2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0825" y="2337752"/>
            <a:ext cx="920520" cy="409472"/>
          </a:xfrm>
          <a:prstGeom prst="rect">
            <a:avLst/>
          </a:prstGeom>
        </p:spPr>
      </p:pic>
      <p:pic>
        <p:nvPicPr>
          <p:cNvPr id="54" name="Picture 53" descr="e3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4693" y="2317120"/>
            <a:ext cx="349162" cy="161884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3123596" y="2534273"/>
            <a:ext cx="571357" cy="16430"/>
            <a:chOff x="3123596" y="2534273"/>
            <a:chExt cx="571357" cy="16430"/>
          </a:xfrm>
        </p:grpSpPr>
        <p:sp>
          <p:nvSpPr>
            <p:cNvPr id="55" name="Straight Connector 54"/>
            <p:cNvSpPr/>
            <p:nvPr/>
          </p:nvSpPr>
          <p:spPr>
            <a:xfrm>
              <a:off x="3123596" y="2542488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3664293" y="25424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3664293" y="25342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1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7204" y="2293313"/>
            <a:ext cx="920520" cy="498350"/>
          </a:xfrm>
          <a:prstGeom prst="rect">
            <a:avLst/>
          </a:prstGeom>
        </p:spPr>
      </p:pic>
      <p:pic>
        <p:nvPicPr>
          <p:cNvPr id="60" name="Picture 59" descr="e1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5394" y="2006047"/>
            <a:ext cx="634841" cy="472957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1285729" y="2534273"/>
            <a:ext cx="914172" cy="16430"/>
            <a:chOff x="1285729" y="2534273"/>
            <a:chExt cx="914172" cy="16430"/>
          </a:xfrm>
        </p:grpSpPr>
        <p:sp>
          <p:nvSpPr>
            <p:cNvPr id="61" name="Straight Connector 60"/>
            <p:cNvSpPr/>
            <p:nvPr/>
          </p:nvSpPr>
          <p:spPr>
            <a:xfrm>
              <a:off x="1285729" y="2542488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>
              <a:off x="2169241" y="25424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 flipV="1">
              <a:off x="2169241" y="25342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5" name="Picture 64" descr="e1x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905" y="2248874"/>
            <a:ext cx="920520" cy="58722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504874" y="1729841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Route41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4874" y="1729841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099686"/>
            <a:ext cx="920520" cy="504699"/>
          </a:xfrm>
          <a:prstGeom prst="rect">
            <a:avLst/>
          </a:prstGeom>
        </p:spPr>
      </p:pic>
      <p:pic>
        <p:nvPicPr>
          <p:cNvPr id="3" name="Picture 2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8862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343821"/>
            <a:ext cx="914172" cy="16430"/>
            <a:chOff x="1526239" y="234382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35203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35203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34382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140951"/>
            <a:ext cx="920520" cy="422169"/>
          </a:xfrm>
          <a:prstGeom prst="rect">
            <a:avLst/>
          </a:prstGeom>
        </p:spPr>
      </p:pic>
      <p:pic>
        <p:nvPicPr>
          <p:cNvPr id="9" name="Picture 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201" y="441162"/>
            <a:ext cx="634841" cy="533267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8078536" y="1029698"/>
            <a:ext cx="914172" cy="16430"/>
            <a:chOff x="8078536" y="1029698"/>
            <a:chExt cx="914172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8078536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962048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962048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712" y="795086"/>
            <a:ext cx="920520" cy="485653"/>
          </a:xfrm>
          <a:prstGeom prst="rect">
            <a:avLst/>
          </a:prstGeom>
        </p:spPr>
      </p:pic>
      <p:pic>
        <p:nvPicPr>
          <p:cNvPr id="15" name="Picture 14" descr="e2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856984"/>
            <a:ext cx="349162" cy="117445"/>
          </a:xfrm>
          <a:prstGeom prst="rect">
            <a:avLst/>
          </a:prstGeom>
        </p:spPr>
      </p:pic>
      <p:pic>
        <p:nvPicPr>
          <p:cNvPr id="16" name="Picture 15" descr="e2x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4581" y="657008"/>
            <a:ext cx="349162" cy="317420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6129572" y="1029698"/>
            <a:ext cx="1066534" cy="16430"/>
            <a:chOff x="6129572" y="1029698"/>
            <a:chExt cx="1066534" cy="16430"/>
          </a:xfrm>
        </p:grpSpPr>
        <p:sp>
          <p:nvSpPr>
            <p:cNvPr id="17" name="Straight Connector 16"/>
            <p:cNvSpPr/>
            <p:nvPr/>
          </p:nvSpPr>
          <p:spPr>
            <a:xfrm>
              <a:off x="6129572" y="1037913"/>
              <a:ext cx="1066534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>
              <a:off x="7165446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Straight Connector 18"/>
            <p:cNvSpPr/>
            <p:nvPr/>
          </p:nvSpPr>
          <p:spPr>
            <a:xfrm flipV="1">
              <a:off x="7165446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1" name="Picture 20" descr="e3x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4445" y="807783"/>
            <a:ext cx="920520" cy="460260"/>
          </a:xfrm>
          <a:prstGeom prst="rect">
            <a:avLst/>
          </a:prstGeom>
        </p:spPr>
      </p:pic>
      <p:pic>
        <p:nvPicPr>
          <p:cNvPr id="22" name="Picture 21" descr="e8x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8314" y="714144"/>
            <a:ext cx="349162" cy="260285"/>
          </a:xfrm>
          <a:prstGeom prst="rect">
            <a:avLst/>
          </a:prstGeom>
        </p:spPr>
      </p:pic>
      <p:grpSp>
        <p:nvGrpSpPr>
          <p:cNvPr id="26" name="Group 25"/>
          <p:cNvGrpSpPr/>
          <p:nvPr/>
        </p:nvGrpSpPr>
        <p:grpSpPr>
          <a:xfrm>
            <a:off x="4647216" y="1029698"/>
            <a:ext cx="571357" cy="16430"/>
            <a:chOff x="4647216" y="1029698"/>
            <a:chExt cx="571357" cy="16430"/>
          </a:xfrm>
        </p:grpSpPr>
        <p:sp>
          <p:nvSpPr>
            <p:cNvPr id="23" name="Straight Connector 22"/>
            <p:cNvSpPr/>
            <p:nvPr/>
          </p:nvSpPr>
          <p:spPr>
            <a:xfrm>
              <a:off x="4647216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>
              <a:off x="5187913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Straight Connector 24"/>
            <p:cNvSpPr/>
            <p:nvPr/>
          </p:nvSpPr>
          <p:spPr>
            <a:xfrm flipV="1">
              <a:off x="5187913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7" name="Picture 26" descr="e2x4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10825" y="833177"/>
            <a:ext cx="920520" cy="409472"/>
          </a:xfrm>
          <a:prstGeom prst="rect">
            <a:avLst/>
          </a:prstGeom>
        </p:spPr>
      </p:pic>
      <p:pic>
        <p:nvPicPr>
          <p:cNvPr id="28" name="Picture 27" descr="e3x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34693" y="812545"/>
            <a:ext cx="349162" cy="161884"/>
          </a:xfrm>
          <a:prstGeom prst="rect">
            <a:avLst/>
          </a:prstGeom>
        </p:spPr>
      </p:pic>
      <p:grpSp>
        <p:nvGrpSpPr>
          <p:cNvPr id="32" name="Group 31"/>
          <p:cNvGrpSpPr/>
          <p:nvPr/>
        </p:nvGrpSpPr>
        <p:grpSpPr>
          <a:xfrm>
            <a:off x="3123596" y="1029698"/>
            <a:ext cx="571357" cy="16430"/>
            <a:chOff x="3123596" y="1029698"/>
            <a:chExt cx="571357" cy="16430"/>
          </a:xfrm>
        </p:grpSpPr>
        <p:sp>
          <p:nvSpPr>
            <p:cNvPr id="29" name="Straight Connector 28"/>
            <p:cNvSpPr/>
            <p:nvPr/>
          </p:nvSpPr>
          <p:spPr>
            <a:xfrm>
              <a:off x="3123596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>
              <a:off x="3664293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Straight Connector 30"/>
            <p:cNvSpPr/>
            <p:nvPr/>
          </p:nvSpPr>
          <p:spPr>
            <a:xfrm flipV="1">
              <a:off x="3664293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3" name="Picture 32" descr="e1x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87204" y="788738"/>
            <a:ext cx="920520" cy="498350"/>
          </a:xfrm>
          <a:prstGeom prst="rect">
            <a:avLst/>
          </a:prstGeom>
        </p:spPr>
      </p:pic>
      <p:pic>
        <p:nvPicPr>
          <p:cNvPr id="34" name="Picture 33" descr="e1x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25394" y="501472"/>
            <a:ext cx="634841" cy="472957"/>
          </a:xfrm>
          <a:prstGeom prst="rect">
            <a:avLst/>
          </a:prstGeom>
        </p:spPr>
      </p:pic>
      <p:grpSp>
        <p:nvGrpSpPr>
          <p:cNvPr id="38" name="Group 37"/>
          <p:cNvGrpSpPr/>
          <p:nvPr/>
        </p:nvGrpSpPr>
        <p:grpSpPr>
          <a:xfrm>
            <a:off x="1285729" y="1029698"/>
            <a:ext cx="914172" cy="16430"/>
            <a:chOff x="1285729" y="1029698"/>
            <a:chExt cx="914172" cy="16430"/>
          </a:xfrm>
        </p:grpSpPr>
        <p:sp>
          <p:nvSpPr>
            <p:cNvPr id="35" name="Straight Connector 34"/>
            <p:cNvSpPr/>
            <p:nvPr/>
          </p:nvSpPr>
          <p:spPr>
            <a:xfrm>
              <a:off x="1285729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>
              <a:off x="2169241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Straight Connector 36"/>
            <p:cNvSpPr/>
            <p:nvPr/>
          </p:nvSpPr>
          <p:spPr>
            <a:xfrm flipV="1">
              <a:off x="2169241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9" name="Picture 38" descr="e1x1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7905" y="744299"/>
            <a:ext cx="920520" cy="58722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Route49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2" name="Picture 4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4708886"/>
            <a:ext cx="920520" cy="504699"/>
          </a:xfrm>
          <a:prstGeom prst="rect">
            <a:avLst/>
          </a:prstGeom>
        </p:spPr>
      </p:pic>
      <p:pic>
        <p:nvPicPr>
          <p:cNvPr id="43" name="Picture 42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4297826"/>
            <a:ext cx="634841" cy="599925"/>
          </a:xfrm>
          <a:prstGeom prst="rect">
            <a:avLst/>
          </a:prstGeom>
        </p:spPr>
      </p:pic>
      <p:grpSp>
        <p:nvGrpSpPr>
          <p:cNvPr id="47" name="Group 46"/>
          <p:cNvGrpSpPr/>
          <p:nvPr/>
        </p:nvGrpSpPr>
        <p:grpSpPr>
          <a:xfrm>
            <a:off x="1526239" y="4953020"/>
            <a:ext cx="914172" cy="16431"/>
            <a:chOff x="1526239" y="4953020"/>
            <a:chExt cx="914172" cy="16431"/>
          </a:xfrm>
        </p:grpSpPr>
        <p:sp>
          <p:nvSpPr>
            <p:cNvPr id="44" name="Straight Connector 43"/>
            <p:cNvSpPr/>
            <p:nvPr/>
          </p:nvSpPr>
          <p:spPr>
            <a:xfrm>
              <a:off x="1526239" y="496123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>
              <a:off x="2409751" y="496123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Straight Connector 45"/>
            <p:cNvSpPr/>
            <p:nvPr/>
          </p:nvSpPr>
          <p:spPr>
            <a:xfrm flipV="1">
              <a:off x="2409751" y="495302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8" name="Picture 47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4750151"/>
            <a:ext cx="920520" cy="422169"/>
          </a:xfrm>
          <a:prstGeom prst="rect">
            <a:avLst/>
          </a:prstGeom>
        </p:spPr>
      </p:pic>
      <p:pic>
        <p:nvPicPr>
          <p:cNvPr id="49" name="Picture 48" descr="e5x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91233" y="3307473"/>
            <a:ext cx="349162" cy="276156"/>
          </a:xfrm>
          <a:prstGeom prst="rect">
            <a:avLst/>
          </a:prstGeom>
        </p:spPr>
      </p:pic>
      <p:grpSp>
        <p:nvGrpSpPr>
          <p:cNvPr id="53" name="Group 52"/>
          <p:cNvGrpSpPr/>
          <p:nvPr/>
        </p:nvGrpSpPr>
        <p:grpSpPr>
          <a:xfrm>
            <a:off x="7980136" y="3638898"/>
            <a:ext cx="571357" cy="16430"/>
            <a:chOff x="7980136" y="3638898"/>
            <a:chExt cx="571357" cy="16430"/>
          </a:xfrm>
        </p:grpSpPr>
        <p:sp>
          <p:nvSpPr>
            <p:cNvPr id="50" name="Straight Connector 49"/>
            <p:cNvSpPr/>
            <p:nvPr/>
          </p:nvSpPr>
          <p:spPr>
            <a:xfrm>
              <a:off x="7980136" y="36471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>
              <a:off x="8520833" y="36471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Straight Connector 51"/>
            <p:cNvSpPr/>
            <p:nvPr/>
          </p:nvSpPr>
          <p:spPr>
            <a:xfrm flipV="1">
              <a:off x="8520833" y="36388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4" name="Picture 5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3404286"/>
            <a:ext cx="920520" cy="485653"/>
          </a:xfrm>
          <a:prstGeom prst="rect">
            <a:avLst/>
          </a:prstGeom>
        </p:spPr>
      </p:pic>
      <p:pic>
        <p:nvPicPr>
          <p:cNvPr id="55" name="Picture 54" descr="e2x2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1934" y="3117020"/>
            <a:ext cx="634841" cy="466608"/>
          </a:xfrm>
          <a:prstGeom prst="rect">
            <a:avLst/>
          </a:prstGeom>
        </p:spPr>
      </p:pic>
      <p:grpSp>
        <p:nvGrpSpPr>
          <p:cNvPr id="59" name="Group 58"/>
          <p:cNvGrpSpPr/>
          <p:nvPr/>
        </p:nvGrpSpPr>
        <p:grpSpPr>
          <a:xfrm>
            <a:off x="6142269" y="3638898"/>
            <a:ext cx="914172" cy="16430"/>
            <a:chOff x="6142269" y="3638898"/>
            <a:chExt cx="914172" cy="16430"/>
          </a:xfrm>
        </p:grpSpPr>
        <p:sp>
          <p:nvSpPr>
            <p:cNvPr id="56" name="Straight Connector 55"/>
            <p:cNvSpPr/>
            <p:nvPr/>
          </p:nvSpPr>
          <p:spPr>
            <a:xfrm>
              <a:off x="6142269" y="36471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>
              <a:off x="7025780" y="36471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Straight Connector 57"/>
            <p:cNvSpPr/>
            <p:nvPr/>
          </p:nvSpPr>
          <p:spPr>
            <a:xfrm flipV="1">
              <a:off x="7025780" y="36388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0" name="Picture 59" descr="e3x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4445" y="3416983"/>
            <a:ext cx="920520" cy="460260"/>
          </a:xfrm>
          <a:prstGeom prst="rect">
            <a:avLst/>
          </a:prstGeom>
        </p:spPr>
      </p:pic>
      <p:pic>
        <p:nvPicPr>
          <p:cNvPr id="61" name="Picture 60" descr="e8x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8314" y="3323344"/>
            <a:ext cx="349162" cy="260285"/>
          </a:xfrm>
          <a:prstGeom prst="rect">
            <a:avLst/>
          </a:prstGeom>
        </p:spPr>
      </p:pic>
      <p:grpSp>
        <p:nvGrpSpPr>
          <p:cNvPr id="65" name="Group 64"/>
          <p:cNvGrpSpPr/>
          <p:nvPr/>
        </p:nvGrpSpPr>
        <p:grpSpPr>
          <a:xfrm>
            <a:off x="4647216" y="3638898"/>
            <a:ext cx="571357" cy="16430"/>
            <a:chOff x="4647216" y="3638898"/>
            <a:chExt cx="571357" cy="16430"/>
          </a:xfrm>
        </p:grpSpPr>
        <p:sp>
          <p:nvSpPr>
            <p:cNvPr id="62" name="Straight Connector 61"/>
            <p:cNvSpPr/>
            <p:nvPr/>
          </p:nvSpPr>
          <p:spPr>
            <a:xfrm>
              <a:off x="4647216" y="36471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>
              <a:off x="5187913" y="36471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Straight Connector 63"/>
            <p:cNvSpPr/>
            <p:nvPr/>
          </p:nvSpPr>
          <p:spPr>
            <a:xfrm flipV="1">
              <a:off x="5187913" y="36388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6" name="Picture 65" descr="e2x4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10825" y="3442377"/>
            <a:ext cx="920520" cy="409472"/>
          </a:xfrm>
          <a:prstGeom prst="rect">
            <a:avLst/>
          </a:prstGeom>
        </p:spPr>
      </p:pic>
      <p:pic>
        <p:nvPicPr>
          <p:cNvPr id="67" name="Picture 66" descr="e3x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34693" y="3421744"/>
            <a:ext cx="349162" cy="161884"/>
          </a:xfrm>
          <a:prstGeom prst="rect">
            <a:avLst/>
          </a:prstGeom>
        </p:spPr>
      </p:pic>
      <p:grpSp>
        <p:nvGrpSpPr>
          <p:cNvPr id="71" name="Group 70"/>
          <p:cNvGrpSpPr/>
          <p:nvPr/>
        </p:nvGrpSpPr>
        <p:grpSpPr>
          <a:xfrm>
            <a:off x="3123596" y="3638898"/>
            <a:ext cx="571357" cy="16430"/>
            <a:chOff x="3123596" y="3638898"/>
            <a:chExt cx="571357" cy="16430"/>
          </a:xfrm>
        </p:grpSpPr>
        <p:sp>
          <p:nvSpPr>
            <p:cNvPr id="68" name="Straight Connector 67"/>
            <p:cNvSpPr/>
            <p:nvPr/>
          </p:nvSpPr>
          <p:spPr>
            <a:xfrm>
              <a:off x="3123596" y="36471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>
              <a:off x="3664293" y="36471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Straight Connector 69"/>
            <p:cNvSpPr/>
            <p:nvPr/>
          </p:nvSpPr>
          <p:spPr>
            <a:xfrm flipV="1">
              <a:off x="3664293" y="36388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2" name="Picture 71" descr="e1x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87204" y="3397938"/>
            <a:ext cx="920520" cy="498350"/>
          </a:xfrm>
          <a:prstGeom prst="rect">
            <a:avLst/>
          </a:prstGeom>
        </p:spPr>
      </p:pic>
      <p:pic>
        <p:nvPicPr>
          <p:cNvPr id="73" name="Picture 72" descr="e1x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25394" y="3110672"/>
            <a:ext cx="634841" cy="472957"/>
          </a:xfrm>
          <a:prstGeom prst="rect">
            <a:avLst/>
          </a:prstGeom>
        </p:spPr>
      </p:pic>
      <p:grpSp>
        <p:nvGrpSpPr>
          <p:cNvPr id="77" name="Group 76"/>
          <p:cNvGrpSpPr/>
          <p:nvPr/>
        </p:nvGrpSpPr>
        <p:grpSpPr>
          <a:xfrm>
            <a:off x="1285729" y="3638898"/>
            <a:ext cx="914172" cy="16430"/>
            <a:chOff x="1285729" y="3638898"/>
            <a:chExt cx="914172" cy="16430"/>
          </a:xfrm>
        </p:grpSpPr>
        <p:sp>
          <p:nvSpPr>
            <p:cNvPr id="74" name="Straight Connector 73"/>
            <p:cNvSpPr/>
            <p:nvPr/>
          </p:nvSpPr>
          <p:spPr>
            <a:xfrm>
              <a:off x="1285729" y="36471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traight Connector 74"/>
            <p:cNvSpPr/>
            <p:nvPr/>
          </p:nvSpPr>
          <p:spPr>
            <a:xfrm>
              <a:off x="2169241" y="36471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Straight Connector 75"/>
            <p:cNvSpPr/>
            <p:nvPr/>
          </p:nvSpPr>
          <p:spPr>
            <a:xfrm flipV="1">
              <a:off x="2169241" y="36388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8" name="Picture 77" descr="e1x1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7905" y="3353499"/>
            <a:ext cx="920520" cy="58722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504874" y="289477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Route50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4874" y="289477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039376"/>
            <a:ext cx="920520" cy="504699"/>
          </a:xfrm>
          <a:prstGeom prst="rect">
            <a:avLst/>
          </a:prstGeom>
        </p:spPr>
      </p:pic>
      <p:pic>
        <p:nvPicPr>
          <p:cNvPr id="3" name="Picture 2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2831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283511"/>
            <a:ext cx="914172" cy="16430"/>
            <a:chOff x="1526239" y="228351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29172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29172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28351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080641"/>
            <a:ext cx="920520" cy="422169"/>
          </a:xfrm>
          <a:prstGeom prst="rect">
            <a:avLst/>
          </a:prstGeom>
        </p:spPr>
      </p:pic>
      <p:pic>
        <p:nvPicPr>
          <p:cNvPr id="9" name="Picture 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233" y="637963"/>
            <a:ext cx="349162" cy="276156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980136" y="969388"/>
            <a:ext cx="571357" cy="16430"/>
            <a:chOff x="7980136" y="969388"/>
            <a:chExt cx="571357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98013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52083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52083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734777"/>
            <a:ext cx="920520" cy="485653"/>
          </a:xfrm>
          <a:prstGeom prst="rect">
            <a:avLst/>
          </a:prstGeom>
        </p:spPr>
      </p:pic>
      <p:pic>
        <p:nvPicPr>
          <p:cNvPr id="15" name="Picture 14" descr="e2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447511"/>
            <a:ext cx="634841" cy="466608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142269" y="969388"/>
            <a:ext cx="914172" cy="16430"/>
            <a:chOff x="6142269" y="969388"/>
            <a:chExt cx="914172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14226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7025780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7025780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747473"/>
            <a:ext cx="920520" cy="460260"/>
          </a:xfrm>
          <a:prstGeom prst="rect">
            <a:avLst/>
          </a:prstGeom>
        </p:spPr>
      </p:pic>
      <p:pic>
        <p:nvPicPr>
          <p:cNvPr id="21" name="Picture 20" descr="e3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599873"/>
            <a:ext cx="349162" cy="314246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47216" y="969388"/>
            <a:ext cx="571357" cy="16430"/>
            <a:chOff x="4647216" y="969388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4721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18791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18791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772867"/>
            <a:ext cx="920520" cy="409472"/>
          </a:xfrm>
          <a:prstGeom prst="rect">
            <a:avLst/>
          </a:prstGeom>
        </p:spPr>
      </p:pic>
      <p:pic>
        <p:nvPicPr>
          <p:cNvPr id="27" name="Picture 26" descr="e3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752235"/>
            <a:ext cx="349162" cy="161884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969388"/>
            <a:ext cx="571357" cy="16430"/>
            <a:chOff x="3123596" y="96938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28428"/>
            <a:ext cx="920520" cy="498350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44116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969388"/>
            <a:ext cx="914172" cy="16430"/>
            <a:chOff x="1285729" y="96938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68398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Route51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1" name="Picture 40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4648576"/>
            <a:ext cx="920520" cy="504699"/>
          </a:xfrm>
          <a:prstGeom prst="rect">
            <a:avLst/>
          </a:prstGeom>
        </p:spPr>
      </p:pic>
      <p:pic>
        <p:nvPicPr>
          <p:cNvPr id="42" name="Picture 41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4237516"/>
            <a:ext cx="634841" cy="599925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1526239" y="4892710"/>
            <a:ext cx="914172" cy="16431"/>
            <a:chOff x="1526239" y="4892710"/>
            <a:chExt cx="914172" cy="16431"/>
          </a:xfrm>
        </p:grpSpPr>
        <p:sp>
          <p:nvSpPr>
            <p:cNvPr id="43" name="Straight Connector 42"/>
            <p:cNvSpPr/>
            <p:nvPr/>
          </p:nvSpPr>
          <p:spPr>
            <a:xfrm>
              <a:off x="1526239" y="490092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2409751" y="490092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2409751" y="489271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4689841"/>
            <a:ext cx="920520" cy="422169"/>
          </a:xfrm>
          <a:prstGeom prst="rect">
            <a:avLst/>
          </a:prstGeom>
        </p:spPr>
      </p:pic>
      <p:pic>
        <p:nvPicPr>
          <p:cNvPr id="48" name="Picture 47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5554" y="3247163"/>
            <a:ext cx="349162" cy="276156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7694457" y="3578588"/>
            <a:ext cx="571357" cy="16430"/>
            <a:chOff x="7694457" y="3578588"/>
            <a:chExt cx="571357" cy="16430"/>
          </a:xfrm>
        </p:grpSpPr>
        <p:sp>
          <p:nvSpPr>
            <p:cNvPr id="49" name="Straight Connector 48"/>
            <p:cNvSpPr/>
            <p:nvPr/>
          </p:nvSpPr>
          <p:spPr>
            <a:xfrm>
              <a:off x="7694457" y="35868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8235154" y="35868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8235154" y="35785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8065" y="3343976"/>
            <a:ext cx="920520" cy="485653"/>
          </a:xfrm>
          <a:prstGeom prst="rect">
            <a:avLst/>
          </a:prstGeom>
        </p:spPr>
      </p:pic>
      <p:pic>
        <p:nvPicPr>
          <p:cNvPr id="54" name="Picture 53" descr="e2x1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1934" y="3405873"/>
            <a:ext cx="349162" cy="117445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6170837" y="3578588"/>
            <a:ext cx="571357" cy="16430"/>
            <a:chOff x="6170837" y="3578588"/>
            <a:chExt cx="571357" cy="16430"/>
          </a:xfrm>
        </p:grpSpPr>
        <p:sp>
          <p:nvSpPr>
            <p:cNvPr id="55" name="Straight Connector 54"/>
            <p:cNvSpPr/>
            <p:nvPr/>
          </p:nvSpPr>
          <p:spPr>
            <a:xfrm>
              <a:off x="6170837" y="35868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6711534" y="35868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6711534" y="35785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3356673"/>
            <a:ext cx="920520" cy="460260"/>
          </a:xfrm>
          <a:prstGeom prst="rect">
            <a:avLst/>
          </a:prstGeom>
        </p:spPr>
      </p:pic>
      <p:pic>
        <p:nvPicPr>
          <p:cNvPr id="60" name="Picture 59" descr="e8x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8314" y="3263034"/>
            <a:ext cx="349162" cy="260285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4647216" y="3578588"/>
            <a:ext cx="571357" cy="16430"/>
            <a:chOff x="4647216" y="3578588"/>
            <a:chExt cx="571357" cy="16430"/>
          </a:xfrm>
        </p:grpSpPr>
        <p:sp>
          <p:nvSpPr>
            <p:cNvPr id="61" name="Straight Connector 60"/>
            <p:cNvSpPr/>
            <p:nvPr/>
          </p:nvSpPr>
          <p:spPr>
            <a:xfrm>
              <a:off x="4647216" y="35868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>
              <a:off x="5187913" y="35868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 flipV="1">
              <a:off x="5187913" y="35785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5" name="Picture 64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3382067"/>
            <a:ext cx="920520" cy="409472"/>
          </a:xfrm>
          <a:prstGeom prst="rect">
            <a:avLst/>
          </a:prstGeom>
        </p:spPr>
      </p:pic>
      <p:pic>
        <p:nvPicPr>
          <p:cNvPr id="66" name="Picture 65" descr="e3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3361434"/>
            <a:ext cx="349162" cy="161884"/>
          </a:xfrm>
          <a:prstGeom prst="rect">
            <a:avLst/>
          </a:prstGeom>
        </p:spPr>
      </p:pic>
      <p:grpSp>
        <p:nvGrpSpPr>
          <p:cNvPr id="70" name="Group 69"/>
          <p:cNvGrpSpPr/>
          <p:nvPr/>
        </p:nvGrpSpPr>
        <p:grpSpPr>
          <a:xfrm>
            <a:off x="3123596" y="3578588"/>
            <a:ext cx="571357" cy="16430"/>
            <a:chOff x="3123596" y="3578588"/>
            <a:chExt cx="571357" cy="16430"/>
          </a:xfrm>
        </p:grpSpPr>
        <p:sp>
          <p:nvSpPr>
            <p:cNvPr id="67" name="Straight Connector 66"/>
            <p:cNvSpPr/>
            <p:nvPr/>
          </p:nvSpPr>
          <p:spPr>
            <a:xfrm>
              <a:off x="3123596" y="35868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aight Connector 67"/>
            <p:cNvSpPr/>
            <p:nvPr/>
          </p:nvSpPr>
          <p:spPr>
            <a:xfrm>
              <a:off x="3664293" y="35868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 flipV="1">
              <a:off x="3664293" y="35785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1" name="Picture 70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3337628"/>
            <a:ext cx="920520" cy="498350"/>
          </a:xfrm>
          <a:prstGeom prst="rect">
            <a:avLst/>
          </a:prstGeom>
        </p:spPr>
      </p:pic>
      <p:pic>
        <p:nvPicPr>
          <p:cNvPr id="72" name="Picture 71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3050362"/>
            <a:ext cx="634841" cy="472957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1285729" y="3578588"/>
            <a:ext cx="914172" cy="16430"/>
            <a:chOff x="1285729" y="3578588"/>
            <a:chExt cx="914172" cy="16430"/>
          </a:xfrm>
        </p:grpSpPr>
        <p:sp>
          <p:nvSpPr>
            <p:cNvPr id="73" name="Straight Connector 72"/>
            <p:cNvSpPr/>
            <p:nvPr/>
          </p:nvSpPr>
          <p:spPr>
            <a:xfrm>
              <a:off x="1285729" y="35868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>
              <a:off x="2169241" y="35868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traight Connector 74"/>
            <p:cNvSpPr/>
            <p:nvPr/>
          </p:nvSpPr>
          <p:spPr>
            <a:xfrm flipV="1">
              <a:off x="2169241" y="35785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7" name="Picture 76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3293189"/>
            <a:ext cx="920520" cy="58722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04874" y="28344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Route52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4874" y="28344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099686"/>
            <a:ext cx="920520" cy="504699"/>
          </a:xfrm>
          <a:prstGeom prst="rect">
            <a:avLst/>
          </a:prstGeom>
        </p:spPr>
      </p:pic>
      <p:pic>
        <p:nvPicPr>
          <p:cNvPr id="3" name="Picture 2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8862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343821"/>
            <a:ext cx="914172" cy="16430"/>
            <a:chOff x="1526239" y="234382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35203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35203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34382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140951"/>
            <a:ext cx="920520" cy="422169"/>
          </a:xfrm>
          <a:prstGeom prst="rect">
            <a:avLst/>
          </a:prstGeom>
        </p:spPr>
      </p:pic>
      <p:pic>
        <p:nvPicPr>
          <p:cNvPr id="9" name="Picture 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233" y="441162"/>
            <a:ext cx="634841" cy="533267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951568" y="1029698"/>
            <a:ext cx="914172" cy="16430"/>
            <a:chOff x="7951568" y="1029698"/>
            <a:chExt cx="914172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951568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835079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835079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795086"/>
            <a:ext cx="920520" cy="485653"/>
          </a:xfrm>
          <a:prstGeom prst="rect">
            <a:avLst/>
          </a:prstGeom>
        </p:spPr>
      </p:pic>
      <p:pic>
        <p:nvPicPr>
          <p:cNvPr id="15" name="Picture 14" descr="e2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507821"/>
            <a:ext cx="634841" cy="466608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142269" y="1029698"/>
            <a:ext cx="914172" cy="16430"/>
            <a:chOff x="6142269" y="1029698"/>
            <a:chExt cx="914172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142269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7025780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7025780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807783"/>
            <a:ext cx="920520" cy="460260"/>
          </a:xfrm>
          <a:prstGeom prst="rect">
            <a:avLst/>
          </a:prstGeom>
        </p:spPr>
      </p:pic>
      <p:pic>
        <p:nvPicPr>
          <p:cNvPr id="21" name="Picture 20" descr="e3x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812545"/>
            <a:ext cx="349162" cy="161884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47216" y="1029698"/>
            <a:ext cx="571357" cy="16430"/>
            <a:chOff x="4647216" y="1029698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47216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187913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187913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807783"/>
            <a:ext cx="920520" cy="460260"/>
          </a:xfrm>
          <a:prstGeom prst="rect">
            <a:avLst/>
          </a:prstGeom>
        </p:spPr>
      </p:pic>
      <p:pic>
        <p:nvPicPr>
          <p:cNvPr id="27" name="Picture 26" descr="e8x2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714144"/>
            <a:ext cx="349162" cy="260285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1029698"/>
            <a:ext cx="571357" cy="16430"/>
            <a:chOff x="3123596" y="102969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88738"/>
            <a:ext cx="920520" cy="498350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50147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1029698"/>
            <a:ext cx="914172" cy="16430"/>
            <a:chOff x="1285729" y="102969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74429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Route53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1" name="Picture 40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4769196"/>
            <a:ext cx="920520" cy="504699"/>
          </a:xfrm>
          <a:prstGeom prst="rect">
            <a:avLst/>
          </a:prstGeom>
        </p:spPr>
      </p:pic>
      <p:pic>
        <p:nvPicPr>
          <p:cNvPr id="42" name="Picture 41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4358136"/>
            <a:ext cx="634841" cy="599925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1526239" y="5013330"/>
            <a:ext cx="914172" cy="16431"/>
            <a:chOff x="1526239" y="5013330"/>
            <a:chExt cx="914172" cy="16431"/>
          </a:xfrm>
        </p:grpSpPr>
        <p:sp>
          <p:nvSpPr>
            <p:cNvPr id="43" name="Straight Connector 42"/>
            <p:cNvSpPr/>
            <p:nvPr/>
          </p:nvSpPr>
          <p:spPr>
            <a:xfrm>
              <a:off x="1526239" y="502154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2409751" y="502154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2409751" y="501333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4810461"/>
            <a:ext cx="920520" cy="422169"/>
          </a:xfrm>
          <a:prstGeom prst="rect">
            <a:avLst/>
          </a:prstGeom>
        </p:spPr>
      </p:pic>
      <p:pic>
        <p:nvPicPr>
          <p:cNvPr id="48" name="Picture 47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233" y="3110672"/>
            <a:ext cx="634841" cy="533267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7951568" y="3699208"/>
            <a:ext cx="914172" cy="16430"/>
            <a:chOff x="7951568" y="3699208"/>
            <a:chExt cx="914172" cy="16430"/>
          </a:xfrm>
        </p:grpSpPr>
        <p:sp>
          <p:nvSpPr>
            <p:cNvPr id="49" name="Straight Connector 48"/>
            <p:cNvSpPr/>
            <p:nvPr/>
          </p:nvSpPr>
          <p:spPr>
            <a:xfrm>
              <a:off x="7951568" y="370742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8835079" y="370742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8835079" y="369920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3464596"/>
            <a:ext cx="920520" cy="485653"/>
          </a:xfrm>
          <a:prstGeom prst="rect">
            <a:avLst/>
          </a:prstGeom>
        </p:spPr>
      </p:pic>
      <p:pic>
        <p:nvPicPr>
          <p:cNvPr id="54" name="Picture 53" descr="e2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3177330"/>
            <a:ext cx="634841" cy="466608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6142269" y="3699208"/>
            <a:ext cx="914172" cy="16430"/>
            <a:chOff x="6142269" y="3699208"/>
            <a:chExt cx="914172" cy="16430"/>
          </a:xfrm>
        </p:grpSpPr>
        <p:sp>
          <p:nvSpPr>
            <p:cNvPr id="55" name="Straight Connector 54"/>
            <p:cNvSpPr/>
            <p:nvPr/>
          </p:nvSpPr>
          <p:spPr>
            <a:xfrm>
              <a:off x="6142269" y="370742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7025780" y="370742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7025780" y="369920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3477293"/>
            <a:ext cx="920520" cy="460260"/>
          </a:xfrm>
          <a:prstGeom prst="rect">
            <a:avLst/>
          </a:prstGeom>
        </p:spPr>
      </p:pic>
      <p:pic>
        <p:nvPicPr>
          <p:cNvPr id="60" name="Picture 59" descr="e3x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3482054"/>
            <a:ext cx="349162" cy="161884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4647216" y="3699208"/>
            <a:ext cx="571357" cy="16430"/>
            <a:chOff x="4647216" y="3699208"/>
            <a:chExt cx="571357" cy="16430"/>
          </a:xfrm>
        </p:grpSpPr>
        <p:sp>
          <p:nvSpPr>
            <p:cNvPr id="61" name="Straight Connector 60"/>
            <p:cNvSpPr/>
            <p:nvPr/>
          </p:nvSpPr>
          <p:spPr>
            <a:xfrm>
              <a:off x="4647216" y="370742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>
              <a:off x="5187913" y="370742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 flipV="1">
              <a:off x="5187913" y="369920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5" name="Picture 64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3477293"/>
            <a:ext cx="920520" cy="460260"/>
          </a:xfrm>
          <a:prstGeom prst="rect">
            <a:avLst/>
          </a:prstGeom>
        </p:spPr>
      </p:pic>
      <p:pic>
        <p:nvPicPr>
          <p:cNvPr id="66" name="Picture 65" descr="e3x2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34693" y="3329692"/>
            <a:ext cx="349162" cy="314246"/>
          </a:xfrm>
          <a:prstGeom prst="rect">
            <a:avLst/>
          </a:prstGeom>
        </p:spPr>
      </p:pic>
      <p:grpSp>
        <p:nvGrpSpPr>
          <p:cNvPr id="70" name="Group 69"/>
          <p:cNvGrpSpPr/>
          <p:nvPr/>
        </p:nvGrpSpPr>
        <p:grpSpPr>
          <a:xfrm>
            <a:off x="3123596" y="3699208"/>
            <a:ext cx="571357" cy="16430"/>
            <a:chOff x="3123596" y="3699208"/>
            <a:chExt cx="571357" cy="16430"/>
          </a:xfrm>
        </p:grpSpPr>
        <p:sp>
          <p:nvSpPr>
            <p:cNvPr id="67" name="Straight Connector 66"/>
            <p:cNvSpPr/>
            <p:nvPr/>
          </p:nvSpPr>
          <p:spPr>
            <a:xfrm>
              <a:off x="3123596" y="370742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aight Connector 67"/>
            <p:cNvSpPr/>
            <p:nvPr/>
          </p:nvSpPr>
          <p:spPr>
            <a:xfrm>
              <a:off x="3664293" y="370742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 flipV="1">
              <a:off x="3664293" y="369920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1" name="Picture 70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3458248"/>
            <a:ext cx="920520" cy="498350"/>
          </a:xfrm>
          <a:prstGeom prst="rect">
            <a:avLst/>
          </a:prstGeom>
        </p:spPr>
      </p:pic>
      <p:pic>
        <p:nvPicPr>
          <p:cNvPr id="72" name="Picture 71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3170982"/>
            <a:ext cx="634841" cy="472957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1285729" y="3699208"/>
            <a:ext cx="914172" cy="16430"/>
            <a:chOff x="1285729" y="3699208"/>
            <a:chExt cx="914172" cy="16430"/>
          </a:xfrm>
        </p:grpSpPr>
        <p:sp>
          <p:nvSpPr>
            <p:cNvPr id="73" name="Straight Connector 72"/>
            <p:cNvSpPr/>
            <p:nvPr/>
          </p:nvSpPr>
          <p:spPr>
            <a:xfrm>
              <a:off x="1285729" y="370742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>
              <a:off x="2169241" y="370742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traight Connector 74"/>
            <p:cNvSpPr/>
            <p:nvPr/>
          </p:nvSpPr>
          <p:spPr>
            <a:xfrm flipV="1">
              <a:off x="2169241" y="369920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7" name="Picture 76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3413809"/>
            <a:ext cx="920520" cy="58722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04874" y="289477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Route54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4874" y="289477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009" y="2109209"/>
            <a:ext cx="920520" cy="504699"/>
          </a:xfrm>
          <a:prstGeom prst="rect">
            <a:avLst/>
          </a:prstGeom>
        </p:spPr>
      </p:pic>
      <p:pic>
        <p:nvPicPr>
          <p:cNvPr id="3" name="Picture 2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199" y="1698149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2351533" y="2353343"/>
            <a:ext cx="914172" cy="16431"/>
            <a:chOff x="2351533" y="2353343"/>
            <a:chExt cx="914172" cy="16431"/>
          </a:xfrm>
        </p:grpSpPr>
        <p:sp>
          <p:nvSpPr>
            <p:cNvPr id="4" name="Straight Connector 3"/>
            <p:cNvSpPr/>
            <p:nvPr/>
          </p:nvSpPr>
          <p:spPr>
            <a:xfrm>
              <a:off x="2351533" y="2361559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3235045" y="236155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3235045" y="235334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710" y="2150474"/>
            <a:ext cx="920520" cy="422169"/>
          </a:xfrm>
          <a:prstGeom prst="rect">
            <a:avLst/>
          </a:prstGeom>
        </p:spPr>
      </p:pic>
      <p:pic>
        <p:nvPicPr>
          <p:cNvPr id="9" name="Picture 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900" y="1764807"/>
            <a:ext cx="634841" cy="533267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542234" y="2353343"/>
            <a:ext cx="914172" cy="16431"/>
            <a:chOff x="542234" y="2353343"/>
            <a:chExt cx="914172" cy="16431"/>
          </a:xfrm>
        </p:grpSpPr>
        <p:sp>
          <p:nvSpPr>
            <p:cNvPr id="10" name="Straight Connector 9"/>
            <p:cNvSpPr/>
            <p:nvPr/>
          </p:nvSpPr>
          <p:spPr>
            <a:xfrm>
              <a:off x="542234" y="2361559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1425746" y="236155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1425746" y="235334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9423" y="804609"/>
            <a:ext cx="920520" cy="485653"/>
          </a:xfrm>
          <a:prstGeom prst="rect">
            <a:avLst/>
          </a:prstGeom>
        </p:spPr>
      </p:pic>
      <p:pic>
        <p:nvPicPr>
          <p:cNvPr id="15" name="Picture 14" descr="e2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7613" y="517343"/>
            <a:ext cx="634841" cy="466608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427948" y="1039221"/>
            <a:ext cx="914172" cy="16430"/>
            <a:chOff x="6427948" y="1039221"/>
            <a:chExt cx="914172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427948" y="104743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7311459" y="104743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7311459" y="103922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20124" y="817306"/>
            <a:ext cx="920520" cy="460260"/>
          </a:xfrm>
          <a:prstGeom prst="rect">
            <a:avLst/>
          </a:prstGeom>
        </p:spPr>
      </p:pic>
      <p:pic>
        <p:nvPicPr>
          <p:cNvPr id="21" name="Picture 20" descr="e3x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3992" y="822067"/>
            <a:ext cx="349162" cy="161884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932895" y="1039221"/>
            <a:ext cx="571357" cy="16430"/>
            <a:chOff x="4932895" y="1039221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932895" y="1047436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473592" y="104743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473592" y="103922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96503" y="817306"/>
            <a:ext cx="920520" cy="460260"/>
          </a:xfrm>
          <a:prstGeom prst="rect">
            <a:avLst/>
          </a:prstGeom>
        </p:spPr>
      </p:pic>
      <p:pic>
        <p:nvPicPr>
          <p:cNvPr id="27" name="Picture 26" descr="e2x2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441162"/>
            <a:ext cx="634841" cy="542789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095028" y="1039221"/>
            <a:ext cx="914172" cy="16430"/>
            <a:chOff x="3095028" y="1039221"/>
            <a:chExt cx="914172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095028" y="104743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978540" y="104743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978540" y="103922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98261"/>
            <a:ext cx="920520" cy="498350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510995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1039221"/>
            <a:ext cx="914172" cy="16430"/>
            <a:chOff x="1285729" y="1039221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104743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104743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103922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753822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Route55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1" name="Picture 40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4778719"/>
            <a:ext cx="920520" cy="504699"/>
          </a:xfrm>
          <a:prstGeom prst="rect">
            <a:avLst/>
          </a:prstGeom>
        </p:spPr>
      </p:pic>
      <p:pic>
        <p:nvPicPr>
          <p:cNvPr id="42" name="Picture 41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4367659"/>
            <a:ext cx="634841" cy="599925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1526239" y="5022853"/>
            <a:ext cx="914172" cy="16430"/>
            <a:chOff x="1526239" y="5022853"/>
            <a:chExt cx="914172" cy="16430"/>
          </a:xfrm>
        </p:grpSpPr>
        <p:sp>
          <p:nvSpPr>
            <p:cNvPr id="43" name="Straight Connector 42"/>
            <p:cNvSpPr/>
            <p:nvPr/>
          </p:nvSpPr>
          <p:spPr>
            <a:xfrm>
              <a:off x="1526239" y="5031068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2409751" y="503106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2409751" y="502285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4819983"/>
            <a:ext cx="920520" cy="422169"/>
          </a:xfrm>
          <a:prstGeom prst="rect">
            <a:avLst/>
          </a:prstGeom>
        </p:spPr>
      </p:pic>
      <p:pic>
        <p:nvPicPr>
          <p:cNvPr id="48" name="Picture 47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4885" y="3120195"/>
            <a:ext cx="634841" cy="533267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7945219" y="3708731"/>
            <a:ext cx="914172" cy="16430"/>
            <a:chOff x="7945219" y="3708731"/>
            <a:chExt cx="914172" cy="16430"/>
          </a:xfrm>
        </p:grpSpPr>
        <p:sp>
          <p:nvSpPr>
            <p:cNvPr id="49" name="Straight Connector 48"/>
            <p:cNvSpPr/>
            <p:nvPr/>
          </p:nvSpPr>
          <p:spPr>
            <a:xfrm>
              <a:off x="7945219" y="371694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8828731" y="371694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8828731" y="370873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7396" y="3474119"/>
            <a:ext cx="920520" cy="485653"/>
          </a:xfrm>
          <a:prstGeom prst="rect">
            <a:avLst/>
          </a:prstGeom>
        </p:spPr>
      </p:pic>
      <p:pic>
        <p:nvPicPr>
          <p:cNvPr id="54" name="Picture 53" descr="e2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5585" y="3186853"/>
            <a:ext cx="634841" cy="466608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6135920" y="3708731"/>
            <a:ext cx="914172" cy="16430"/>
            <a:chOff x="6135920" y="3708731"/>
            <a:chExt cx="914172" cy="16430"/>
          </a:xfrm>
        </p:grpSpPr>
        <p:sp>
          <p:nvSpPr>
            <p:cNvPr id="55" name="Straight Connector 54"/>
            <p:cNvSpPr/>
            <p:nvPr/>
          </p:nvSpPr>
          <p:spPr>
            <a:xfrm>
              <a:off x="6135920" y="371694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7019432" y="371694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7019432" y="370873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28097" y="3486816"/>
            <a:ext cx="920520" cy="460260"/>
          </a:xfrm>
          <a:prstGeom prst="rect">
            <a:avLst/>
          </a:prstGeom>
        </p:spPr>
      </p:pic>
      <p:pic>
        <p:nvPicPr>
          <p:cNvPr id="60" name="Picture 59" descr="e3x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1965" y="3491577"/>
            <a:ext cx="349162" cy="161884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4640868" y="3708731"/>
            <a:ext cx="571357" cy="16430"/>
            <a:chOff x="4640868" y="3708731"/>
            <a:chExt cx="571357" cy="16430"/>
          </a:xfrm>
        </p:grpSpPr>
        <p:sp>
          <p:nvSpPr>
            <p:cNvPr id="61" name="Straight Connector 60"/>
            <p:cNvSpPr/>
            <p:nvPr/>
          </p:nvSpPr>
          <p:spPr>
            <a:xfrm>
              <a:off x="4640868" y="3716946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>
              <a:off x="5181565" y="371694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 flipV="1">
              <a:off x="5181565" y="370873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5" name="Picture 64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04476" y="3486816"/>
            <a:ext cx="920520" cy="460260"/>
          </a:xfrm>
          <a:prstGeom prst="rect">
            <a:avLst/>
          </a:prstGeom>
        </p:spPr>
      </p:pic>
      <p:pic>
        <p:nvPicPr>
          <p:cNvPr id="66" name="Picture 65" descr="e2x2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34693" y="3304299"/>
            <a:ext cx="342814" cy="349162"/>
          </a:xfrm>
          <a:prstGeom prst="rect">
            <a:avLst/>
          </a:prstGeom>
        </p:spPr>
      </p:pic>
      <p:grpSp>
        <p:nvGrpSpPr>
          <p:cNvPr id="70" name="Group 69"/>
          <p:cNvGrpSpPr/>
          <p:nvPr/>
        </p:nvGrpSpPr>
        <p:grpSpPr>
          <a:xfrm>
            <a:off x="3124231" y="3708731"/>
            <a:ext cx="563739" cy="16430"/>
            <a:chOff x="3124231" y="3708731"/>
            <a:chExt cx="563739" cy="16430"/>
          </a:xfrm>
        </p:grpSpPr>
        <p:sp>
          <p:nvSpPr>
            <p:cNvPr id="67" name="Straight Connector 66"/>
            <p:cNvSpPr/>
            <p:nvPr/>
          </p:nvSpPr>
          <p:spPr>
            <a:xfrm>
              <a:off x="3124231" y="3716946"/>
              <a:ext cx="563739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aight Connector 67"/>
            <p:cNvSpPr/>
            <p:nvPr/>
          </p:nvSpPr>
          <p:spPr>
            <a:xfrm>
              <a:off x="3657310" y="371694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 flipV="1">
              <a:off x="3657310" y="370873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1" name="Picture 70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3467770"/>
            <a:ext cx="920520" cy="498350"/>
          </a:xfrm>
          <a:prstGeom prst="rect">
            <a:avLst/>
          </a:prstGeom>
        </p:spPr>
      </p:pic>
      <p:pic>
        <p:nvPicPr>
          <p:cNvPr id="72" name="Picture 71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3180504"/>
            <a:ext cx="634841" cy="472957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1285729" y="3708731"/>
            <a:ext cx="914172" cy="16430"/>
            <a:chOff x="1285729" y="3708731"/>
            <a:chExt cx="914172" cy="16430"/>
          </a:xfrm>
        </p:grpSpPr>
        <p:sp>
          <p:nvSpPr>
            <p:cNvPr id="73" name="Straight Connector 72"/>
            <p:cNvSpPr/>
            <p:nvPr/>
          </p:nvSpPr>
          <p:spPr>
            <a:xfrm>
              <a:off x="1285729" y="371694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>
              <a:off x="2169241" y="371694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traight Connector 74"/>
            <p:cNvSpPr/>
            <p:nvPr/>
          </p:nvSpPr>
          <p:spPr>
            <a:xfrm flipV="1">
              <a:off x="2169241" y="370873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7" name="Picture 76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3423331"/>
            <a:ext cx="920520" cy="58722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04874" y="2904298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Route56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4874" y="2904298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099686"/>
            <a:ext cx="920520" cy="504699"/>
          </a:xfrm>
          <a:prstGeom prst="rect">
            <a:avLst/>
          </a:prstGeom>
        </p:spPr>
      </p:pic>
      <p:pic>
        <p:nvPicPr>
          <p:cNvPr id="3" name="Picture 2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8862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343821"/>
            <a:ext cx="914172" cy="16430"/>
            <a:chOff x="1526239" y="234382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35203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35203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34382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140951"/>
            <a:ext cx="920520" cy="422169"/>
          </a:xfrm>
          <a:prstGeom prst="rect">
            <a:avLst/>
          </a:prstGeom>
        </p:spPr>
      </p:pic>
      <p:pic>
        <p:nvPicPr>
          <p:cNvPr id="9" name="Picture 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0136" y="441162"/>
            <a:ext cx="634841" cy="533267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840470" y="1029698"/>
            <a:ext cx="914172" cy="16430"/>
            <a:chOff x="7840470" y="1029698"/>
            <a:chExt cx="914172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840470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723982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723982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647" y="795086"/>
            <a:ext cx="920520" cy="485653"/>
          </a:xfrm>
          <a:prstGeom prst="rect">
            <a:avLst/>
          </a:prstGeom>
        </p:spPr>
      </p:pic>
      <p:pic>
        <p:nvPicPr>
          <p:cNvPr id="15" name="Picture 14" descr="e2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0837" y="507821"/>
            <a:ext cx="634841" cy="466608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031171" y="1029698"/>
            <a:ext cx="914172" cy="16430"/>
            <a:chOff x="6031171" y="1029698"/>
            <a:chExt cx="914172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031171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6914683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6914683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3348" y="807783"/>
            <a:ext cx="920520" cy="460260"/>
          </a:xfrm>
          <a:prstGeom prst="rect">
            <a:avLst/>
          </a:prstGeom>
        </p:spPr>
      </p:pic>
      <p:pic>
        <p:nvPicPr>
          <p:cNvPr id="21" name="Picture 20" descr="e3x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7216" y="812545"/>
            <a:ext cx="349162" cy="161884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536119" y="1029698"/>
            <a:ext cx="571357" cy="16430"/>
            <a:chOff x="4536119" y="1029698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536119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076816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076816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99727" y="807783"/>
            <a:ext cx="920520" cy="460260"/>
          </a:xfrm>
          <a:prstGeom prst="rect">
            <a:avLst/>
          </a:prstGeom>
        </p:spPr>
      </p:pic>
      <p:pic>
        <p:nvPicPr>
          <p:cNvPr id="27" name="Picture 26" descr="e3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812545"/>
            <a:ext cx="238065" cy="161884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34706" y="1029698"/>
            <a:ext cx="438040" cy="16430"/>
            <a:chOff x="3134706" y="1029698"/>
            <a:chExt cx="438040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34706" y="1037913"/>
              <a:ext cx="438040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542086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542086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88738"/>
            <a:ext cx="920520" cy="498350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50147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1029698"/>
            <a:ext cx="914172" cy="16430"/>
            <a:chOff x="1285729" y="102969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74429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Route57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1" name="Picture 40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009" y="4708886"/>
            <a:ext cx="920520" cy="504699"/>
          </a:xfrm>
          <a:prstGeom prst="rect">
            <a:avLst/>
          </a:prstGeom>
        </p:spPr>
      </p:pic>
      <p:pic>
        <p:nvPicPr>
          <p:cNvPr id="42" name="Picture 41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199" y="4297826"/>
            <a:ext cx="634841" cy="599925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2351533" y="4953020"/>
            <a:ext cx="914172" cy="16431"/>
            <a:chOff x="2351533" y="4953020"/>
            <a:chExt cx="914172" cy="16431"/>
          </a:xfrm>
        </p:grpSpPr>
        <p:sp>
          <p:nvSpPr>
            <p:cNvPr id="43" name="Straight Connector 42"/>
            <p:cNvSpPr/>
            <p:nvPr/>
          </p:nvSpPr>
          <p:spPr>
            <a:xfrm>
              <a:off x="2351533" y="496123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3235045" y="496123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3235045" y="495302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710" y="4750151"/>
            <a:ext cx="920520" cy="422169"/>
          </a:xfrm>
          <a:prstGeom prst="rect">
            <a:avLst/>
          </a:prstGeom>
        </p:spPr>
      </p:pic>
      <p:pic>
        <p:nvPicPr>
          <p:cNvPr id="48" name="Picture 47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900" y="4364484"/>
            <a:ext cx="634841" cy="533267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542234" y="4953020"/>
            <a:ext cx="914172" cy="16431"/>
            <a:chOff x="542234" y="4953020"/>
            <a:chExt cx="914172" cy="16431"/>
          </a:xfrm>
        </p:grpSpPr>
        <p:sp>
          <p:nvSpPr>
            <p:cNvPr id="49" name="Straight Connector 48"/>
            <p:cNvSpPr/>
            <p:nvPr/>
          </p:nvSpPr>
          <p:spPr>
            <a:xfrm>
              <a:off x="542234" y="496123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1425746" y="496123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1425746" y="495302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6081" y="3404286"/>
            <a:ext cx="920520" cy="485653"/>
          </a:xfrm>
          <a:prstGeom prst="rect">
            <a:avLst/>
          </a:prstGeom>
        </p:spPr>
      </p:pic>
      <p:pic>
        <p:nvPicPr>
          <p:cNvPr id="54" name="Picture 53" descr="e2x1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1934" y="3383654"/>
            <a:ext cx="288853" cy="199975"/>
          </a:xfrm>
          <a:prstGeom prst="rect">
            <a:avLst/>
          </a:prstGeom>
        </p:spPr>
      </p:pic>
      <p:pic>
        <p:nvPicPr>
          <p:cNvPr id="55" name="Picture 54" descr="e2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4271" y="3117020"/>
            <a:ext cx="634841" cy="466608"/>
          </a:xfrm>
          <a:prstGeom prst="rect">
            <a:avLst/>
          </a:prstGeom>
        </p:spPr>
      </p:pic>
      <p:grpSp>
        <p:nvGrpSpPr>
          <p:cNvPr id="59" name="Group 58"/>
          <p:cNvGrpSpPr/>
          <p:nvPr/>
        </p:nvGrpSpPr>
        <p:grpSpPr>
          <a:xfrm>
            <a:off x="6107035" y="3638898"/>
            <a:ext cx="1336976" cy="16430"/>
            <a:chOff x="6107035" y="3638898"/>
            <a:chExt cx="1336976" cy="16430"/>
          </a:xfrm>
        </p:grpSpPr>
        <p:sp>
          <p:nvSpPr>
            <p:cNvPr id="56" name="Straight Connector 55"/>
            <p:cNvSpPr/>
            <p:nvPr/>
          </p:nvSpPr>
          <p:spPr>
            <a:xfrm>
              <a:off x="6107035" y="3647113"/>
              <a:ext cx="133697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>
              <a:off x="7413351" y="36471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Straight Connector 57"/>
            <p:cNvSpPr/>
            <p:nvPr/>
          </p:nvSpPr>
          <p:spPr>
            <a:xfrm flipV="1">
              <a:off x="7413351" y="36388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0" name="Picture 5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3416983"/>
            <a:ext cx="920520" cy="460260"/>
          </a:xfrm>
          <a:prstGeom prst="rect">
            <a:avLst/>
          </a:prstGeom>
        </p:spPr>
      </p:pic>
      <p:pic>
        <p:nvPicPr>
          <p:cNvPr id="61" name="Picture 60" descr="e8x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8314" y="3323344"/>
            <a:ext cx="349162" cy="260285"/>
          </a:xfrm>
          <a:prstGeom prst="rect">
            <a:avLst/>
          </a:prstGeom>
        </p:spPr>
      </p:pic>
      <p:grpSp>
        <p:nvGrpSpPr>
          <p:cNvPr id="65" name="Group 64"/>
          <p:cNvGrpSpPr/>
          <p:nvPr/>
        </p:nvGrpSpPr>
        <p:grpSpPr>
          <a:xfrm>
            <a:off x="4647216" y="3638898"/>
            <a:ext cx="571357" cy="16430"/>
            <a:chOff x="4647216" y="3638898"/>
            <a:chExt cx="571357" cy="16430"/>
          </a:xfrm>
        </p:grpSpPr>
        <p:sp>
          <p:nvSpPr>
            <p:cNvPr id="62" name="Straight Connector 61"/>
            <p:cNvSpPr/>
            <p:nvPr/>
          </p:nvSpPr>
          <p:spPr>
            <a:xfrm>
              <a:off x="4647216" y="36471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>
              <a:off x="5187913" y="36471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Straight Connector 63"/>
            <p:cNvSpPr/>
            <p:nvPr/>
          </p:nvSpPr>
          <p:spPr>
            <a:xfrm flipV="1">
              <a:off x="5187913" y="36388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6" name="Picture 65" descr="e2x4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10825" y="3442377"/>
            <a:ext cx="920520" cy="409472"/>
          </a:xfrm>
          <a:prstGeom prst="rect">
            <a:avLst/>
          </a:prstGeom>
        </p:spPr>
      </p:pic>
      <p:pic>
        <p:nvPicPr>
          <p:cNvPr id="67" name="Picture 66" descr="e3x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34693" y="3421744"/>
            <a:ext cx="349162" cy="161884"/>
          </a:xfrm>
          <a:prstGeom prst="rect">
            <a:avLst/>
          </a:prstGeom>
        </p:spPr>
      </p:pic>
      <p:grpSp>
        <p:nvGrpSpPr>
          <p:cNvPr id="71" name="Group 70"/>
          <p:cNvGrpSpPr/>
          <p:nvPr/>
        </p:nvGrpSpPr>
        <p:grpSpPr>
          <a:xfrm>
            <a:off x="3123596" y="3638898"/>
            <a:ext cx="571357" cy="16430"/>
            <a:chOff x="3123596" y="3638898"/>
            <a:chExt cx="571357" cy="16430"/>
          </a:xfrm>
        </p:grpSpPr>
        <p:sp>
          <p:nvSpPr>
            <p:cNvPr id="68" name="Straight Connector 67"/>
            <p:cNvSpPr/>
            <p:nvPr/>
          </p:nvSpPr>
          <p:spPr>
            <a:xfrm>
              <a:off x="3123596" y="36471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>
              <a:off x="3664293" y="36471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Straight Connector 69"/>
            <p:cNvSpPr/>
            <p:nvPr/>
          </p:nvSpPr>
          <p:spPr>
            <a:xfrm flipV="1">
              <a:off x="3664293" y="36388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2" name="Picture 7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3397938"/>
            <a:ext cx="920520" cy="498350"/>
          </a:xfrm>
          <a:prstGeom prst="rect">
            <a:avLst/>
          </a:prstGeom>
        </p:spPr>
      </p:pic>
      <p:pic>
        <p:nvPicPr>
          <p:cNvPr id="73" name="Picture 7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3110672"/>
            <a:ext cx="634841" cy="472957"/>
          </a:xfrm>
          <a:prstGeom prst="rect">
            <a:avLst/>
          </a:prstGeom>
        </p:spPr>
      </p:pic>
      <p:grpSp>
        <p:nvGrpSpPr>
          <p:cNvPr id="77" name="Group 76"/>
          <p:cNvGrpSpPr/>
          <p:nvPr/>
        </p:nvGrpSpPr>
        <p:grpSpPr>
          <a:xfrm>
            <a:off x="1285729" y="3638898"/>
            <a:ext cx="914172" cy="16430"/>
            <a:chOff x="1285729" y="3638898"/>
            <a:chExt cx="914172" cy="16430"/>
          </a:xfrm>
        </p:grpSpPr>
        <p:sp>
          <p:nvSpPr>
            <p:cNvPr id="74" name="Straight Connector 73"/>
            <p:cNvSpPr/>
            <p:nvPr/>
          </p:nvSpPr>
          <p:spPr>
            <a:xfrm>
              <a:off x="1285729" y="36471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traight Connector 74"/>
            <p:cNvSpPr/>
            <p:nvPr/>
          </p:nvSpPr>
          <p:spPr>
            <a:xfrm>
              <a:off x="2169241" y="36471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Straight Connector 75"/>
            <p:cNvSpPr/>
            <p:nvPr/>
          </p:nvSpPr>
          <p:spPr>
            <a:xfrm flipV="1">
              <a:off x="2169241" y="36388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8" name="Picture 7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3353499"/>
            <a:ext cx="920520" cy="58722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504874" y="289477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Route58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4874" y="289477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039376"/>
            <a:ext cx="920520" cy="504699"/>
          </a:xfrm>
          <a:prstGeom prst="rect">
            <a:avLst/>
          </a:prstGeom>
        </p:spPr>
      </p:pic>
      <p:pic>
        <p:nvPicPr>
          <p:cNvPr id="3" name="Picture 2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2831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283511"/>
            <a:ext cx="914172" cy="16430"/>
            <a:chOff x="1526239" y="228351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29172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29172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28351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080641"/>
            <a:ext cx="920520" cy="422169"/>
          </a:xfrm>
          <a:prstGeom prst="rect">
            <a:avLst/>
          </a:prstGeom>
        </p:spPr>
      </p:pic>
      <p:pic>
        <p:nvPicPr>
          <p:cNvPr id="9" name="Picture 8" descr="e5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233" y="752235"/>
            <a:ext cx="199975" cy="16188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995054" y="969388"/>
            <a:ext cx="392332" cy="16430"/>
            <a:chOff x="7995054" y="969388"/>
            <a:chExt cx="392332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995054" y="977603"/>
              <a:ext cx="39233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356726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356726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734777"/>
            <a:ext cx="920520" cy="485653"/>
          </a:xfrm>
          <a:prstGeom prst="rect">
            <a:avLst/>
          </a:prstGeom>
        </p:spPr>
      </p:pic>
      <p:pic>
        <p:nvPicPr>
          <p:cNvPr id="15" name="Picture 14" descr="e2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447511"/>
            <a:ext cx="634841" cy="466608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142269" y="969388"/>
            <a:ext cx="914172" cy="16430"/>
            <a:chOff x="6142269" y="969388"/>
            <a:chExt cx="914172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14226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7025780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7025780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747473"/>
            <a:ext cx="920520" cy="460260"/>
          </a:xfrm>
          <a:prstGeom prst="rect">
            <a:avLst/>
          </a:prstGeom>
        </p:spPr>
      </p:pic>
      <p:pic>
        <p:nvPicPr>
          <p:cNvPr id="21" name="Picture 20" descr="e8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653834"/>
            <a:ext cx="349162" cy="260285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47216" y="969388"/>
            <a:ext cx="571357" cy="16430"/>
            <a:chOff x="4647216" y="969388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4721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18791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18791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772867"/>
            <a:ext cx="920520" cy="409472"/>
          </a:xfrm>
          <a:prstGeom prst="rect">
            <a:avLst/>
          </a:prstGeom>
        </p:spPr>
      </p:pic>
      <p:pic>
        <p:nvPicPr>
          <p:cNvPr id="27" name="Picture 26" descr="e3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752235"/>
            <a:ext cx="349162" cy="161884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969388"/>
            <a:ext cx="571357" cy="16430"/>
            <a:chOff x="3123596" y="96938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28428"/>
            <a:ext cx="920520" cy="498350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44116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969388"/>
            <a:ext cx="914172" cy="16430"/>
            <a:chOff x="1285729" y="96938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68398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Route59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1" name="Picture 40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4708886"/>
            <a:ext cx="920520" cy="504699"/>
          </a:xfrm>
          <a:prstGeom prst="rect">
            <a:avLst/>
          </a:prstGeom>
        </p:spPr>
      </p:pic>
      <p:pic>
        <p:nvPicPr>
          <p:cNvPr id="42" name="Picture 41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4297826"/>
            <a:ext cx="634841" cy="599925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1526239" y="4953020"/>
            <a:ext cx="914172" cy="16431"/>
            <a:chOff x="1526239" y="4953020"/>
            <a:chExt cx="914172" cy="16431"/>
          </a:xfrm>
        </p:grpSpPr>
        <p:sp>
          <p:nvSpPr>
            <p:cNvPr id="43" name="Straight Connector 42"/>
            <p:cNvSpPr/>
            <p:nvPr/>
          </p:nvSpPr>
          <p:spPr>
            <a:xfrm>
              <a:off x="1526239" y="496123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2409751" y="496123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2409751" y="495302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4750151"/>
            <a:ext cx="920520" cy="422169"/>
          </a:xfrm>
          <a:prstGeom prst="rect">
            <a:avLst/>
          </a:prstGeom>
        </p:spPr>
      </p:pic>
      <p:pic>
        <p:nvPicPr>
          <p:cNvPr id="48" name="Picture 47" descr="e5x2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96007" y="3050362"/>
            <a:ext cx="634841" cy="533267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7856342" y="3638898"/>
            <a:ext cx="914172" cy="16430"/>
            <a:chOff x="7856342" y="3638898"/>
            <a:chExt cx="914172" cy="16430"/>
          </a:xfrm>
        </p:grpSpPr>
        <p:sp>
          <p:nvSpPr>
            <p:cNvPr id="49" name="Straight Connector 48"/>
            <p:cNvSpPr/>
            <p:nvPr/>
          </p:nvSpPr>
          <p:spPr>
            <a:xfrm>
              <a:off x="7856342" y="36471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8739853" y="36471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8739853" y="36388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8518" y="3404286"/>
            <a:ext cx="920520" cy="485653"/>
          </a:xfrm>
          <a:prstGeom prst="rect">
            <a:avLst/>
          </a:prstGeom>
        </p:spPr>
      </p:pic>
      <p:pic>
        <p:nvPicPr>
          <p:cNvPr id="54" name="Picture 53" descr="e2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6708" y="3117020"/>
            <a:ext cx="634841" cy="466608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6047042" y="3638898"/>
            <a:ext cx="914172" cy="16430"/>
            <a:chOff x="6047042" y="3638898"/>
            <a:chExt cx="914172" cy="16430"/>
          </a:xfrm>
        </p:grpSpPr>
        <p:sp>
          <p:nvSpPr>
            <p:cNvPr id="55" name="Straight Connector 54"/>
            <p:cNvSpPr/>
            <p:nvPr/>
          </p:nvSpPr>
          <p:spPr>
            <a:xfrm>
              <a:off x="6047042" y="36471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6930554" y="36471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6930554" y="36388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9219" y="3416983"/>
            <a:ext cx="920520" cy="460260"/>
          </a:xfrm>
          <a:prstGeom prst="rect">
            <a:avLst/>
          </a:prstGeom>
        </p:spPr>
      </p:pic>
      <p:pic>
        <p:nvPicPr>
          <p:cNvPr id="60" name="Picture 59" descr="e3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63087" y="3421744"/>
            <a:ext cx="349162" cy="161884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4551990" y="3638898"/>
            <a:ext cx="571357" cy="16430"/>
            <a:chOff x="4551990" y="3638898"/>
            <a:chExt cx="571357" cy="16430"/>
          </a:xfrm>
        </p:grpSpPr>
        <p:sp>
          <p:nvSpPr>
            <p:cNvPr id="61" name="Straight Connector 60"/>
            <p:cNvSpPr/>
            <p:nvPr/>
          </p:nvSpPr>
          <p:spPr>
            <a:xfrm>
              <a:off x="4551990" y="36471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>
              <a:off x="5092687" y="36471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 flipV="1">
              <a:off x="5092687" y="36388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5" name="Picture 64" descr="e2x4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15598" y="3416983"/>
            <a:ext cx="920520" cy="460260"/>
          </a:xfrm>
          <a:prstGeom prst="rect">
            <a:avLst/>
          </a:prstGeom>
        </p:spPr>
      </p:pic>
      <p:grpSp>
        <p:nvGrpSpPr>
          <p:cNvPr id="69" name="Group 68"/>
          <p:cNvGrpSpPr/>
          <p:nvPr/>
        </p:nvGrpSpPr>
        <p:grpSpPr>
          <a:xfrm>
            <a:off x="3133119" y="3638898"/>
            <a:ext cx="457086" cy="16430"/>
            <a:chOff x="3133119" y="3638898"/>
            <a:chExt cx="457086" cy="16430"/>
          </a:xfrm>
        </p:grpSpPr>
        <p:sp>
          <p:nvSpPr>
            <p:cNvPr id="66" name="Straight Connector 65"/>
            <p:cNvSpPr/>
            <p:nvPr/>
          </p:nvSpPr>
          <p:spPr>
            <a:xfrm>
              <a:off x="3133119" y="3647113"/>
              <a:ext cx="45708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Straight Connector 66"/>
            <p:cNvSpPr/>
            <p:nvPr/>
          </p:nvSpPr>
          <p:spPr>
            <a:xfrm>
              <a:off x="3559544" y="36471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aight Connector 67"/>
            <p:cNvSpPr/>
            <p:nvPr/>
          </p:nvSpPr>
          <p:spPr>
            <a:xfrm flipV="1">
              <a:off x="3559544" y="36388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0" name="Picture 69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3397938"/>
            <a:ext cx="920520" cy="498350"/>
          </a:xfrm>
          <a:prstGeom prst="rect">
            <a:avLst/>
          </a:prstGeom>
        </p:spPr>
      </p:pic>
      <p:pic>
        <p:nvPicPr>
          <p:cNvPr id="71" name="Picture 70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3110672"/>
            <a:ext cx="634841" cy="472957"/>
          </a:xfrm>
          <a:prstGeom prst="rect">
            <a:avLst/>
          </a:prstGeom>
        </p:spPr>
      </p:pic>
      <p:grpSp>
        <p:nvGrpSpPr>
          <p:cNvPr id="75" name="Group 74"/>
          <p:cNvGrpSpPr/>
          <p:nvPr/>
        </p:nvGrpSpPr>
        <p:grpSpPr>
          <a:xfrm>
            <a:off x="1285729" y="3638898"/>
            <a:ext cx="914172" cy="16430"/>
            <a:chOff x="1285729" y="3638898"/>
            <a:chExt cx="914172" cy="16430"/>
          </a:xfrm>
        </p:grpSpPr>
        <p:sp>
          <p:nvSpPr>
            <p:cNvPr id="72" name="Straight Connector 71"/>
            <p:cNvSpPr/>
            <p:nvPr/>
          </p:nvSpPr>
          <p:spPr>
            <a:xfrm>
              <a:off x="1285729" y="36471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Straight Connector 72"/>
            <p:cNvSpPr/>
            <p:nvPr/>
          </p:nvSpPr>
          <p:spPr>
            <a:xfrm>
              <a:off x="2169241" y="36471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 flipV="1">
              <a:off x="2169241" y="36388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6" name="Picture 75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3353499"/>
            <a:ext cx="920520" cy="58722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504874" y="28344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Route63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4874" y="28344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039376"/>
            <a:ext cx="920520" cy="504699"/>
          </a:xfrm>
          <a:prstGeom prst="rect">
            <a:avLst/>
          </a:prstGeom>
        </p:spPr>
      </p:pic>
      <p:pic>
        <p:nvPicPr>
          <p:cNvPr id="3" name="Picture 2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2831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283511"/>
            <a:ext cx="914172" cy="16430"/>
            <a:chOff x="1526239" y="228351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29172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29172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28351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080641"/>
            <a:ext cx="920520" cy="422169"/>
          </a:xfrm>
          <a:prstGeom prst="rect">
            <a:avLst/>
          </a:prstGeom>
        </p:spPr>
      </p:pic>
      <p:pic>
        <p:nvPicPr>
          <p:cNvPr id="9" name="Picture 8" descr="e10x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5554" y="625266"/>
            <a:ext cx="349162" cy="288853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694457" y="969388"/>
            <a:ext cx="571357" cy="16430"/>
            <a:chOff x="7694457" y="969388"/>
            <a:chExt cx="571357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694457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235154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235154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8065" y="734777"/>
            <a:ext cx="920520" cy="485653"/>
          </a:xfrm>
          <a:prstGeom prst="rect">
            <a:avLst/>
          </a:prstGeom>
        </p:spPr>
      </p:pic>
      <p:pic>
        <p:nvPicPr>
          <p:cNvPr id="15" name="Picture 14" descr="e2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796674"/>
            <a:ext cx="349162" cy="117445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170837" y="969388"/>
            <a:ext cx="571357" cy="16430"/>
            <a:chOff x="6170837" y="969388"/>
            <a:chExt cx="571357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170837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6711534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6711534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747473"/>
            <a:ext cx="920520" cy="460260"/>
          </a:xfrm>
          <a:prstGeom prst="rect">
            <a:avLst/>
          </a:prstGeom>
        </p:spPr>
      </p:pic>
      <p:pic>
        <p:nvPicPr>
          <p:cNvPr id="21" name="Picture 20" descr="e3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599873"/>
            <a:ext cx="349162" cy="314246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47216" y="969388"/>
            <a:ext cx="571357" cy="16430"/>
            <a:chOff x="4647216" y="969388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4721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18791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18791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772867"/>
            <a:ext cx="920520" cy="409472"/>
          </a:xfrm>
          <a:prstGeom prst="rect">
            <a:avLst/>
          </a:prstGeom>
        </p:spPr>
      </p:pic>
      <p:pic>
        <p:nvPicPr>
          <p:cNvPr id="27" name="Picture 26" descr="e3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752235"/>
            <a:ext cx="349162" cy="161884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969388"/>
            <a:ext cx="571357" cy="16430"/>
            <a:chOff x="3123596" y="96938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28428"/>
            <a:ext cx="920520" cy="498350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44116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969388"/>
            <a:ext cx="914172" cy="16430"/>
            <a:chOff x="1285729" y="96938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68398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Route65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15" y="6153151"/>
            <a:ext cx="920520" cy="504699"/>
          </a:xfrm>
          <a:prstGeom prst="rect">
            <a:avLst/>
          </a:prstGeom>
        </p:spPr>
      </p:pic>
      <p:pic>
        <p:nvPicPr>
          <p:cNvPr id="3" name="Picture 2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1508" y="3459835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7531842" y="4115029"/>
            <a:ext cx="914172" cy="16431"/>
            <a:chOff x="7531842" y="4115029"/>
            <a:chExt cx="914172" cy="16431"/>
          </a:xfrm>
        </p:grpSpPr>
        <p:sp>
          <p:nvSpPr>
            <p:cNvPr id="4" name="Straight Connector 3"/>
            <p:cNvSpPr/>
            <p:nvPr/>
          </p:nvSpPr>
          <p:spPr>
            <a:xfrm>
              <a:off x="7531842" y="4123245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8415354" y="412324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8415354" y="411502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019" y="3912160"/>
            <a:ext cx="920520" cy="422169"/>
          </a:xfrm>
          <a:prstGeom prst="rect">
            <a:avLst/>
          </a:prstGeom>
        </p:spPr>
      </p:pic>
      <p:pic>
        <p:nvPicPr>
          <p:cNvPr id="9" name="Picture 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2209" y="3526493"/>
            <a:ext cx="634841" cy="533267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5722543" y="4115029"/>
            <a:ext cx="914172" cy="16431"/>
            <a:chOff x="5722543" y="4115029"/>
            <a:chExt cx="914172" cy="16431"/>
          </a:xfrm>
        </p:grpSpPr>
        <p:sp>
          <p:nvSpPr>
            <p:cNvPr id="10" name="Straight Connector 9"/>
            <p:cNvSpPr/>
            <p:nvPr/>
          </p:nvSpPr>
          <p:spPr>
            <a:xfrm>
              <a:off x="5722543" y="4123245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6606055" y="412324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6606055" y="411502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4720" y="3880418"/>
            <a:ext cx="920520" cy="485653"/>
          </a:xfrm>
          <a:prstGeom prst="rect">
            <a:avLst/>
          </a:prstGeom>
        </p:spPr>
      </p:pic>
      <p:pic>
        <p:nvPicPr>
          <p:cNvPr id="15" name="Picture 14" descr="e11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4819" y="3904224"/>
            <a:ext cx="260285" cy="155536"/>
          </a:xfrm>
          <a:prstGeom prst="rect">
            <a:avLst/>
          </a:prstGeom>
        </p:spPr>
      </p:pic>
      <p:pic>
        <p:nvPicPr>
          <p:cNvPr id="16" name="Picture 15" descr="e11x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8588" y="3891527"/>
            <a:ext cx="349162" cy="168233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3871345" y="4115029"/>
            <a:ext cx="959880" cy="16431"/>
            <a:chOff x="3871345" y="4115029"/>
            <a:chExt cx="959880" cy="16431"/>
          </a:xfrm>
        </p:grpSpPr>
        <p:sp>
          <p:nvSpPr>
            <p:cNvPr id="17" name="Straight Connector 16"/>
            <p:cNvSpPr/>
            <p:nvPr/>
          </p:nvSpPr>
          <p:spPr>
            <a:xfrm>
              <a:off x="3871345" y="4123245"/>
              <a:ext cx="959880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>
              <a:off x="4800565" y="412324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Straight Connector 18"/>
            <p:cNvSpPr/>
            <p:nvPr/>
          </p:nvSpPr>
          <p:spPr>
            <a:xfrm flipV="1">
              <a:off x="4800565" y="411502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1" name="Picture 20" descr="e10x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67330" y="3880418"/>
            <a:ext cx="920520" cy="485653"/>
          </a:xfrm>
          <a:prstGeom prst="rect">
            <a:avLst/>
          </a:prstGeom>
        </p:spPr>
      </p:pic>
      <p:pic>
        <p:nvPicPr>
          <p:cNvPr id="22" name="Picture 21" descr="e3x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91199" y="3897876"/>
            <a:ext cx="349162" cy="161884"/>
          </a:xfrm>
          <a:prstGeom prst="rect">
            <a:avLst/>
          </a:prstGeom>
        </p:spPr>
      </p:pic>
      <p:grpSp>
        <p:nvGrpSpPr>
          <p:cNvPr id="26" name="Group 25"/>
          <p:cNvGrpSpPr/>
          <p:nvPr/>
        </p:nvGrpSpPr>
        <p:grpSpPr>
          <a:xfrm>
            <a:off x="2380101" y="4115029"/>
            <a:ext cx="571357" cy="16431"/>
            <a:chOff x="2380101" y="4115029"/>
            <a:chExt cx="571357" cy="16431"/>
          </a:xfrm>
        </p:grpSpPr>
        <p:sp>
          <p:nvSpPr>
            <p:cNvPr id="23" name="Straight Connector 22"/>
            <p:cNvSpPr/>
            <p:nvPr/>
          </p:nvSpPr>
          <p:spPr>
            <a:xfrm>
              <a:off x="2380101" y="4123245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>
              <a:off x="2920798" y="412324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Straight Connector 24"/>
            <p:cNvSpPr/>
            <p:nvPr/>
          </p:nvSpPr>
          <p:spPr>
            <a:xfrm flipV="1">
              <a:off x="2920798" y="411502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7" name="Picture 26" descr="e9x4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3710" y="3855024"/>
            <a:ext cx="920520" cy="536441"/>
          </a:xfrm>
          <a:prstGeom prst="rect">
            <a:avLst/>
          </a:prstGeom>
        </p:spPr>
      </p:pic>
      <p:pic>
        <p:nvPicPr>
          <p:cNvPr id="28" name="Picture 27" descr="e9x2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1900" y="3751862"/>
            <a:ext cx="634841" cy="307898"/>
          </a:xfrm>
          <a:prstGeom prst="rect">
            <a:avLst/>
          </a:prstGeom>
        </p:spPr>
      </p:pic>
      <p:grpSp>
        <p:nvGrpSpPr>
          <p:cNvPr id="32" name="Group 31"/>
          <p:cNvGrpSpPr/>
          <p:nvPr/>
        </p:nvGrpSpPr>
        <p:grpSpPr>
          <a:xfrm>
            <a:off x="542234" y="4115029"/>
            <a:ext cx="914172" cy="16431"/>
            <a:chOff x="542234" y="4115029"/>
            <a:chExt cx="914172" cy="16431"/>
          </a:xfrm>
        </p:grpSpPr>
        <p:sp>
          <p:nvSpPr>
            <p:cNvPr id="29" name="Straight Connector 28"/>
            <p:cNvSpPr/>
            <p:nvPr/>
          </p:nvSpPr>
          <p:spPr>
            <a:xfrm>
              <a:off x="542234" y="4123245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>
              <a:off x="1425746" y="412324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Straight Connector 30"/>
            <p:cNvSpPr/>
            <p:nvPr/>
          </p:nvSpPr>
          <p:spPr>
            <a:xfrm flipV="1">
              <a:off x="1425746" y="411502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3" name="Picture 32" descr="e10x5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01675" y="2267919"/>
            <a:ext cx="920520" cy="511047"/>
          </a:xfrm>
          <a:prstGeom prst="rect">
            <a:avLst/>
          </a:prstGeom>
        </p:spPr>
      </p:pic>
      <p:pic>
        <p:nvPicPr>
          <p:cNvPr id="34" name="Picture 33" descr="e9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39865" y="1961608"/>
            <a:ext cx="634841" cy="498350"/>
          </a:xfrm>
          <a:prstGeom prst="rect">
            <a:avLst/>
          </a:prstGeom>
        </p:spPr>
      </p:pic>
      <p:grpSp>
        <p:nvGrpSpPr>
          <p:cNvPr id="38" name="Group 37"/>
          <p:cNvGrpSpPr/>
          <p:nvPr/>
        </p:nvGrpSpPr>
        <p:grpSpPr>
          <a:xfrm>
            <a:off x="6700200" y="2515228"/>
            <a:ext cx="914172" cy="16430"/>
            <a:chOff x="6700200" y="2515228"/>
            <a:chExt cx="914172" cy="16430"/>
          </a:xfrm>
        </p:grpSpPr>
        <p:sp>
          <p:nvSpPr>
            <p:cNvPr id="35" name="Straight Connector 34"/>
            <p:cNvSpPr/>
            <p:nvPr/>
          </p:nvSpPr>
          <p:spPr>
            <a:xfrm>
              <a:off x="6700200" y="252344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>
              <a:off x="7583711" y="252344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Straight Connector 36"/>
            <p:cNvSpPr/>
            <p:nvPr/>
          </p:nvSpPr>
          <p:spPr>
            <a:xfrm flipV="1">
              <a:off x="7583711" y="251522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9" name="Picture 38" descr="e7x4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06697" y="2086990"/>
            <a:ext cx="1206199" cy="872907"/>
          </a:xfrm>
          <a:prstGeom prst="rect">
            <a:avLst/>
          </a:prstGeom>
        </p:spPr>
      </p:pic>
      <p:pic>
        <p:nvPicPr>
          <p:cNvPr id="40" name="Picture 39" descr="e1x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44887" y="1987002"/>
            <a:ext cx="634841" cy="472957"/>
          </a:xfrm>
          <a:prstGeom prst="rect">
            <a:avLst/>
          </a:prstGeom>
        </p:spPr>
      </p:pic>
      <p:grpSp>
        <p:nvGrpSpPr>
          <p:cNvPr id="44" name="Group 43"/>
          <p:cNvGrpSpPr/>
          <p:nvPr/>
        </p:nvGrpSpPr>
        <p:grpSpPr>
          <a:xfrm>
            <a:off x="4605222" y="2515228"/>
            <a:ext cx="914172" cy="16430"/>
            <a:chOff x="4605222" y="2515228"/>
            <a:chExt cx="914172" cy="16430"/>
          </a:xfrm>
        </p:grpSpPr>
        <p:sp>
          <p:nvSpPr>
            <p:cNvPr id="41" name="Straight Connector 40"/>
            <p:cNvSpPr/>
            <p:nvPr/>
          </p:nvSpPr>
          <p:spPr>
            <a:xfrm>
              <a:off x="4605222" y="252344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Straight Connector 41"/>
            <p:cNvSpPr/>
            <p:nvPr/>
          </p:nvSpPr>
          <p:spPr>
            <a:xfrm>
              <a:off x="5488733" y="252344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Straight Connector 42"/>
            <p:cNvSpPr/>
            <p:nvPr/>
          </p:nvSpPr>
          <p:spPr>
            <a:xfrm flipV="1">
              <a:off x="5488733" y="251522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5" name="Picture 44" descr="e6x4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11719" y="2139364"/>
            <a:ext cx="1206199" cy="768158"/>
          </a:xfrm>
          <a:prstGeom prst="rect">
            <a:avLst/>
          </a:prstGeom>
        </p:spPr>
      </p:pic>
      <p:pic>
        <p:nvPicPr>
          <p:cNvPr id="46" name="Picture 45" descr="e8x3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65904" y="2066357"/>
            <a:ext cx="634841" cy="393601"/>
          </a:xfrm>
          <a:prstGeom prst="rect">
            <a:avLst/>
          </a:prstGeom>
        </p:spPr>
      </p:pic>
      <p:pic>
        <p:nvPicPr>
          <p:cNvPr id="47" name="Picture 46" descr="e6x2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64230" y="1974305"/>
            <a:ext cx="920520" cy="485653"/>
          </a:xfrm>
          <a:prstGeom prst="rect">
            <a:avLst/>
          </a:prstGeom>
        </p:spPr>
      </p:pic>
      <p:grpSp>
        <p:nvGrpSpPr>
          <p:cNvPr id="51" name="Group 50"/>
          <p:cNvGrpSpPr/>
          <p:nvPr/>
        </p:nvGrpSpPr>
        <p:grpSpPr>
          <a:xfrm>
            <a:off x="1427839" y="2515228"/>
            <a:ext cx="2094977" cy="16430"/>
            <a:chOff x="1427839" y="2515228"/>
            <a:chExt cx="2094977" cy="16430"/>
          </a:xfrm>
        </p:grpSpPr>
        <p:sp>
          <p:nvSpPr>
            <p:cNvPr id="48" name="Straight Connector 47"/>
            <p:cNvSpPr/>
            <p:nvPr/>
          </p:nvSpPr>
          <p:spPr>
            <a:xfrm>
              <a:off x="1427839" y="2523443"/>
              <a:ext cx="209497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Straight Connector 48"/>
            <p:cNvSpPr/>
            <p:nvPr/>
          </p:nvSpPr>
          <p:spPr>
            <a:xfrm>
              <a:off x="3492156" y="252344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 flipV="1">
              <a:off x="3492156" y="251522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2" name="Picture 51" descr="e5x3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8415" y="2220306"/>
            <a:ext cx="920520" cy="606273"/>
          </a:xfrm>
          <a:prstGeom prst="rect">
            <a:avLst/>
          </a:prstGeom>
        </p:spPr>
      </p:pic>
      <p:pic>
        <p:nvPicPr>
          <p:cNvPr id="53" name="Picture 52" descr="e2x1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24575" y="590350"/>
            <a:ext cx="288853" cy="199975"/>
          </a:xfrm>
          <a:prstGeom prst="rect">
            <a:avLst/>
          </a:prstGeom>
        </p:spPr>
      </p:pic>
      <p:pic>
        <p:nvPicPr>
          <p:cNvPr id="54" name="Picture 53" descr="e10x3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76912" y="501472"/>
            <a:ext cx="349162" cy="288853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7878244" y="845594"/>
            <a:ext cx="994162" cy="16430"/>
            <a:chOff x="7878244" y="845594"/>
            <a:chExt cx="994162" cy="16430"/>
          </a:xfrm>
        </p:grpSpPr>
        <p:sp>
          <p:nvSpPr>
            <p:cNvPr id="55" name="Straight Connector 54"/>
            <p:cNvSpPr/>
            <p:nvPr/>
          </p:nvSpPr>
          <p:spPr>
            <a:xfrm>
              <a:off x="7878244" y="853809"/>
              <a:ext cx="99416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8841745" y="85380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8841745" y="84559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4x3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77086" y="537976"/>
            <a:ext cx="920520" cy="631667"/>
          </a:xfrm>
          <a:prstGeom prst="rect">
            <a:avLst/>
          </a:prstGeom>
        </p:spPr>
      </p:pic>
      <p:grpSp>
        <p:nvGrpSpPr>
          <p:cNvPr id="63" name="Group 62"/>
          <p:cNvGrpSpPr/>
          <p:nvPr/>
        </p:nvGrpSpPr>
        <p:grpSpPr>
          <a:xfrm>
            <a:off x="6494606" y="845594"/>
            <a:ext cx="457086" cy="16430"/>
            <a:chOff x="6494606" y="845594"/>
            <a:chExt cx="457086" cy="16430"/>
          </a:xfrm>
        </p:grpSpPr>
        <p:sp>
          <p:nvSpPr>
            <p:cNvPr id="60" name="Straight Connector 59"/>
            <p:cNvSpPr/>
            <p:nvPr/>
          </p:nvSpPr>
          <p:spPr>
            <a:xfrm>
              <a:off x="6494606" y="853809"/>
              <a:ext cx="45708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Straight Connector 60"/>
            <p:cNvSpPr/>
            <p:nvPr/>
          </p:nvSpPr>
          <p:spPr>
            <a:xfrm>
              <a:off x="6921031" y="85380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 flipV="1">
              <a:off x="6921031" y="84559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4" name="Picture 63" descr="e3x4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263013" y="382439"/>
            <a:ext cx="1206199" cy="942740"/>
          </a:xfrm>
          <a:prstGeom prst="rect">
            <a:avLst/>
          </a:prstGeom>
        </p:spPr>
      </p:pic>
      <p:pic>
        <p:nvPicPr>
          <p:cNvPr id="65" name="Picture 64" descr="e3x2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812275" y="441162"/>
            <a:ext cx="323769" cy="349162"/>
          </a:xfrm>
          <a:prstGeom prst="rect">
            <a:avLst/>
          </a:prstGeom>
        </p:spPr>
      </p:pic>
      <p:grpSp>
        <p:nvGrpSpPr>
          <p:cNvPr id="69" name="Group 68"/>
          <p:cNvGrpSpPr/>
          <p:nvPr/>
        </p:nvGrpSpPr>
        <p:grpSpPr>
          <a:xfrm>
            <a:off x="4703717" y="845594"/>
            <a:ext cx="540885" cy="16430"/>
            <a:chOff x="4703717" y="845594"/>
            <a:chExt cx="540885" cy="16430"/>
          </a:xfrm>
        </p:grpSpPr>
        <p:sp>
          <p:nvSpPr>
            <p:cNvPr id="66" name="Straight Connector 65"/>
            <p:cNvSpPr/>
            <p:nvPr/>
          </p:nvSpPr>
          <p:spPr>
            <a:xfrm>
              <a:off x="4703717" y="853809"/>
              <a:ext cx="54088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Straight Connector 66"/>
            <p:cNvSpPr/>
            <p:nvPr/>
          </p:nvSpPr>
          <p:spPr>
            <a:xfrm>
              <a:off x="5213942" y="85380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aight Connector 67"/>
            <p:cNvSpPr/>
            <p:nvPr/>
          </p:nvSpPr>
          <p:spPr>
            <a:xfrm flipV="1">
              <a:off x="5213942" y="84559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0" name="Picture 69" descr="e2x3.jp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764786" y="411007"/>
            <a:ext cx="920520" cy="885604"/>
          </a:xfrm>
          <a:prstGeom prst="rect">
            <a:avLst/>
          </a:prstGeom>
        </p:spPr>
      </p:pic>
      <p:pic>
        <p:nvPicPr>
          <p:cNvPr id="71" name="Picture 70" descr="e8x2.jp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288655" y="530040"/>
            <a:ext cx="349162" cy="260285"/>
          </a:xfrm>
          <a:prstGeom prst="rect">
            <a:avLst/>
          </a:prstGeom>
        </p:spPr>
      </p:pic>
      <p:grpSp>
        <p:nvGrpSpPr>
          <p:cNvPr id="75" name="Group 74"/>
          <p:cNvGrpSpPr/>
          <p:nvPr/>
        </p:nvGrpSpPr>
        <p:grpSpPr>
          <a:xfrm>
            <a:off x="3177558" y="845594"/>
            <a:ext cx="571357" cy="16430"/>
            <a:chOff x="3177558" y="845594"/>
            <a:chExt cx="571357" cy="16430"/>
          </a:xfrm>
        </p:grpSpPr>
        <p:sp>
          <p:nvSpPr>
            <p:cNvPr id="72" name="Straight Connector 71"/>
            <p:cNvSpPr/>
            <p:nvPr/>
          </p:nvSpPr>
          <p:spPr>
            <a:xfrm>
              <a:off x="3177558" y="853809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Straight Connector 72"/>
            <p:cNvSpPr/>
            <p:nvPr/>
          </p:nvSpPr>
          <p:spPr>
            <a:xfrm>
              <a:off x="3718255" y="85380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 flipV="1">
              <a:off x="3718255" y="84559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6" name="Picture 75" descr="e1x5.jp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241166" y="515756"/>
            <a:ext cx="920520" cy="676106"/>
          </a:xfrm>
          <a:prstGeom prst="rect">
            <a:avLst/>
          </a:prstGeom>
        </p:spPr>
      </p:pic>
      <p:pic>
        <p:nvPicPr>
          <p:cNvPr id="77" name="Picture 76" descr="e1x1.jp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425394" y="634789"/>
            <a:ext cx="276156" cy="155536"/>
          </a:xfrm>
          <a:prstGeom prst="rect">
            <a:avLst/>
          </a:prstGeom>
        </p:spPr>
      </p:pic>
      <p:pic>
        <p:nvPicPr>
          <p:cNvPr id="78" name="Picture 77" descr="e1x3.jp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765035" y="453859"/>
            <a:ext cx="349162" cy="336466"/>
          </a:xfrm>
          <a:prstGeom prst="rect">
            <a:avLst/>
          </a:prstGeom>
        </p:spPr>
      </p:pic>
      <p:grpSp>
        <p:nvGrpSpPr>
          <p:cNvPr id="82" name="Group 81"/>
          <p:cNvGrpSpPr/>
          <p:nvPr/>
        </p:nvGrpSpPr>
        <p:grpSpPr>
          <a:xfrm>
            <a:off x="1280333" y="845594"/>
            <a:ext cx="978926" cy="16430"/>
            <a:chOff x="1280333" y="845594"/>
            <a:chExt cx="978926" cy="16430"/>
          </a:xfrm>
        </p:grpSpPr>
        <p:sp>
          <p:nvSpPr>
            <p:cNvPr id="79" name="Straight Connector 78"/>
            <p:cNvSpPr/>
            <p:nvPr/>
          </p:nvSpPr>
          <p:spPr>
            <a:xfrm>
              <a:off x="1280333" y="853809"/>
              <a:ext cx="97892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Straight Connector 79"/>
            <p:cNvSpPr/>
            <p:nvPr/>
          </p:nvSpPr>
          <p:spPr>
            <a:xfrm>
              <a:off x="2228598" y="85380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Straight Connector 80"/>
            <p:cNvSpPr/>
            <p:nvPr/>
          </p:nvSpPr>
          <p:spPr>
            <a:xfrm flipV="1">
              <a:off x="2228598" y="84559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3" name="Picture 82" descr="e1x2.jp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77905" y="518930"/>
            <a:ext cx="920520" cy="66975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Route67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039376"/>
            <a:ext cx="920520" cy="504699"/>
          </a:xfrm>
          <a:prstGeom prst="rect">
            <a:avLst/>
          </a:prstGeom>
        </p:spPr>
      </p:pic>
      <p:pic>
        <p:nvPicPr>
          <p:cNvPr id="3" name="Picture 2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2831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283511"/>
            <a:ext cx="914172" cy="16430"/>
            <a:chOff x="1526239" y="228351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29172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29172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28351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080641"/>
            <a:ext cx="920520" cy="422169"/>
          </a:xfrm>
          <a:prstGeom prst="rect">
            <a:avLst/>
          </a:prstGeom>
        </p:spPr>
      </p:pic>
      <p:pic>
        <p:nvPicPr>
          <p:cNvPr id="9" name="Picture 8" descr="e10x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0136" y="625266"/>
            <a:ext cx="349162" cy="288853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869038" y="969388"/>
            <a:ext cx="571357" cy="16430"/>
            <a:chOff x="7869038" y="969388"/>
            <a:chExt cx="571357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869038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409735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409735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647" y="734777"/>
            <a:ext cx="920520" cy="485653"/>
          </a:xfrm>
          <a:prstGeom prst="rect">
            <a:avLst/>
          </a:prstGeom>
        </p:spPr>
      </p:pic>
      <p:pic>
        <p:nvPicPr>
          <p:cNvPr id="15" name="Picture 14" descr="e2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0837" y="447511"/>
            <a:ext cx="634841" cy="466608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031171" y="969388"/>
            <a:ext cx="914172" cy="16430"/>
            <a:chOff x="6031171" y="969388"/>
            <a:chExt cx="914172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031171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691468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691468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3348" y="747473"/>
            <a:ext cx="920520" cy="460260"/>
          </a:xfrm>
          <a:prstGeom prst="rect">
            <a:avLst/>
          </a:prstGeom>
        </p:spPr>
      </p:pic>
      <p:pic>
        <p:nvPicPr>
          <p:cNvPr id="21" name="Picture 20" descr="e3x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752235"/>
            <a:ext cx="238065" cy="161884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58326" y="969388"/>
            <a:ext cx="438040" cy="16430"/>
            <a:chOff x="4658326" y="969388"/>
            <a:chExt cx="438040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58326" y="977603"/>
              <a:ext cx="438040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065706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065706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772867"/>
            <a:ext cx="920520" cy="409472"/>
          </a:xfrm>
          <a:prstGeom prst="rect">
            <a:avLst/>
          </a:prstGeom>
        </p:spPr>
      </p:pic>
      <p:pic>
        <p:nvPicPr>
          <p:cNvPr id="27" name="Picture 26" descr="e3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752235"/>
            <a:ext cx="349162" cy="161884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969388"/>
            <a:ext cx="571357" cy="16430"/>
            <a:chOff x="3123596" y="96938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28428"/>
            <a:ext cx="920520" cy="498350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44116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969388"/>
            <a:ext cx="914172" cy="16430"/>
            <a:chOff x="1285729" y="96938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68398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Route70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1" name="Picture 40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4648576"/>
            <a:ext cx="920520" cy="504699"/>
          </a:xfrm>
          <a:prstGeom prst="rect">
            <a:avLst/>
          </a:prstGeom>
        </p:spPr>
      </p:pic>
      <p:pic>
        <p:nvPicPr>
          <p:cNvPr id="42" name="Picture 41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4237516"/>
            <a:ext cx="634841" cy="599925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1526239" y="4892710"/>
            <a:ext cx="914172" cy="16431"/>
            <a:chOff x="1526239" y="4892710"/>
            <a:chExt cx="914172" cy="16431"/>
          </a:xfrm>
        </p:grpSpPr>
        <p:sp>
          <p:nvSpPr>
            <p:cNvPr id="43" name="Straight Connector 42"/>
            <p:cNvSpPr/>
            <p:nvPr/>
          </p:nvSpPr>
          <p:spPr>
            <a:xfrm>
              <a:off x="1526239" y="490092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2409751" y="490092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2409751" y="489271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4689841"/>
            <a:ext cx="920520" cy="422169"/>
          </a:xfrm>
          <a:prstGeom prst="rect">
            <a:avLst/>
          </a:prstGeom>
        </p:spPr>
      </p:pic>
      <p:pic>
        <p:nvPicPr>
          <p:cNvPr id="48" name="Picture 47" descr="e1x1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91233" y="3367783"/>
            <a:ext cx="276156" cy="155536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7987436" y="3578588"/>
            <a:ext cx="483749" cy="16430"/>
            <a:chOff x="7987436" y="3578588"/>
            <a:chExt cx="483749" cy="16430"/>
          </a:xfrm>
        </p:grpSpPr>
        <p:sp>
          <p:nvSpPr>
            <p:cNvPr id="49" name="Straight Connector 48"/>
            <p:cNvSpPr/>
            <p:nvPr/>
          </p:nvSpPr>
          <p:spPr>
            <a:xfrm>
              <a:off x="7987436" y="3586803"/>
              <a:ext cx="483749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8440525" y="35868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8440525" y="35785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3343976"/>
            <a:ext cx="920520" cy="485653"/>
          </a:xfrm>
          <a:prstGeom prst="rect">
            <a:avLst/>
          </a:prstGeom>
        </p:spPr>
      </p:pic>
      <p:pic>
        <p:nvPicPr>
          <p:cNvPr id="54" name="Picture 53" descr="e2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3056710"/>
            <a:ext cx="634841" cy="466608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6142269" y="3578588"/>
            <a:ext cx="914172" cy="16430"/>
            <a:chOff x="6142269" y="3578588"/>
            <a:chExt cx="914172" cy="16430"/>
          </a:xfrm>
        </p:grpSpPr>
        <p:sp>
          <p:nvSpPr>
            <p:cNvPr id="55" name="Straight Connector 54"/>
            <p:cNvSpPr/>
            <p:nvPr/>
          </p:nvSpPr>
          <p:spPr>
            <a:xfrm>
              <a:off x="6142269" y="35868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7025780" y="35868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7025780" y="35785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3356673"/>
            <a:ext cx="920520" cy="460260"/>
          </a:xfrm>
          <a:prstGeom prst="rect">
            <a:avLst/>
          </a:prstGeom>
        </p:spPr>
      </p:pic>
      <p:pic>
        <p:nvPicPr>
          <p:cNvPr id="60" name="Picture 59" descr="e8x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8314" y="3263034"/>
            <a:ext cx="349162" cy="260285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4647216" y="3578588"/>
            <a:ext cx="571357" cy="16430"/>
            <a:chOff x="4647216" y="3578588"/>
            <a:chExt cx="571357" cy="16430"/>
          </a:xfrm>
        </p:grpSpPr>
        <p:sp>
          <p:nvSpPr>
            <p:cNvPr id="61" name="Straight Connector 60"/>
            <p:cNvSpPr/>
            <p:nvPr/>
          </p:nvSpPr>
          <p:spPr>
            <a:xfrm>
              <a:off x="4647216" y="35868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>
              <a:off x="5187913" y="35868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 flipV="1">
              <a:off x="5187913" y="35785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5" name="Picture 64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3382067"/>
            <a:ext cx="920520" cy="409472"/>
          </a:xfrm>
          <a:prstGeom prst="rect">
            <a:avLst/>
          </a:prstGeom>
        </p:spPr>
      </p:pic>
      <p:pic>
        <p:nvPicPr>
          <p:cNvPr id="66" name="Picture 65" descr="e3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3361434"/>
            <a:ext cx="349162" cy="161884"/>
          </a:xfrm>
          <a:prstGeom prst="rect">
            <a:avLst/>
          </a:prstGeom>
        </p:spPr>
      </p:pic>
      <p:grpSp>
        <p:nvGrpSpPr>
          <p:cNvPr id="70" name="Group 69"/>
          <p:cNvGrpSpPr/>
          <p:nvPr/>
        </p:nvGrpSpPr>
        <p:grpSpPr>
          <a:xfrm>
            <a:off x="3123596" y="3578588"/>
            <a:ext cx="571357" cy="16430"/>
            <a:chOff x="3123596" y="3578588"/>
            <a:chExt cx="571357" cy="16430"/>
          </a:xfrm>
        </p:grpSpPr>
        <p:sp>
          <p:nvSpPr>
            <p:cNvPr id="67" name="Straight Connector 66"/>
            <p:cNvSpPr/>
            <p:nvPr/>
          </p:nvSpPr>
          <p:spPr>
            <a:xfrm>
              <a:off x="3123596" y="35868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aight Connector 67"/>
            <p:cNvSpPr/>
            <p:nvPr/>
          </p:nvSpPr>
          <p:spPr>
            <a:xfrm>
              <a:off x="3664293" y="35868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 flipV="1">
              <a:off x="3664293" y="35785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1" name="Picture 70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3337628"/>
            <a:ext cx="920520" cy="498350"/>
          </a:xfrm>
          <a:prstGeom prst="rect">
            <a:avLst/>
          </a:prstGeom>
        </p:spPr>
      </p:pic>
      <p:pic>
        <p:nvPicPr>
          <p:cNvPr id="72" name="Picture 71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3050362"/>
            <a:ext cx="634841" cy="472957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1285729" y="3578588"/>
            <a:ext cx="914172" cy="16430"/>
            <a:chOff x="1285729" y="3578588"/>
            <a:chExt cx="914172" cy="16430"/>
          </a:xfrm>
        </p:grpSpPr>
        <p:sp>
          <p:nvSpPr>
            <p:cNvPr id="73" name="Straight Connector 72"/>
            <p:cNvSpPr/>
            <p:nvPr/>
          </p:nvSpPr>
          <p:spPr>
            <a:xfrm>
              <a:off x="1285729" y="35868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>
              <a:off x="2169241" y="35868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traight Connector 74"/>
            <p:cNvSpPr/>
            <p:nvPr/>
          </p:nvSpPr>
          <p:spPr>
            <a:xfrm flipV="1">
              <a:off x="2169241" y="35785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7" name="Picture 76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3293189"/>
            <a:ext cx="920520" cy="58722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04874" y="28344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Route71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4874" y="28344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099686"/>
            <a:ext cx="920520" cy="504699"/>
          </a:xfrm>
          <a:prstGeom prst="rect">
            <a:avLst/>
          </a:prstGeom>
        </p:spPr>
      </p:pic>
      <p:pic>
        <p:nvPicPr>
          <p:cNvPr id="3" name="Picture 2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8862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343821"/>
            <a:ext cx="914172" cy="16430"/>
            <a:chOff x="1526239" y="234382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35203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35203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34382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140951"/>
            <a:ext cx="920520" cy="422169"/>
          </a:xfrm>
          <a:prstGeom prst="rect">
            <a:avLst/>
          </a:prstGeom>
        </p:spPr>
      </p:pic>
      <p:pic>
        <p:nvPicPr>
          <p:cNvPr id="9" name="Picture 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4457" y="441162"/>
            <a:ext cx="634841" cy="533267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554792" y="1029698"/>
            <a:ext cx="914172" cy="16430"/>
            <a:chOff x="7554792" y="1029698"/>
            <a:chExt cx="914172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554792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438303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438303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6968" y="795086"/>
            <a:ext cx="920520" cy="485653"/>
          </a:xfrm>
          <a:prstGeom prst="rect">
            <a:avLst/>
          </a:prstGeom>
        </p:spPr>
      </p:pic>
      <p:pic>
        <p:nvPicPr>
          <p:cNvPr id="15" name="Picture 14" descr="e2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0837" y="856984"/>
            <a:ext cx="349162" cy="117445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059739" y="1029698"/>
            <a:ext cx="571357" cy="16430"/>
            <a:chOff x="6059739" y="1029698"/>
            <a:chExt cx="571357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059739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6600436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6600436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3348" y="807783"/>
            <a:ext cx="920520" cy="460260"/>
          </a:xfrm>
          <a:prstGeom prst="rect">
            <a:avLst/>
          </a:prstGeom>
        </p:spPr>
      </p:pic>
      <p:pic>
        <p:nvPicPr>
          <p:cNvPr id="21" name="Picture 20" descr="e3x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812545"/>
            <a:ext cx="238065" cy="161884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58326" y="1029698"/>
            <a:ext cx="438040" cy="16430"/>
            <a:chOff x="4658326" y="1029698"/>
            <a:chExt cx="438040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58326" y="1037913"/>
              <a:ext cx="438040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065706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065706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833177"/>
            <a:ext cx="920520" cy="409472"/>
          </a:xfrm>
          <a:prstGeom prst="rect">
            <a:avLst/>
          </a:prstGeom>
        </p:spPr>
      </p:pic>
      <p:pic>
        <p:nvPicPr>
          <p:cNvPr id="27" name="Picture 26" descr="e3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812545"/>
            <a:ext cx="349162" cy="161884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1029698"/>
            <a:ext cx="571357" cy="16430"/>
            <a:chOff x="3123596" y="102969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88738"/>
            <a:ext cx="920520" cy="498350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50147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1029698"/>
            <a:ext cx="914172" cy="16430"/>
            <a:chOff x="1285729" y="102969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74429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Route72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1" name="Picture 40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4708886"/>
            <a:ext cx="920520" cy="504699"/>
          </a:xfrm>
          <a:prstGeom prst="rect">
            <a:avLst/>
          </a:prstGeom>
        </p:spPr>
      </p:pic>
      <p:pic>
        <p:nvPicPr>
          <p:cNvPr id="42" name="Picture 41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4297826"/>
            <a:ext cx="634841" cy="599925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1526239" y="4953020"/>
            <a:ext cx="914172" cy="16431"/>
            <a:chOff x="1526239" y="4953020"/>
            <a:chExt cx="914172" cy="16431"/>
          </a:xfrm>
        </p:grpSpPr>
        <p:sp>
          <p:nvSpPr>
            <p:cNvPr id="43" name="Straight Connector 42"/>
            <p:cNvSpPr/>
            <p:nvPr/>
          </p:nvSpPr>
          <p:spPr>
            <a:xfrm>
              <a:off x="1526239" y="496123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2409751" y="496123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2409751" y="495302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4750151"/>
            <a:ext cx="920520" cy="422169"/>
          </a:xfrm>
          <a:prstGeom prst="rect">
            <a:avLst/>
          </a:prstGeom>
        </p:spPr>
      </p:pic>
      <p:pic>
        <p:nvPicPr>
          <p:cNvPr id="48" name="Picture 47" descr="e5x1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91233" y="3421744"/>
            <a:ext cx="199975" cy="161884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7995054" y="3638898"/>
            <a:ext cx="392332" cy="16430"/>
            <a:chOff x="7995054" y="3638898"/>
            <a:chExt cx="392332" cy="16430"/>
          </a:xfrm>
        </p:grpSpPr>
        <p:sp>
          <p:nvSpPr>
            <p:cNvPr id="49" name="Straight Connector 48"/>
            <p:cNvSpPr/>
            <p:nvPr/>
          </p:nvSpPr>
          <p:spPr>
            <a:xfrm>
              <a:off x="7995054" y="3647113"/>
              <a:ext cx="39233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8356726" y="36471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8356726" y="36388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3404286"/>
            <a:ext cx="920520" cy="485653"/>
          </a:xfrm>
          <a:prstGeom prst="rect">
            <a:avLst/>
          </a:prstGeom>
        </p:spPr>
      </p:pic>
      <p:pic>
        <p:nvPicPr>
          <p:cNvPr id="54" name="Picture 53" descr="e2x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1934" y="3117020"/>
            <a:ext cx="634841" cy="466608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6142269" y="3638898"/>
            <a:ext cx="914172" cy="16430"/>
            <a:chOff x="6142269" y="3638898"/>
            <a:chExt cx="914172" cy="16430"/>
          </a:xfrm>
        </p:grpSpPr>
        <p:sp>
          <p:nvSpPr>
            <p:cNvPr id="55" name="Straight Connector 54"/>
            <p:cNvSpPr/>
            <p:nvPr/>
          </p:nvSpPr>
          <p:spPr>
            <a:xfrm>
              <a:off x="6142269" y="36471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7025780" y="36471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7025780" y="36388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3416983"/>
            <a:ext cx="920520" cy="460260"/>
          </a:xfrm>
          <a:prstGeom prst="rect">
            <a:avLst/>
          </a:prstGeom>
        </p:spPr>
      </p:pic>
      <p:pic>
        <p:nvPicPr>
          <p:cNvPr id="60" name="Picture 59" descr="e3x2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58314" y="3269382"/>
            <a:ext cx="349162" cy="314246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4647216" y="3638898"/>
            <a:ext cx="571357" cy="16430"/>
            <a:chOff x="4647216" y="3638898"/>
            <a:chExt cx="571357" cy="16430"/>
          </a:xfrm>
        </p:grpSpPr>
        <p:sp>
          <p:nvSpPr>
            <p:cNvPr id="61" name="Straight Connector 60"/>
            <p:cNvSpPr/>
            <p:nvPr/>
          </p:nvSpPr>
          <p:spPr>
            <a:xfrm>
              <a:off x="4647216" y="36471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>
              <a:off x="5187913" y="36471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 flipV="1">
              <a:off x="5187913" y="36388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5" name="Picture 64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3442377"/>
            <a:ext cx="920520" cy="409472"/>
          </a:xfrm>
          <a:prstGeom prst="rect">
            <a:avLst/>
          </a:prstGeom>
        </p:spPr>
      </p:pic>
      <p:pic>
        <p:nvPicPr>
          <p:cNvPr id="66" name="Picture 65" descr="e3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3421744"/>
            <a:ext cx="349162" cy="161884"/>
          </a:xfrm>
          <a:prstGeom prst="rect">
            <a:avLst/>
          </a:prstGeom>
        </p:spPr>
      </p:pic>
      <p:grpSp>
        <p:nvGrpSpPr>
          <p:cNvPr id="70" name="Group 69"/>
          <p:cNvGrpSpPr/>
          <p:nvPr/>
        </p:nvGrpSpPr>
        <p:grpSpPr>
          <a:xfrm>
            <a:off x="3123596" y="3638898"/>
            <a:ext cx="571357" cy="16430"/>
            <a:chOff x="3123596" y="3638898"/>
            <a:chExt cx="571357" cy="16430"/>
          </a:xfrm>
        </p:grpSpPr>
        <p:sp>
          <p:nvSpPr>
            <p:cNvPr id="67" name="Straight Connector 66"/>
            <p:cNvSpPr/>
            <p:nvPr/>
          </p:nvSpPr>
          <p:spPr>
            <a:xfrm>
              <a:off x="3123596" y="36471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aight Connector 67"/>
            <p:cNvSpPr/>
            <p:nvPr/>
          </p:nvSpPr>
          <p:spPr>
            <a:xfrm>
              <a:off x="3664293" y="36471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 flipV="1">
              <a:off x="3664293" y="36388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1" name="Picture 70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3397938"/>
            <a:ext cx="920520" cy="498350"/>
          </a:xfrm>
          <a:prstGeom prst="rect">
            <a:avLst/>
          </a:prstGeom>
        </p:spPr>
      </p:pic>
      <p:pic>
        <p:nvPicPr>
          <p:cNvPr id="72" name="Picture 71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3110672"/>
            <a:ext cx="634841" cy="472957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1285729" y="3638898"/>
            <a:ext cx="914172" cy="16430"/>
            <a:chOff x="1285729" y="3638898"/>
            <a:chExt cx="914172" cy="16430"/>
          </a:xfrm>
        </p:grpSpPr>
        <p:sp>
          <p:nvSpPr>
            <p:cNvPr id="73" name="Straight Connector 72"/>
            <p:cNvSpPr/>
            <p:nvPr/>
          </p:nvSpPr>
          <p:spPr>
            <a:xfrm>
              <a:off x="1285729" y="36471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>
              <a:off x="2169241" y="36471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traight Connector 74"/>
            <p:cNvSpPr/>
            <p:nvPr/>
          </p:nvSpPr>
          <p:spPr>
            <a:xfrm flipV="1">
              <a:off x="2169241" y="36388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7" name="Picture 76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3353499"/>
            <a:ext cx="920520" cy="58722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04874" y="289477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Route78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4874" y="289477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039376"/>
            <a:ext cx="920520" cy="504699"/>
          </a:xfrm>
          <a:prstGeom prst="rect">
            <a:avLst/>
          </a:prstGeom>
        </p:spPr>
      </p:pic>
      <p:pic>
        <p:nvPicPr>
          <p:cNvPr id="3" name="Picture 2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2831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283511"/>
            <a:ext cx="914172" cy="16430"/>
            <a:chOff x="1526239" y="228351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29172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29172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28351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080641"/>
            <a:ext cx="920520" cy="422169"/>
          </a:xfrm>
          <a:prstGeom prst="rect">
            <a:avLst/>
          </a:prstGeom>
        </p:spPr>
      </p:pic>
      <p:pic>
        <p:nvPicPr>
          <p:cNvPr id="9" name="Picture 8" descr="e5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5554" y="752235"/>
            <a:ext cx="199975" cy="16188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709376" y="969388"/>
            <a:ext cx="392332" cy="16430"/>
            <a:chOff x="7709376" y="969388"/>
            <a:chExt cx="392332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709376" y="977603"/>
              <a:ext cx="39233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071047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071047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8065" y="734777"/>
            <a:ext cx="920520" cy="485653"/>
          </a:xfrm>
          <a:prstGeom prst="rect">
            <a:avLst/>
          </a:prstGeom>
        </p:spPr>
      </p:pic>
      <p:pic>
        <p:nvPicPr>
          <p:cNvPr id="15" name="Picture 14" descr="e2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796674"/>
            <a:ext cx="349162" cy="117445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170837" y="969388"/>
            <a:ext cx="571357" cy="16430"/>
            <a:chOff x="6170837" y="969388"/>
            <a:chExt cx="571357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170837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6711534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6711534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747473"/>
            <a:ext cx="920520" cy="460260"/>
          </a:xfrm>
          <a:prstGeom prst="rect">
            <a:avLst/>
          </a:prstGeom>
        </p:spPr>
      </p:pic>
      <p:pic>
        <p:nvPicPr>
          <p:cNvPr id="21" name="Picture 20" descr="e8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653834"/>
            <a:ext cx="349162" cy="260285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47216" y="969388"/>
            <a:ext cx="571357" cy="16430"/>
            <a:chOff x="4647216" y="969388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4721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18791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18791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772867"/>
            <a:ext cx="920520" cy="409472"/>
          </a:xfrm>
          <a:prstGeom prst="rect">
            <a:avLst/>
          </a:prstGeom>
        </p:spPr>
      </p:pic>
      <p:pic>
        <p:nvPicPr>
          <p:cNvPr id="27" name="Picture 26" descr="e3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752235"/>
            <a:ext cx="349162" cy="161884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969388"/>
            <a:ext cx="571357" cy="16430"/>
            <a:chOff x="3123596" y="96938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28428"/>
            <a:ext cx="920520" cy="498350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44116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969388"/>
            <a:ext cx="914172" cy="16430"/>
            <a:chOff x="1285729" y="96938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68398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Route79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1" name="Picture 40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4648576"/>
            <a:ext cx="920520" cy="504699"/>
          </a:xfrm>
          <a:prstGeom prst="rect">
            <a:avLst/>
          </a:prstGeom>
        </p:spPr>
      </p:pic>
      <p:pic>
        <p:nvPicPr>
          <p:cNvPr id="42" name="Picture 41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4237516"/>
            <a:ext cx="634841" cy="599925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1526239" y="4892710"/>
            <a:ext cx="914172" cy="16431"/>
            <a:chOff x="1526239" y="4892710"/>
            <a:chExt cx="914172" cy="16431"/>
          </a:xfrm>
        </p:grpSpPr>
        <p:sp>
          <p:nvSpPr>
            <p:cNvPr id="43" name="Straight Connector 42"/>
            <p:cNvSpPr/>
            <p:nvPr/>
          </p:nvSpPr>
          <p:spPr>
            <a:xfrm>
              <a:off x="1526239" y="490092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2409751" y="490092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2409751" y="489271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4689841"/>
            <a:ext cx="920520" cy="422169"/>
          </a:xfrm>
          <a:prstGeom prst="rect">
            <a:avLst/>
          </a:prstGeom>
        </p:spPr>
      </p:pic>
      <p:pic>
        <p:nvPicPr>
          <p:cNvPr id="48" name="Picture 47" descr="e5x2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05554" y="3247163"/>
            <a:ext cx="349162" cy="276156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7694457" y="3578588"/>
            <a:ext cx="571357" cy="16430"/>
            <a:chOff x="7694457" y="3578588"/>
            <a:chExt cx="571357" cy="16430"/>
          </a:xfrm>
        </p:grpSpPr>
        <p:sp>
          <p:nvSpPr>
            <p:cNvPr id="49" name="Straight Connector 48"/>
            <p:cNvSpPr/>
            <p:nvPr/>
          </p:nvSpPr>
          <p:spPr>
            <a:xfrm>
              <a:off x="7694457" y="35868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8235154" y="35868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8235154" y="35785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8065" y="3343976"/>
            <a:ext cx="920520" cy="485653"/>
          </a:xfrm>
          <a:prstGeom prst="rect">
            <a:avLst/>
          </a:prstGeom>
        </p:spPr>
      </p:pic>
      <p:pic>
        <p:nvPicPr>
          <p:cNvPr id="54" name="Picture 53" descr="e2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3405873"/>
            <a:ext cx="349162" cy="117445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6170837" y="3578588"/>
            <a:ext cx="571357" cy="16430"/>
            <a:chOff x="6170837" y="3578588"/>
            <a:chExt cx="571357" cy="16430"/>
          </a:xfrm>
        </p:grpSpPr>
        <p:sp>
          <p:nvSpPr>
            <p:cNvPr id="55" name="Straight Connector 54"/>
            <p:cNvSpPr/>
            <p:nvPr/>
          </p:nvSpPr>
          <p:spPr>
            <a:xfrm>
              <a:off x="6170837" y="35868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6711534" y="35868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6711534" y="35785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3356673"/>
            <a:ext cx="920520" cy="460260"/>
          </a:xfrm>
          <a:prstGeom prst="rect">
            <a:avLst/>
          </a:prstGeom>
        </p:spPr>
      </p:pic>
      <p:pic>
        <p:nvPicPr>
          <p:cNvPr id="60" name="Picture 59" descr="e3x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8314" y="3209072"/>
            <a:ext cx="349162" cy="314246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4647216" y="3578588"/>
            <a:ext cx="571357" cy="16430"/>
            <a:chOff x="4647216" y="3578588"/>
            <a:chExt cx="571357" cy="16430"/>
          </a:xfrm>
        </p:grpSpPr>
        <p:sp>
          <p:nvSpPr>
            <p:cNvPr id="61" name="Straight Connector 60"/>
            <p:cNvSpPr/>
            <p:nvPr/>
          </p:nvSpPr>
          <p:spPr>
            <a:xfrm>
              <a:off x="4647216" y="35868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>
              <a:off x="5187913" y="35868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 flipV="1">
              <a:off x="5187913" y="35785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5" name="Picture 64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3382067"/>
            <a:ext cx="920520" cy="409472"/>
          </a:xfrm>
          <a:prstGeom prst="rect">
            <a:avLst/>
          </a:prstGeom>
        </p:spPr>
      </p:pic>
      <p:pic>
        <p:nvPicPr>
          <p:cNvPr id="66" name="Picture 65" descr="e3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3361434"/>
            <a:ext cx="349162" cy="161884"/>
          </a:xfrm>
          <a:prstGeom prst="rect">
            <a:avLst/>
          </a:prstGeom>
        </p:spPr>
      </p:pic>
      <p:grpSp>
        <p:nvGrpSpPr>
          <p:cNvPr id="70" name="Group 69"/>
          <p:cNvGrpSpPr/>
          <p:nvPr/>
        </p:nvGrpSpPr>
        <p:grpSpPr>
          <a:xfrm>
            <a:off x="3123596" y="3578588"/>
            <a:ext cx="571357" cy="16430"/>
            <a:chOff x="3123596" y="3578588"/>
            <a:chExt cx="571357" cy="16430"/>
          </a:xfrm>
        </p:grpSpPr>
        <p:sp>
          <p:nvSpPr>
            <p:cNvPr id="67" name="Straight Connector 66"/>
            <p:cNvSpPr/>
            <p:nvPr/>
          </p:nvSpPr>
          <p:spPr>
            <a:xfrm>
              <a:off x="3123596" y="35868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aight Connector 67"/>
            <p:cNvSpPr/>
            <p:nvPr/>
          </p:nvSpPr>
          <p:spPr>
            <a:xfrm>
              <a:off x="3664293" y="35868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 flipV="1">
              <a:off x="3664293" y="35785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1" name="Picture 70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3337628"/>
            <a:ext cx="920520" cy="498350"/>
          </a:xfrm>
          <a:prstGeom prst="rect">
            <a:avLst/>
          </a:prstGeom>
        </p:spPr>
      </p:pic>
      <p:pic>
        <p:nvPicPr>
          <p:cNvPr id="72" name="Picture 71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3050362"/>
            <a:ext cx="634841" cy="472957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1285729" y="3578588"/>
            <a:ext cx="914172" cy="16430"/>
            <a:chOff x="1285729" y="3578588"/>
            <a:chExt cx="914172" cy="16430"/>
          </a:xfrm>
        </p:grpSpPr>
        <p:sp>
          <p:nvSpPr>
            <p:cNvPr id="73" name="Straight Connector 72"/>
            <p:cNvSpPr/>
            <p:nvPr/>
          </p:nvSpPr>
          <p:spPr>
            <a:xfrm>
              <a:off x="1285729" y="35868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>
              <a:off x="2169241" y="35868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traight Connector 74"/>
            <p:cNvSpPr/>
            <p:nvPr/>
          </p:nvSpPr>
          <p:spPr>
            <a:xfrm flipV="1">
              <a:off x="2169241" y="35785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7" name="Picture 76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3293189"/>
            <a:ext cx="920520" cy="58722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04874" y="28344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Route81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4874" y="28344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1335" y="6381694"/>
            <a:ext cx="920520" cy="504699"/>
          </a:xfrm>
          <a:prstGeom prst="rect">
            <a:avLst/>
          </a:prstGeom>
        </p:spPr>
      </p:pic>
      <p:pic>
        <p:nvPicPr>
          <p:cNvPr id="3" name="Picture 2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525" y="5970634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3049859" y="6625829"/>
            <a:ext cx="914172" cy="16430"/>
            <a:chOff x="3049859" y="6625829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3049859" y="6634044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3933371" y="663404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3933371" y="662582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2036" y="6422959"/>
            <a:ext cx="920520" cy="422169"/>
          </a:xfrm>
          <a:prstGeom prst="rect">
            <a:avLst/>
          </a:prstGeom>
        </p:spPr>
      </p:pic>
      <p:pic>
        <p:nvPicPr>
          <p:cNvPr id="9" name="Picture 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5904" y="6294403"/>
            <a:ext cx="349162" cy="276156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1554807" y="6625829"/>
            <a:ext cx="571357" cy="16430"/>
            <a:chOff x="1554807" y="6625829"/>
            <a:chExt cx="571357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1554807" y="6634044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2095504" y="663404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2095504" y="662582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415" y="6391217"/>
            <a:ext cx="920520" cy="485653"/>
          </a:xfrm>
          <a:prstGeom prst="rect">
            <a:avLst/>
          </a:prstGeom>
        </p:spPr>
      </p:pic>
      <p:pic>
        <p:nvPicPr>
          <p:cNvPr id="15" name="Picture 14" descr="e11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4397" y="4018496"/>
            <a:ext cx="260285" cy="155536"/>
          </a:xfrm>
          <a:prstGeom prst="rect">
            <a:avLst/>
          </a:prstGeom>
        </p:spPr>
      </p:pic>
      <p:pic>
        <p:nvPicPr>
          <p:cNvPr id="16" name="Picture 15" descr="e11x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8166" y="4005799"/>
            <a:ext cx="349162" cy="168233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7270922" y="4229301"/>
            <a:ext cx="959881" cy="16430"/>
            <a:chOff x="7270922" y="4229301"/>
            <a:chExt cx="959881" cy="16430"/>
          </a:xfrm>
        </p:grpSpPr>
        <p:sp>
          <p:nvSpPr>
            <p:cNvPr id="17" name="Straight Connector 16"/>
            <p:cNvSpPr/>
            <p:nvPr/>
          </p:nvSpPr>
          <p:spPr>
            <a:xfrm>
              <a:off x="7270922" y="4237516"/>
              <a:ext cx="959880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>
              <a:off x="8200143" y="423751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Straight Connector 18"/>
            <p:cNvSpPr/>
            <p:nvPr/>
          </p:nvSpPr>
          <p:spPr>
            <a:xfrm flipV="1">
              <a:off x="8200143" y="422930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1" name="Picture 20" descr="e10x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6908" y="3994689"/>
            <a:ext cx="920520" cy="485653"/>
          </a:xfrm>
          <a:prstGeom prst="rect">
            <a:avLst/>
          </a:prstGeom>
        </p:spPr>
      </p:pic>
      <p:pic>
        <p:nvPicPr>
          <p:cNvPr id="22" name="Picture 21" descr="e3x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90776" y="3859785"/>
            <a:ext cx="349162" cy="314246"/>
          </a:xfrm>
          <a:prstGeom prst="rect">
            <a:avLst/>
          </a:prstGeom>
        </p:spPr>
      </p:pic>
      <p:grpSp>
        <p:nvGrpSpPr>
          <p:cNvPr id="26" name="Group 25"/>
          <p:cNvGrpSpPr/>
          <p:nvPr/>
        </p:nvGrpSpPr>
        <p:grpSpPr>
          <a:xfrm>
            <a:off x="5779679" y="4229301"/>
            <a:ext cx="571357" cy="16430"/>
            <a:chOff x="5779679" y="4229301"/>
            <a:chExt cx="571357" cy="16430"/>
          </a:xfrm>
        </p:grpSpPr>
        <p:sp>
          <p:nvSpPr>
            <p:cNvPr id="23" name="Straight Connector 22"/>
            <p:cNvSpPr/>
            <p:nvPr/>
          </p:nvSpPr>
          <p:spPr>
            <a:xfrm>
              <a:off x="5779679" y="4237516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>
              <a:off x="6320376" y="423751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Straight Connector 24"/>
            <p:cNvSpPr/>
            <p:nvPr/>
          </p:nvSpPr>
          <p:spPr>
            <a:xfrm flipV="1">
              <a:off x="6320376" y="422930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7" name="Picture 26" descr="e11x4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3287" y="4026431"/>
            <a:ext cx="920520" cy="422169"/>
          </a:xfrm>
          <a:prstGeom prst="rect">
            <a:avLst/>
          </a:prstGeom>
        </p:spPr>
      </p:pic>
      <p:pic>
        <p:nvPicPr>
          <p:cNvPr id="28" name="Picture 27" descr="e3x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67156" y="4012147"/>
            <a:ext cx="349162" cy="161884"/>
          </a:xfrm>
          <a:prstGeom prst="rect">
            <a:avLst/>
          </a:prstGeom>
        </p:spPr>
      </p:pic>
      <p:grpSp>
        <p:nvGrpSpPr>
          <p:cNvPr id="32" name="Group 31"/>
          <p:cNvGrpSpPr/>
          <p:nvPr/>
        </p:nvGrpSpPr>
        <p:grpSpPr>
          <a:xfrm>
            <a:off x="4256059" y="4229301"/>
            <a:ext cx="571357" cy="16430"/>
            <a:chOff x="4256059" y="4229301"/>
            <a:chExt cx="571357" cy="16430"/>
          </a:xfrm>
        </p:grpSpPr>
        <p:sp>
          <p:nvSpPr>
            <p:cNvPr id="29" name="Straight Connector 28"/>
            <p:cNvSpPr/>
            <p:nvPr/>
          </p:nvSpPr>
          <p:spPr>
            <a:xfrm>
              <a:off x="4256059" y="4237516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>
              <a:off x="4796756" y="423751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Straight Connector 30"/>
            <p:cNvSpPr/>
            <p:nvPr/>
          </p:nvSpPr>
          <p:spPr>
            <a:xfrm flipV="1">
              <a:off x="4796756" y="422930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3" name="Picture 32" descr="e10x5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19667" y="3981992"/>
            <a:ext cx="920520" cy="511047"/>
          </a:xfrm>
          <a:prstGeom prst="rect">
            <a:avLst/>
          </a:prstGeom>
        </p:spPr>
      </p:pic>
      <p:pic>
        <p:nvPicPr>
          <p:cNvPr id="34" name="Picture 33" descr="e2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91199" y="3974057"/>
            <a:ext cx="288853" cy="199975"/>
          </a:xfrm>
          <a:prstGeom prst="rect">
            <a:avLst/>
          </a:prstGeom>
        </p:spPr>
      </p:pic>
      <p:pic>
        <p:nvPicPr>
          <p:cNvPr id="35" name="Picture 34" descr="e10x3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43536" y="3885179"/>
            <a:ext cx="349162" cy="288853"/>
          </a:xfrm>
          <a:prstGeom prst="rect">
            <a:avLst/>
          </a:prstGeom>
        </p:spPr>
      </p:pic>
      <p:grpSp>
        <p:nvGrpSpPr>
          <p:cNvPr id="39" name="Group 38"/>
          <p:cNvGrpSpPr/>
          <p:nvPr/>
        </p:nvGrpSpPr>
        <p:grpSpPr>
          <a:xfrm>
            <a:off x="2344868" y="4229301"/>
            <a:ext cx="994162" cy="16430"/>
            <a:chOff x="2344868" y="4229301"/>
            <a:chExt cx="994162" cy="16430"/>
          </a:xfrm>
        </p:grpSpPr>
        <p:sp>
          <p:nvSpPr>
            <p:cNvPr id="36" name="Straight Connector 35"/>
            <p:cNvSpPr/>
            <p:nvPr/>
          </p:nvSpPr>
          <p:spPr>
            <a:xfrm>
              <a:off x="2344868" y="4237516"/>
              <a:ext cx="99416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Straight Connector 36"/>
            <p:cNvSpPr/>
            <p:nvPr/>
          </p:nvSpPr>
          <p:spPr>
            <a:xfrm>
              <a:off x="3308369" y="423751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Straight Connector 37"/>
            <p:cNvSpPr/>
            <p:nvPr/>
          </p:nvSpPr>
          <p:spPr>
            <a:xfrm flipV="1">
              <a:off x="3308369" y="422930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0" name="Picture 39" descr="e9x4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43710" y="3969295"/>
            <a:ext cx="920520" cy="536441"/>
          </a:xfrm>
          <a:prstGeom prst="rect">
            <a:avLst/>
          </a:prstGeom>
        </p:spPr>
      </p:pic>
      <p:pic>
        <p:nvPicPr>
          <p:cNvPr id="41" name="Picture 40" descr="e9x1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1900" y="3675681"/>
            <a:ext cx="634841" cy="498350"/>
          </a:xfrm>
          <a:prstGeom prst="rect">
            <a:avLst/>
          </a:prstGeom>
        </p:spPr>
      </p:pic>
      <p:grpSp>
        <p:nvGrpSpPr>
          <p:cNvPr id="45" name="Group 44"/>
          <p:cNvGrpSpPr/>
          <p:nvPr/>
        </p:nvGrpSpPr>
        <p:grpSpPr>
          <a:xfrm>
            <a:off x="542234" y="4229301"/>
            <a:ext cx="914172" cy="16430"/>
            <a:chOff x="542234" y="4229301"/>
            <a:chExt cx="914172" cy="16430"/>
          </a:xfrm>
        </p:grpSpPr>
        <p:sp>
          <p:nvSpPr>
            <p:cNvPr id="42" name="Straight Connector 41"/>
            <p:cNvSpPr/>
            <p:nvPr/>
          </p:nvSpPr>
          <p:spPr>
            <a:xfrm>
              <a:off x="542234" y="423751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Straight Connector 42"/>
            <p:cNvSpPr/>
            <p:nvPr/>
          </p:nvSpPr>
          <p:spPr>
            <a:xfrm>
              <a:off x="1425746" y="423751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 flipV="1">
              <a:off x="1425746" y="422930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6" name="Picture 45" descr="e8x5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15996" y="2029854"/>
            <a:ext cx="1206199" cy="987178"/>
          </a:xfrm>
          <a:prstGeom prst="rect">
            <a:avLst/>
          </a:prstGeom>
        </p:spPr>
      </p:pic>
      <p:pic>
        <p:nvPicPr>
          <p:cNvPr id="47" name="Picture 46" descr="e8x2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41539" y="2199674"/>
            <a:ext cx="349162" cy="260285"/>
          </a:xfrm>
          <a:prstGeom prst="rect">
            <a:avLst/>
          </a:prstGeom>
        </p:spPr>
      </p:pic>
      <p:pic>
        <p:nvPicPr>
          <p:cNvPr id="48" name="Picture 47" descr="e8x3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54186" y="2066357"/>
            <a:ext cx="634841" cy="393601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5960609" y="2515228"/>
            <a:ext cx="1409348" cy="16430"/>
            <a:chOff x="5960609" y="2515228"/>
            <a:chExt cx="1409348" cy="16430"/>
          </a:xfrm>
        </p:grpSpPr>
        <p:sp>
          <p:nvSpPr>
            <p:cNvPr id="49" name="Straight Connector 48"/>
            <p:cNvSpPr/>
            <p:nvPr/>
          </p:nvSpPr>
          <p:spPr>
            <a:xfrm>
              <a:off x="5960609" y="2523443"/>
              <a:ext cx="1409348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7339297" y="252344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7339297" y="251522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7x4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08371" y="2086990"/>
            <a:ext cx="1206199" cy="872907"/>
          </a:xfrm>
          <a:prstGeom prst="rect">
            <a:avLst/>
          </a:prstGeom>
        </p:spPr>
      </p:pic>
      <p:pic>
        <p:nvPicPr>
          <p:cNvPr id="54" name="Picture 53" descr="e1x2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46561" y="1987002"/>
            <a:ext cx="634841" cy="472957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3906896" y="2515228"/>
            <a:ext cx="914172" cy="16430"/>
            <a:chOff x="3906896" y="2515228"/>
            <a:chExt cx="914172" cy="16430"/>
          </a:xfrm>
        </p:grpSpPr>
        <p:sp>
          <p:nvSpPr>
            <p:cNvPr id="55" name="Straight Connector 54"/>
            <p:cNvSpPr/>
            <p:nvPr/>
          </p:nvSpPr>
          <p:spPr>
            <a:xfrm>
              <a:off x="3906896" y="252344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4790407" y="252344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4790407" y="251522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6x4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713393" y="2139364"/>
            <a:ext cx="1206199" cy="768158"/>
          </a:xfrm>
          <a:prstGeom prst="rect">
            <a:avLst/>
          </a:prstGeom>
        </p:spPr>
      </p:pic>
      <p:pic>
        <p:nvPicPr>
          <p:cNvPr id="60" name="Picture 59" descr="e6x2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665904" y="1974305"/>
            <a:ext cx="920520" cy="485653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1497671" y="2515228"/>
            <a:ext cx="1256986" cy="16430"/>
            <a:chOff x="1497671" y="2515228"/>
            <a:chExt cx="1256986" cy="16430"/>
          </a:xfrm>
        </p:grpSpPr>
        <p:sp>
          <p:nvSpPr>
            <p:cNvPr id="61" name="Straight Connector 60"/>
            <p:cNvSpPr/>
            <p:nvPr/>
          </p:nvSpPr>
          <p:spPr>
            <a:xfrm>
              <a:off x="1497671" y="2523443"/>
              <a:ext cx="125698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>
              <a:off x="2723997" y="252344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 flipV="1">
              <a:off x="2723997" y="251522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5" name="Picture 64" descr="e5x3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8415" y="2220306"/>
            <a:ext cx="920520" cy="606273"/>
          </a:xfrm>
          <a:prstGeom prst="rect">
            <a:avLst/>
          </a:prstGeom>
        </p:spPr>
      </p:pic>
      <p:grpSp>
        <p:nvGrpSpPr>
          <p:cNvPr id="69" name="Group 68"/>
          <p:cNvGrpSpPr/>
          <p:nvPr/>
        </p:nvGrpSpPr>
        <p:grpSpPr>
          <a:xfrm>
            <a:off x="7827774" y="845594"/>
            <a:ext cx="457086" cy="16430"/>
            <a:chOff x="7827774" y="845594"/>
            <a:chExt cx="457086" cy="16430"/>
          </a:xfrm>
        </p:grpSpPr>
        <p:sp>
          <p:nvSpPr>
            <p:cNvPr id="66" name="Straight Connector 65"/>
            <p:cNvSpPr/>
            <p:nvPr/>
          </p:nvSpPr>
          <p:spPr>
            <a:xfrm>
              <a:off x="7827774" y="853809"/>
              <a:ext cx="45708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Straight Connector 66"/>
            <p:cNvSpPr/>
            <p:nvPr/>
          </p:nvSpPr>
          <p:spPr>
            <a:xfrm>
              <a:off x="8254199" y="85380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aight Connector 67"/>
            <p:cNvSpPr/>
            <p:nvPr/>
          </p:nvSpPr>
          <p:spPr>
            <a:xfrm flipV="1">
              <a:off x="8254199" y="84559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0" name="Picture 69" descr="e4x3.jp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881859" y="537976"/>
            <a:ext cx="920520" cy="631667"/>
          </a:xfrm>
          <a:prstGeom prst="rect">
            <a:avLst/>
          </a:prstGeom>
        </p:spPr>
      </p:pic>
      <p:grpSp>
        <p:nvGrpSpPr>
          <p:cNvPr id="74" name="Group 73"/>
          <p:cNvGrpSpPr/>
          <p:nvPr/>
        </p:nvGrpSpPr>
        <p:grpSpPr>
          <a:xfrm>
            <a:off x="6399380" y="845594"/>
            <a:ext cx="457086" cy="16430"/>
            <a:chOff x="6399380" y="845594"/>
            <a:chExt cx="457086" cy="16430"/>
          </a:xfrm>
        </p:grpSpPr>
        <p:sp>
          <p:nvSpPr>
            <p:cNvPr id="71" name="Straight Connector 70"/>
            <p:cNvSpPr/>
            <p:nvPr/>
          </p:nvSpPr>
          <p:spPr>
            <a:xfrm>
              <a:off x="6399380" y="853809"/>
              <a:ext cx="45708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Straight Connector 71"/>
            <p:cNvSpPr/>
            <p:nvPr/>
          </p:nvSpPr>
          <p:spPr>
            <a:xfrm>
              <a:off x="6825805" y="85380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Straight Connector 72"/>
            <p:cNvSpPr/>
            <p:nvPr/>
          </p:nvSpPr>
          <p:spPr>
            <a:xfrm flipV="1">
              <a:off x="6825805" y="84559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5" name="Picture 74" descr="e3x4.jp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167787" y="382439"/>
            <a:ext cx="1206199" cy="942740"/>
          </a:xfrm>
          <a:prstGeom prst="rect">
            <a:avLst/>
          </a:prstGeom>
        </p:spPr>
      </p:pic>
      <p:pic>
        <p:nvPicPr>
          <p:cNvPr id="76" name="Picture 75" descr="e3x2.jp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717049" y="441162"/>
            <a:ext cx="323769" cy="349162"/>
          </a:xfrm>
          <a:prstGeom prst="rect">
            <a:avLst/>
          </a:prstGeom>
        </p:spPr>
      </p:pic>
      <p:grpSp>
        <p:nvGrpSpPr>
          <p:cNvPr id="80" name="Group 79"/>
          <p:cNvGrpSpPr/>
          <p:nvPr/>
        </p:nvGrpSpPr>
        <p:grpSpPr>
          <a:xfrm>
            <a:off x="4608491" y="845594"/>
            <a:ext cx="540885" cy="16430"/>
            <a:chOff x="4608491" y="845594"/>
            <a:chExt cx="540885" cy="16430"/>
          </a:xfrm>
        </p:grpSpPr>
        <p:sp>
          <p:nvSpPr>
            <p:cNvPr id="77" name="Straight Connector 76"/>
            <p:cNvSpPr/>
            <p:nvPr/>
          </p:nvSpPr>
          <p:spPr>
            <a:xfrm>
              <a:off x="4608491" y="853809"/>
              <a:ext cx="54088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Straight Connector 77"/>
            <p:cNvSpPr/>
            <p:nvPr/>
          </p:nvSpPr>
          <p:spPr>
            <a:xfrm>
              <a:off x="5118716" y="85380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Straight Connector 78"/>
            <p:cNvSpPr/>
            <p:nvPr/>
          </p:nvSpPr>
          <p:spPr>
            <a:xfrm flipV="1">
              <a:off x="5118716" y="84559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1" name="Picture 80" descr="e2x3.jp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669560" y="411007"/>
            <a:ext cx="920520" cy="885604"/>
          </a:xfrm>
          <a:prstGeom prst="rect">
            <a:avLst/>
          </a:prstGeom>
        </p:spPr>
      </p:pic>
      <p:grpSp>
        <p:nvGrpSpPr>
          <p:cNvPr id="85" name="Group 84"/>
          <p:cNvGrpSpPr/>
          <p:nvPr/>
        </p:nvGrpSpPr>
        <p:grpSpPr>
          <a:xfrm>
            <a:off x="3187080" y="845594"/>
            <a:ext cx="457086" cy="16430"/>
            <a:chOff x="3187080" y="845594"/>
            <a:chExt cx="457086" cy="16430"/>
          </a:xfrm>
        </p:grpSpPr>
        <p:sp>
          <p:nvSpPr>
            <p:cNvPr id="82" name="Straight Connector 81"/>
            <p:cNvSpPr/>
            <p:nvPr/>
          </p:nvSpPr>
          <p:spPr>
            <a:xfrm>
              <a:off x="3187080" y="853809"/>
              <a:ext cx="45708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Straight Connector 82"/>
            <p:cNvSpPr/>
            <p:nvPr/>
          </p:nvSpPr>
          <p:spPr>
            <a:xfrm>
              <a:off x="3613506" y="85380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Straight Connector 83"/>
            <p:cNvSpPr/>
            <p:nvPr/>
          </p:nvSpPr>
          <p:spPr>
            <a:xfrm flipV="1">
              <a:off x="3613506" y="84559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6" name="Picture 85" descr="e1x5.jp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241166" y="515756"/>
            <a:ext cx="920520" cy="676106"/>
          </a:xfrm>
          <a:prstGeom prst="rect">
            <a:avLst/>
          </a:prstGeom>
        </p:spPr>
      </p:pic>
      <p:pic>
        <p:nvPicPr>
          <p:cNvPr id="87" name="Picture 86" descr="e1x1.jp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425394" y="634789"/>
            <a:ext cx="276156" cy="155536"/>
          </a:xfrm>
          <a:prstGeom prst="rect">
            <a:avLst/>
          </a:prstGeom>
        </p:spPr>
      </p:pic>
      <p:pic>
        <p:nvPicPr>
          <p:cNvPr id="88" name="Picture 87" descr="e1x3.jp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765035" y="453859"/>
            <a:ext cx="349162" cy="336466"/>
          </a:xfrm>
          <a:prstGeom prst="rect">
            <a:avLst/>
          </a:prstGeom>
        </p:spPr>
      </p:pic>
      <p:grpSp>
        <p:nvGrpSpPr>
          <p:cNvPr id="92" name="Group 91"/>
          <p:cNvGrpSpPr/>
          <p:nvPr/>
        </p:nvGrpSpPr>
        <p:grpSpPr>
          <a:xfrm>
            <a:off x="1280333" y="845594"/>
            <a:ext cx="978926" cy="16430"/>
            <a:chOff x="1280333" y="845594"/>
            <a:chExt cx="978926" cy="16430"/>
          </a:xfrm>
        </p:grpSpPr>
        <p:sp>
          <p:nvSpPr>
            <p:cNvPr id="89" name="Straight Connector 88"/>
            <p:cNvSpPr/>
            <p:nvPr/>
          </p:nvSpPr>
          <p:spPr>
            <a:xfrm>
              <a:off x="1280333" y="853809"/>
              <a:ext cx="97892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Straight Connector 89"/>
            <p:cNvSpPr/>
            <p:nvPr/>
          </p:nvSpPr>
          <p:spPr>
            <a:xfrm>
              <a:off x="2228598" y="85380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Straight Connector 90"/>
            <p:cNvSpPr/>
            <p:nvPr/>
          </p:nvSpPr>
          <p:spPr>
            <a:xfrm flipV="1">
              <a:off x="2228598" y="84559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3" name="Picture 92" descr="e1x2.jp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77905" y="518930"/>
            <a:ext cx="920520" cy="669758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Route82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039376"/>
            <a:ext cx="920520" cy="504699"/>
          </a:xfrm>
          <a:prstGeom prst="rect">
            <a:avLst/>
          </a:prstGeom>
        </p:spPr>
      </p:pic>
      <p:pic>
        <p:nvPicPr>
          <p:cNvPr id="3" name="Picture 2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2831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283511"/>
            <a:ext cx="914172" cy="16430"/>
            <a:chOff x="1526239" y="228351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29172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29172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28351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080641"/>
            <a:ext cx="920520" cy="422169"/>
          </a:xfrm>
          <a:prstGeom prst="rect">
            <a:avLst/>
          </a:prstGeom>
        </p:spPr>
      </p:pic>
      <p:pic>
        <p:nvPicPr>
          <p:cNvPr id="9" name="Picture 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0136" y="637963"/>
            <a:ext cx="349162" cy="276156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869038" y="969388"/>
            <a:ext cx="571357" cy="16430"/>
            <a:chOff x="7869038" y="969388"/>
            <a:chExt cx="571357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869038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409735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409735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647" y="734777"/>
            <a:ext cx="920520" cy="485653"/>
          </a:xfrm>
          <a:prstGeom prst="rect">
            <a:avLst/>
          </a:prstGeom>
        </p:spPr>
      </p:pic>
      <p:pic>
        <p:nvPicPr>
          <p:cNvPr id="15" name="Picture 14" descr="e2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0837" y="447511"/>
            <a:ext cx="634841" cy="466608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031171" y="969388"/>
            <a:ext cx="914172" cy="16430"/>
            <a:chOff x="6031171" y="969388"/>
            <a:chExt cx="914172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031171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691468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691468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3348" y="747473"/>
            <a:ext cx="920520" cy="460260"/>
          </a:xfrm>
          <a:prstGeom prst="rect">
            <a:avLst/>
          </a:prstGeom>
        </p:spPr>
      </p:pic>
      <p:pic>
        <p:nvPicPr>
          <p:cNvPr id="21" name="Picture 20" descr="e3x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752235"/>
            <a:ext cx="238065" cy="161884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58326" y="969388"/>
            <a:ext cx="438040" cy="16430"/>
            <a:chOff x="4658326" y="969388"/>
            <a:chExt cx="438040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58326" y="977603"/>
              <a:ext cx="438040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065706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065706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772867"/>
            <a:ext cx="920520" cy="409472"/>
          </a:xfrm>
          <a:prstGeom prst="rect">
            <a:avLst/>
          </a:prstGeom>
        </p:spPr>
      </p:pic>
      <p:pic>
        <p:nvPicPr>
          <p:cNvPr id="27" name="Picture 26" descr="e3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752235"/>
            <a:ext cx="349162" cy="161884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969388"/>
            <a:ext cx="571357" cy="16430"/>
            <a:chOff x="3123596" y="96938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28428"/>
            <a:ext cx="920520" cy="498350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44116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969388"/>
            <a:ext cx="914172" cy="16430"/>
            <a:chOff x="1285729" y="96938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68398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Route83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15" y="6153151"/>
            <a:ext cx="920520" cy="504699"/>
          </a:xfrm>
          <a:prstGeom prst="rect">
            <a:avLst/>
          </a:prstGeom>
        </p:spPr>
      </p:pic>
      <p:pic>
        <p:nvPicPr>
          <p:cNvPr id="3" name="Picture 2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829" y="3459835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7246164" y="4115029"/>
            <a:ext cx="914172" cy="16431"/>
            <a:chOff x="7246164" y="4115029"/>
            <a:chExt cx="914172" cy="16431"/>
          </a:xfrm>
        </p:grpSpPr>
        <p:sp>
          <p:nvSpPr>
            <p:cNvPr id="4" name="Straight Connector 3"/>
            <p:cNvSpPr/>
            <p:nvPr/>
          </p:nvSpPr>
          <p:spPr>
            <a:xfrm>
              <a:off x="7246164" y="4123245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8129675" y="412324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8129675" y="411502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340" y="3912160"/>
            <a:ext cx="920520" cy="422169"/>
          </a:xfrm>
          <a:prstGeom prst="rect">
            <a:avLst/>
          </a:prstGeom>
        </p:spPr>
      </p:pic>
      <p:pic>
        <p:nvPicPr>
          <p:cNvPr id="9" name="Picture 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2209" y="3783604"/>
            <a:ext cx="349162" cy="276156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5751111" y="4115029"/>
            <a:ext cx="571357" cy="16431"/>
            <a:chOff x="5751111" y="4115029"/>
            <a:chExt cx="571357" cy="16431"/>
          </a:xfrm>
        </p:grpSpPr>
        <p:sp>
          <p:nvSpPr>
            <p:cNvPr id="10" name="Straight Connector 9"/>
            <p:cNvSpPr/>
            <p:nvPr/>
          </p:nvSpPr>
          <p:spPr>
            <a:xfrm>
              <a:off x="5751111" y="4123245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6291808" y="412324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6291808" y="411502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4720" y="3880418"/>
            <a:ext cx="920520" cy="485653"/>
          </a:xfrm>
          <a:prstGeom prst="rect">
            <a:avLst/>
          </a:prstGeom>
        </p:spPr>
      </p:pic>
      <p:pic>
        <p:nvPicPr>
          <p:cNvPr id="15" name="Picture 14" descr="e11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4819" y="3904224"/>
            <a:ext cx="260285" cy="155536"/>
          </a:xfrm>
          <a:prstGeom prst="rect">
            <a:avLst/>
          </a:prstGeom>
        </p:spPr>
      </p:pic>
      <p:pic>
        <p:nvPicPr>
          <p:cNvPr id="16" name="Picture 15" descr="e11x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8588" y="3891527"/>
            <a:ext cx="349162" cy="168233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3871345" y="4115029"/>
            <a:ext cx="959880" cy="16431"/>
            <a:chOff x="3871345" y="4115029"/>
            <a:chExt cx="959880" cy="16431"/>
          </a:xfrm>
        </p:grpSpPr>
        <p:sp>
          <p:nvSpPr>
            <p:cNvPr id="17" name="Straight Connector 16"/>
            <p:cNvSpPr/>
            <p:nvPr/>
          </p:nvSpPr>
          <p:spPr>
            <a:xfrm>
              <a:off x="3871345" y="4123245"/>
              <a:ext cx="959880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>
              <a:off x="4800565" y="412324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Straight Connector 18"/>
            <p:cNvSpPr/>
            <p:nvPr/>
          </p:nvSpPr>
          <p:spPr>
            <a:xfrm flipV="1">
              <a:off x="4800565" y="411502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1" name="Picture 20" descr="e10x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67330" y="3880418"/>
            <a:ext cx="920520" cy="485653"/>
          </a:xfrm>
          <a:prstGeom prst="rect">
            <a:avLst/>
          </a:prstGeom>
        </p:spPr>
      </p:pic>
      <p:pic>
        <p:nvPicPr>
          <p:cNvPr id="22" name="Picture 21" descr="e3x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91199" y="3897876"/>
            <a:ext cx="349162" cy="161884"/>
          </a:xfrm>
          <a:prstGeom prst="rect">
            <a:avLst/>
          </a:prstGeom>
        </p:spPr>
      </p:pic>
      <p:grpSp>
        <p:nvGrpSpPr>
          <p:cNvPr id="26" name="Group 25"/>
          <p:cNvGrpSpPr/>
          <p:nvPr/>
        </p:nvGrpSpPr>
        <p:grpSpPr>
          <a:xfrm>
            <a:off x="2380101" y="4115029"/>
            <a:ext cx="571357" cy="16431"/>
            <a:chOff x="2380101" y="4115029"/>
            <a:chExt cx="571357" cy="16431"/>
          </a:xfrm>
        </p:grpSpPr>
        <p:sp>
          <p:nvSpPr>
            <p:cNvPr id="23" name="Straight Connector 22"/>
            <p:cNvSpPr/>
            <p:nvPr/>
          </p:nvSpPr>
          <p:spPr>
            <a:xfrm>
              <a:off x="2380101" y="4123245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>
              <a:off x="2920798" y="412324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Straight Connector 24"/>
            <p:cNvSpPr/>
            <p:nvPr/>
          </p:nvSpPr>
          <p:spPr>
            <a:xfrm flipV="1">
              <a:off x="2920798" y="411502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7" name="Picture 26" descr="e9x4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3710" y="3855024"/>
            <a:ext cx="920520" cy="536441"/>
          </a:xfrm>
          <a:prstGeom prst="rect">
            <a:avLst/>
          </a:prstGeom>
        </p:spPr>
      </p:pic>
      <p:pic>
        <p:nvPicPr>
          <p:cNvPr id="28" name="Picture 27" descr="e9x2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1900" y="3751862"/>
            <a:ext cx="634841" cy="307898"/>
          </a:xfrm>
          <a:prstGeom prst="rect">
            <a:avLst/>
          </a:prstGeom>
        </p:spPr>
      </p:pic>
      <p:grpSp>
        <p:nvGrpSpPr>
          <p:cNvPr id="32" name="Group 31"/>
          <p:cNvGrpSpPr/>
          <p:nvPr/>
        </p:nvGrpSpPr>
        <p:grpSpPr>
          <a:xfrm>
            <a:off x="542234" y="4115029"/>
            <a:ext cx="914172" cy="16431"/>
            <a:chOff x="542234" y="4115029"/>
            <a:chExt cx="914172" cy="16431"/>
          </a:xfrm>
        </p:grpSpPr>
        <p:sp>
          <p:nvSpPr>
            <p:cNvPr id="29" name="Straight Connector 28"/>
            <p:cNvSpPr/>
            <p:nvPr/>
          </p:nvSpPr>
          <p:spPr>
            <a:xfrm>
              <a:off x="542234" y="4123245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>
              <a:off x="1425746" y="412324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Straight Connector 30"/>
            <p:cNvSpPr/>
            <p:nvPr/>
          </p:nvSpPr>
          <p:spPr>
            <a:xfrm flipV="1">
              <a:off x="1425746" y="411502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3" name="Picture 32" descr="e10x5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01675" y="2267919"/>
            <a:ext cx="920520" cy="511047"/>
          </a:xfrm>
          <a:prstGeom prst="rect">
            <a:avLst/>
          </a:prstGeom>
        </p:spPr>
      </p:pic>
      <p:pic>
        <p:nvPicPr>
          <p:cNvPr id="34" name="Picture 33" descr="e9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39865" y="1961608"/>
            <a:ext cx="634841" cy="498350"/>
          </a:xfrm>
          <a:prstGeom prst="rect">
            <a:avLst/>
          </a:prstGeom>
        </p:spPr>
      </p:pic>
      <p:grpSp>
        <p:nvGrpSpPr>
          <p:cNvPr id="38" name="Group 37"/>
          <p:cNvGrpSpPr/>
          <p:nvPr/>
        </p:nvGrpSpPr>
        <p:grpSpPr>
          <a:xfrm>
            <a:off x="6700200" y="2515228"/>
            <a:ext cx="914172" cy="16430"/>
            <a:chOff x="6700200" y="2515228"/>
            <a:chExt cx="914172" cy="16430"/>
          </a:xfrm>
        </p:grpSpPr>
        <p:sp>
          <p:nvSpPr>
            <p:cNvPr id="35" name="Straight Connector 34"/>
            <p:cNvSpPr/>
            <p:nvPr/>
          </p:nvSpPr>
          <p:spPr>
            <a:xfrm>
              <a:off x="6700200" y="252344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>
              <a:off x="7583711" y="252344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Straight Connector 36"/>
            <p:cNvSpPr/>
            <p:nvPr/>
          </p:nvSpPr>
          <p:spPr>
            <a:xfrm flipV="1">
              <a:off x="7583711" y="251522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9" name="Picture 38" descr="e7x4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06697" y="2086990"/>
            <a:ext cx="1206199" cy="872907"/>
          </a:xfrm>
          <a:prstGeom prst="rect">
            <a:avLst/>
          </a:prstGeom>
        </p:spPr>
      </p:pic>
      <p:pic>
        <p:nvPicPr>
          <p:cNvPr id="40" name="Picture 39" descr="e1x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44887" y="1987002"/>
            <a:ext cx="634841" cy="472957"/>
          </a:xfrm>
          <a:prstGeom prst="rect">
            <a:avLst/>
          </a:prstGeom>
        </p:spPr>
      </p:pic>
      <p:grpSp>
        <p:nvGrpSpPr>
          <p:cNvPr id="44" name="Group 43"/>
          <p:cNvGrpSpPr/>
          <p:nvPr/>
        </p:nvGrpSpPr>
        <p:grpSpPr>
          <a:xfrm>
            <a:off x="4605222" y="2515228"/>
            <a:ext cx="914172" cy="16430"/>
            <a:chOff x="4605222" y="2515228"/>
            <a:chExt cx="914172" cy="16430"/>
          </a:xfrm>
        </p:grpSpPr>
        <p:sp>
          <p:nvSpPr>
            <p:cNvPr id="41" name="Straight Connector 40"/>
            <p:cNvSpPr/>
            <p:nvPr/>
          </p:nvSpPr>
          <p:spPr>
            <a:xfrm>
              <a:off x="4605222" y="252344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Straight Connector 41"/>
            <p:cNvSpPr/>
            <p:nvPr/>
          </p:nvSpPr>
          <p:spPr>
            <a:xfrm>
              <a:off x="5488733" y="252344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Straight Connector 42"/>
            <p:cNvSpPr/>
            <p:nvPr/>
          </p:nvSpPr>
          <p:spPr>
            <a:xfrm flipV="1">
              <a:off x="5488733" y="251522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5" name="Picture 44" descr="e6x4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11719" y="2139364"/>
            <a:ext cx="1206199" cy="768158"/>
          </a:xfrm>
          <a:prstGeom prst="rect">
            <a:avLst/>
          </a:prstGeom>
        </p:spPr>
      </p:pic>
      <p:pic>
        <p:nvPicPr>
          <p:cNvPr id="46" name="Picture 45" descr="e8x3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65904" y="2066357"/>
            <a:ext cx="634841" cy="393601"/>
          </a:xfrm>
          <a:prstGeom prst="rect">
            <a:avLst/>
          </a:prstGeom>
        </p:spPr>
      </p:pic>
      <p:pic>
        <p:nvPicPr>
          <p:cNvPr id="47" name="Picture 46" descr="e6x2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64230" y="1974305"/>
            <a:ext cx="920520" cy="485653"/>
          </a:xfrm>
          <a:prstGeom prst="rect">
            <a:avLst/>
          </a:prstGeom>
        </p:spPr>
      </p:pic>
      <p:grpSp>
        <p:nvGrpSpPr>
          <p:cNvPr id="51" name="Group 50"/>
          <p:cNvGrpSpPr/>
          <p:nvPr/>
        </p:nvGrpSpPr>
        <p:grpSpPr>
          <a:xfrm>
            <a:off x="1427839" y="2515228"/>
            <a:ext cx="2094977" cy="16430"/>
            <a:chOff x="1427839" y="2515228"/>
            <a:chExt cx="2094977" cy="16430"/>
          </a:xfrm>
        </p:grpSpPr>
        <p:sp>
          <p:nvSpPr>
            <p:cNvPr id="48" name="Straight Connector 47"/>
            <p:cNvSpPr/>
            <p:nvPr/>
          </p:nvSpPr>
          <p:spPr>
            <a:xfrm>
              <a:off x="1427839" y="2523443"/>
              <a:ext cx="209497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Straight Connector 48"/>
            <p:cNvSpPr/>
            <p:nvPr/>
          </p:nvSpPr>
          <p:spPr>
            <a:xfrm>
              <a:off x="3492156" y="252344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 flipV="1">
              <a:off x="3492156" y="251522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2" name="Picture 51" descr="e5x3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8415" y="2220306"/>
            <a:ext cx="920520" cy="606273"/>
          </a:xfrm>
          <a:prstGeom prst="rect">
            <a:avLst/>
          </a:prstGeom>
        </p:spPr>
      </p:pic>
      <p:pic>
        <p:nvPicPr>
          <p:cNvPr id="53" name="Picture 52" descr="e2x1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24575" y="590350"/>
            <a:ext cx="288853" cy="199975"/>
          </a:xfrm>
          <a:prstGeom prst="rect">
            <a:avLst/>
          </a:prstGeom>
        </p:spPr>
      </p:pic>
      <p:pic>
        <p:nvPicPr>
          <p:cNvPr id="54" name="Picture 53" descr="e10x3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76912" y="501472"/>
            <a:ext cx="349162" cy="288853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7878244" y="845594"/>
            <a:ext cx="994162" cy="16430"/>
            <a:chOff x="7878244" y="845594"/>
            <a:chExt cx="994162" cy="16430"/>
          </a:xfrm>
        </p:grpSpPr>
        <p:sp>
          <p:nvSpPr>
            <p:cNvPr id="55" name="Straight Connector 54"/>
            <p:cNvSpPr/>
            <p:nvPr/>
          </p:nvSpPr>
          <p:spPr>
            <a:xfrm>
              <a:off x="7878244" y="853809"/>
              <a:ext cx="99416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8841745" y="85380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8841745" y="84559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4x3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77086" y="537976"/>
            <a:ext cx="920520" cy="631667"/>
          </a:xfrm>
          <a:prstGeom prst="rect">
            <a:avLst/>
          </a:prstGeom>
        </p:spPr>
      </p:pic>
      <p:grpSp>
        <p:nvGrpSpPr>
          <p:cNvPr id="63" name="Group 62"/>
          <p:cNvGrpSpPr/>
          <p:nvPr/>
        </p:nvGrpSpPr>
        <p:grpSpPr>
          <a:xfrm>
            <a:off x="6494606" y="845594"/>
            <a:ext cx="457086" cy="16430"/>
            <a:chOff x="6494606" y="845594"/>
            <a:chExt cx="457086" cy="16430"/>
          </a:xfrm>
        </p:grpSpPr>
        <p:sp>
          <p:nvSpPr>
            <p:cNvPr id="60" name="Straight Connector 59"/>
            <p:cNvSpPr/>
            <p:nvPr/>
          </p:nvSpPr>
          <p:spPr>
            <a:xfrm>
              <a:off x="6494606" y="853809"/>
              <a:ext cx="45708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Straight Connector 60"/>
            <p:cNvSpPr/>
            <p:nvPr/>
          </p:nvSpPr>
          <p:spPr>
            <a:xfrm>
              <a:off x="6921031" y="85380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 flipV="1">
              <a:off x="6921031" y="84559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4" name="Picture 63" descr="e3x4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263013" y="382439"/>
            <a:ext cx="1206199" cy="942740"/>
          </a:xfrm>
          <a:prstGeom prst="rect">
            <a:avLst/>
          </a:prstGeom>
        </p:spPr>
      </p:pic>
      <p:pic>
        <p:nvPicPr>
          <p:cNvPr id="65" name="Picture 64" descr="e3x2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812275" y="441162"/>
            <a:ext cx="323769" cy="349162"/>
          </a:xfrm>
          <a:prstGeom prst="rect">
            <a:avLst/>
          </a:prstGeom>
        </p:spPr>
      </p:pic>
      <p:grpSp>
        <p:nvGrpSpPr>
          <p:cNvPr id="69" name="Group 68"/>
          <p:cNvGrpSpPr/>
          <p:nvPr/>
        </p:nvGrpSpPr>
        <p:grpSpPr>
          <a:xfrm>
            <a:off x="4703717" y="845594"/>
            <a:ext cx="540885" cy="16430"/>
            <a:chOff x="4703717" y="845594"/>
            <a:chExt cx="540885" cy="16430"/>
          </a:xfrm>
        </p:grpSpPr>
        <p:sp>
          <p:nvSpPr>
            <p:cNvPr id="66" name="Straight Connector 65"/>
            <p:cNvSpPr/>
            <p:nvPr/>
          </p:nvSpPr>
          <p:spPr>
            <a:xfrm>
              <a:off x="4703717" y="853809"/>
              <a:ext cx="54088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Straight Connector 66"/>
            <p:cNvSpPr/>
            <p:nvPr/>
          </p:nvSpPr>
          <p:spPr>
            <a:xfrm>
              <a:off x="5213942" y="85380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aight Connector 67"/>
            <p:cNvSpPr/>
            <p:nvPr/>
          </p:nvSpPr>
          <p:spPr>
            <a:xfrm flipV="1">
              <a:off x="5213942" y="84559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0" name="Picture 69" descr="e2x3.jp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764786" y="411007"/>
            <a:ext cx="920520" cy="885604"/>
          </a:xfrm>
          <a:prstGeom prst="rect">
            <a:avLst/>
          </a:prstGeom>
        </p:spPr>
      </p:pic>
      <p:pic>
        <p:nvPicPr>
          <p:cNvPr id="71" name="Picture 70" descr="e8x2.jp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288655" y="530040"/>
            <a:ext cx="349162" cy="260285"/>
          </a:xfrm>
          <a:prstGeom prst="rect">
            <a:avLst/>
          </a:prstGeom>
        </p:spPr>
      </p:pic>
      <p:grpSp>
        <p:nvGrpSpPr>
          <p:cNvPr id="75" name="Group 74"/>
          <p:cNvGrpSpPr/>
          <p:nvPr/>
        </p:nvGrpSpPr>
        <p:grpSpPr>
          <a:xfrm>
            <a:off x="3177558" y="845594"/>
            <a:ext cx="571357" cy="16430"/>
            <a:chOff x="3177558" y="845594"/>
            <a:chExt cx="571357" cy="16430"/>
          </a:xfrm>
        </p:grpSpPr>
        <p:sp>
          <p:nvSpPr>
            <p:cNvPr id="72" name="Straight Connector 71"/>
            <p:cNvSpPr/>
            <p:nvPr/>
          </p:nvSpPr>
          <p:spPr>
            <a:xfrm>
              <a:off x="3177558" y="853809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Straight Connector 72"/>
            <p:cNvSpPr/>
            <p:nvPr/>
          </p:nvSpPr>
          <p:spPr>
            <a:xfrm>
              <a:off x="3718255" y="85380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 flipV="1">
              <a:off x="3718255" y="84559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6" name="Picture 75" descr="e1x5.jp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241166" y="515756"/>
            <a:ext cx="920520" cy="676106"/>
          </a:xfrm>
          <a:prstGeom prst="rect">
            <a:avLst/>
          </a:prstGeom>
        </p:spPr>
      </p:pic>
      <p:pic>
        <p:nvPicPr>
          <p:cNvPr id="77" name="Picture 76" descr="e1x1.jp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425394" y="634789"/>
            <a:ext cx="276156" cy="155536"/>
          </a:xfrm>
          <a:prstGeom prst="rect">
            <a:avLst/>
          </a:prstGeom>
        </p:spPr>
      </p:pic>
      <p:pic>
        <p:nvPicPr>
          <p:cNvPr id="78" name="Picture 77" descr="e1x3.jp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765035" y="453859"/>
            <a:ext cx="349162" cy="336466"/>
          </a:xfrm>
          <a:prstGeom prst="rect">
            <a:avLst/>
          </a:prstGeom>
        </p:spPr>
      </p:pic>
      <p:grpSp>
        <p:nvGrpSpPr>
          <p:cNvPr id="82" name="Group 81"/>
          <p:cNvGrpSpPr/>
          <p:nvPr/>
        </p:nvGrpSpPr>
        <p:grpSpPr>
          <a:xfrm>
            <a:off x="1280333" y="845594"/>
            <a:ext cx="978926" cy="16430"/>
            <a:chOff x="1280333" y="845594"/>
            <a:chExt cx="978926" cy="16430"/>
          </a:xfrm>
        </p:grpSpPr>
        <p:sp>
          <p:nvSpPr>
            <p:cNvPr id="79" name="Straight Connector 78"/>
            <p:cNvSpPr/>
            <p:nvPr/>
          </p:nvSpPr>
          <p:spPr>
            <a:xfrm>
              <a:off x="1280333" y="853809"/>
              <a:ext cx="97892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Straight Connector 79"/>
            <p:cNvSpPr/>
            <p:nvPr/>
          </p:nvSpPr>
          <p:spPr>
            <a:xfrm>
              <a:off x="2228598" y="85380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Straight Connector 80"/>
            <p:cNvSpPr/>
            <p:nvPr/>
          </p:nvSpPr>
          <p:spPr>
            <a:xfrm flipV="1">
              <a:off x="2228598" y="84559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3" name="Picture 82" descr="e1x2.jp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77905" y="518930"/>
            <a:ext cx="920520" cy="66975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Route84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081" y="852222"/>
            <a:ext cx="920520" cy="504699"/>
          </a:xfrm>
          <a:prstGeom prst="rect">
            <a:avLst/>
          </a:prstGeom>
        </p:spPr>
      </p:pic>
      <p:pic>
        <p:nvPicPr>
          <p:cNvPr id="3" name="Picture 2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271" y="441162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6494606" y="1096357"/>
            <a:ext cx="914172" cy="16430"/>
            <a:chOff x="6494606" y="1096357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6494606" y="1104572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7378118" y="11045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7378118" y="109635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782" y="893487"/>
            <a:ext cx="920520" cy="422169"/>
          </a:xfrm>
          <a:prstGeom prst="rect">
            <a:avLst/>
          </a:prstGeom>
        </p:spPr>
      </p:pic>
      <p:pic>
        <p:nvPicPr>
          <p:cNvPr id="9" name="Picture 8" descr="e2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8314" y="841113"/>
            <a:ext cx="288853" cy="199975"/>
          </a:xfrm>
          <a:prstGeom prst="rect">
            <a:avLst/>
          </a:prstGeom>
        </p:spPr>
      </p:pic>
      <p:pic>
        <p:nvPicPr>
          <p:cNvPr id="10" name="Picture 9" descr="e2x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0651" y="923642"/>
            <a:ext cx="349162" cy="117445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4611983" y="1096357"/>
            <a:ext cx="994162" cy="16430"/>
            <a:chOff x="4611983" y="1096357"/>
            <a:chExt cx="994162" cy="16430"/>
          </a:xfrm>
        </p:grpSpPr>
        <p:sp>
          <p:nvSpPr>
            <p:cNvPr id="11" name="Straight Connector 10"/>
            <p:cNvSpPr/>
            <p:nvPr/>
          </p:nvSpPr>
          <p:spPr>
            <a:xfrm>
              <a:off x="4611983" y="1104572"/>
              <a:ext cx="99416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>
              <a:off x="5575484" y="11045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Straight Connector 12"/>
            <p:cNvSpPr/>
            <p:nvPr/>
          </p:nvSpPr>
          <p:spPr>
            <a:xfrm flipV="1">
              <a:off x="5575484" y="109635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5" name="Picture 14" descr="e2x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0825" y="899835"/>
            <a:ext cx="920520" cy="409472"/>
          </a:xfrm>
          <a:prstGeom prst="rect">
            <a:avLst/>
          </a:prstGeom>
        </p:spPr>
      </p:pic>
      <p:pic>
        <p:nvPicPr>
          <p:cNvPr id="16" name="Picture 15" descr="e3x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4693" y="879203"/>
            <a:ext cx="349162" cy="161884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3123596" y="1096357"/>
            <a:ext cx="571357" cy="16430"/>
            <a:chOff x="3123596" y="1096357"/>
            <a:chExt cx="571357" cy="16430"/>
          </a:xfrm>
        </p:grpSpPr>
        <p:sp>
          <p:nvSpPr>
            <p:cNvPr id="17" name="Straight Connector 16"/>
            <p:cNvSpPr/>
            <p:nvPr/>
          </p:nvSpPr>
          <p:spPr>
            <a:xfrm>
              <a:off x="3123596" y="1104572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>
              <a:off x="3664293" y="11045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Straight Connector 18"/>
            <p:cNvSpPr/>
            <p:nvPr/>
          </p:nvSpPr>
          <p:spPr>
            <a:xfrm flipV="1">
              <a:off x="3664293" y="109635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1" name="Picture 20" descr="e1x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7204" y="855396"/>
            <a:ext cx="920520" cy="498350"/>
          </a:xfrm>
          <a:prstGeom prst="rect">
            <a:avLst/>
          </a:prstGeom>
        </p:spPr>
      </p:pic>
      <p:pic>
        <p:nvPicPr>
          <p:cNvPr id="22" name="Picture 21" descr="e1x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5394" y="568131"/>
            <a:ext cx="634841" cy="472957"/>
          </a:xfrm>
          <a:prstGeom prst="rect">
            <a:avLst/>
          </a:prstGeom>
        </p:spPr>
      </p:pic>
      <p:grpSp>
        <p:nvGrpSpPr>
          <p:cNvPr id="26" name="Group 25"/>
          <p:cNvGrpSpPr/>
          <p:nvPr/>
        </p:nvGrpSpPr>
        <p:grpSpPr>
          <a:xfrm>
            <a:off x="1285729" y="1096357"/>
            <a:ext cx="914172" cy="16430"/>
            <a:chOff x="1285729" y="1096357"/>
            <a:chExt cx="914172" cy="16430"/>
          </a:xfrm>
        </p:grpSpPr>
        <p:sp>
          <p:nvSpPr>
            <p:cNvPr id="23" name="Straight Connector 22"/>
            <p:cNvSpPr/>
            <p:nvPr/>
          </p:nvSpPr>
          <p:spPr>
            <a:xfrm>
              <a:off x="1285729" y="1104572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>
              <a:off x="2169241" y="11045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Straight Connector 24"/>
            <p:cNvSpPr/>
            <p:nvPr/>
          </p:nvSpPr>
          <p:spPr>
            <a:xfrm flipV="1">
              <a:off x="2169241" y="109635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7" name="Picture 26" descr="e1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7905" y="810958"/>
            <a:ext cx="920520" cy="58722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30" name="Picture 29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3604261"/>
            <a:ext cx="920520" cy="504699"/>
          </a:xfrm>
          <a:prstGeom prst="rect">
            <a:avLst/>
          </a:prstGeom>
        </p:spPr>
      </p:pic>
      <p:pic>
        <p:nvPicPr>
          <p:cNvPr id="31" name="Picture 30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3193201"/>
            <a:ext cx="634841" cy="599925"/>
          </a:xfrm>
          <a:prstGeom prst="rect">
            <a:avLst/>
          </a:prstGeom>
        </p:spPr>
      </p:pic>
      <p:grpSp>
        <p:nvGrpSpPr>
          <p:cNvPr id="35" name="Group 34"/>
          <p:cNvGrpSpPr/>
          <p:nvPr/>
        </p:nvGrpSpPr>
        <p:grpSpPr>
          <a:xfrm>
            <a:off x="1526239" y="3848396"/>
            <a:ext cx="914172" cy="16430"/>
            <a:chOff x="1526239" y="3848396"/>
            <a:chExt cx="914172" cy="16430"/>
          </a:xfrm>
        </p:grpSpPr>
        <p:sp>
          <p:nvSpPr>
            <p:cNvPr id="32" name="Straight Connector 31"/>
            <p:cNvSpPr/>
            <p:nvPr/>
          </p:nvSpPr>
          <p:spPr>
            <a:xfrm>
              <a:off x="1526239" y="3856611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Straight Connector 32"/>
            <p:cNvSpPr/>
            <p:nvPr/>
          </p:nvSpPr>
          <p:spPr>
            <a:xfrm>
              <a:off x="2409751" y="385661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Straight Connector 33"/>
            <p:cNvSpPr/>
            <p:nvPr/>
          </p:nvSpPr>
          <p:spPr>
            <a:xfrm flipV="1">
              <a:off x="2409751" y="384839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6" name="Picture 35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3645526"/>
            <a:ext cx="920520" cy="422169"/>
          </a:xfrm>
          <a:prstGeom prst="rect">
            <a:avLst/>
          </a:prstGeom>
        </p:spPr>
      </p:pic>
      <p:pic>
        <p:nvPicPr>
          <p:cNvPr id="37" name="Picture 36" descr="e5x2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18201" y="1945737"/>
            <a:ext cx="634841" cy="533267"/>
          </a:xfrm>
          <a:prstGeom prst="rect">
            <a:avLst/>
          </a:prstGeom>
        </p:spPr>
      </p:pic>
      <p:grpSp>
        <p:nvGrpSpPr>
          <p:cNvPr id="41" name="Group 40"/>
          <p:cNvGrpSpPr/>
          <p:nvPr/>
        </p:nvGrpSpPr>
        <p:grpSpPr>
          <a:xfrm>
            <a:off x="8078536" y="2534273"/>
            <a:ext cx="914172" cy="16430"/>
            <a:chOff x="8078536" y="2534273"/>
            <a:chExt cx="914172" cy="16430"/>
          </a:xfrm>
        </p:grpSpPr>
        <p:sp>
          <p:nvSpPr>
            <p:cNvPr id="38" name="Straight Connector 37"/>
            <p:cNvSpPr/>
            <p:nvPr/>
          </p:nvSpPr>
          <p:spPr>
            <a:xfrm>
              <a:off x="8078536" y="2542488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Straight Connector 38"/>
            <p:cNvSpPr/>
            <p:nvPr/>
          </p:nvSpPr>
          <p:spPr>
            <a:xfrm>
              <a:off x="8962048" y="25424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Straight Connector 39"/>
            <p:cNvSpPr/>
            <p:nvPr/>
          </p:nvSpPr>
          <p:spPr>
            <a:xfrm flipV="1">
              <a:off x="8962048" y="25342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2" name="Picture 41" descr="e4x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70712" y="2299662"/>
            <a:ext cx="920520" cy="485653"/>
          </a:xfrm>
          <a:prstGeom prst="rect">
            <a:avLst/>
          </a:prstGeom>
        </p:spPr>
      </p:pic>
      <p:pic>
        <p:nvPicPr>
          <p:cNvPr id="43" name="Picture 42" descr="e2x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34" y="2361559"/>
            <a:ext cx="349162" cy="117445"/>
          </a:xfrm>
          <a:prstGeom prst="rect">
            <a:avLst/>
          </a:prstGeom>
        </p:spPr>
      </p:pic>
      <p:pic>
        <p:nvPicPr>
          <p:cNvPr id="44" name="Picture 43" descr="e2x3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94581" y="2161583"/>
            <a:ext cx="349162" cy="317420"/>
          </a:xfrm>
          <a:prstGeom prst="rect">
            <a:avLst/>
          </a:prstGeom>
        </p:spPr>
      </p:pic>
      <p:grpSp>
        <p:nvGrpSpPr>
          <p:cNvPr id="48" name="Group 47"/>
          <p:cNvGrpSpPr/>
          <p:nvPr/>
        </p:nvGrpSpPr>
        <p:grpSpPr>
          <a:xfrm>
            <a:off x="6129572" y="2534273"/>
            <a:ext cx="1066534" cy="16430"/>
            <a:chOff x="6129572" y="2534273"/>
            <a:chExt cx="1066534" cy="16430"/>
          </a:xfrm>
        </p:grpSpPr>
        <p:sp>
          <p:nvSpPr>
            <p:cNvPr id="45" name="Straight Connector 44"/>
            <p:cNvSpPr/>
            <p:nvPr/>
          </p:nvSpPr>
          <p:spPr>
            <a:xfrm>
              <a:off x="6129572" y="2542488"/>
              <a:ext cx="1066534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Straight Connector 45"/>
            <p:cNvSpPr/>
            <p:nvPr/>
          </p:nvSpPr>
          <p:spPr>
            <a:xfrm>
              <a:off x="7165446" y="25424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Straight Connector 46"/>
            <p:cNvSpPr/>
            <p:nvPr/>
          </p:nvSpPr>
          <p:spPr>
            <a:xfrm flipV="1">
              <a:off x="7165446" y="25342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9" name="Picture 48" descr="e3x4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34445" y="2312358"/>
            <a:ext cx="920520" cy="460260"/>
          </a:xfrm>
          <a:prstGeom prst="rect">
            <a:avLst/>
          </a:prstGeom>
        </p:spPr>
      </p:pic>
      <p:pic>
        <p:nvPicPr>
          <p:cNvPr id="50" name="Picture 49" descr="e3x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8314" y="2164758"/>
            <a:ext cx="349162" cy="314246"/>
          </a:xfrm>
          <a:prstGeom prst="rect">
            <a:avLst/>
          </a:prstGeom>
        </p:spPr>
      </p:pic>
      <p:grpSp>
        <p:nvGrpSpPr>
          <p:cNvPr id="54" name="Group 53"/>
          <p:cNvGrpSpPr/>
          <p:nvPr/>
        </p:nvGrpSpPr>
        <p:grpSpPr>
          <a:xfrm>
            <a:off x="4647216" y="2534273"/>
            <a:ext cx="571357" cy="16430"/>
            <a:chOff x="4647216" y="2534273"/>
            <a:chExt cx="571357" cy="16430"/>
          </a:xfrm>
        </p:grpSpPr>
        <p:sp>
          <p:nvSpPr>
            <p:cNvPr id="51" name="Straight Connector 50"/>
            <p:cNvSpPr/>
            <p:nvPr/>
          </p:nvSpPr>
          <p:spPr>
            <a:xfrm>
              <a:off x="4647216" y="2542488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Straight Connector 51"/>
            <p:cNvSpPr/>
            <p:nvPr/>
          </p:nvSpPr>
          <p:spPr>
            <a:xfrm>
              <a:off x="5187913" y="25424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Straight Connector 52"/>
            <p:cNvSpPr/>
            <p:nvPr/>
          </p:nvSpPr>
          <p:spPr>
            <a:xfrm flipV="1">
              <a:off x="5187913" y="25342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5" name="Picture 54" descr="e2x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0825" y="2337752"/>
            <a:ext cx="920520" cy="409472"/>
          </a:xfrm>
          <a:prstGeom prst="rect">
            <a:avLst/>
          </a:prstGeom>
        </p:spPr>
      </p:pic>
      <p:pic>
        <p:nvPicPr>
          <p:cNvPr id="56" name="Picture 55" descr="e3x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4693" y="2317120"/>
            <a:ext cx="349162" cy="161884"/>
          </a:xfrm>
          <a:prstGeom prst="rect">
            <a:avLst/>
          </a:prstGeom>
        </p:spPr>
      </p:pic>
      <p:grpSp>
        <p:nvGrpSpPr>
          <p:cNvPr id="60" name="Group 59"/>
          <p:cNvGrpSpPr/>
          <p:nvPr/>
        </p:nvGrpSpPr>
        <p:grpSpPr>
          <a:xfrm>
            <a:off x="3123596" y="2534273"/>
            <a:ext cx="571357" cy="16430"/>
            <a:chOff x="3123596" y="2534273"/>
            <a:chExt cx="571357" cy="16430"/>
          </a:xfrm>
        </p:grpSpPr>
        <p:sp>
          <p:nvSpPr>
            <p:cNvPr id="57" name="Straight Connector 56"/>
            <p:cNvSpPr/>
            <p:nvPr/>
          </p:nvSpPr>
          <p:spPr>
            <a:xfrm>
              <a:off x="3123596" y="2542488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Straight Connector 57"/>
            <p:cNvSpPr/>
            <p:nvPr/>
          </p:nvSpPr>
          <p:spPr>
            <a:xfrm>
              <a:off x="3664293" y="25424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Straight Connector 58"/>
            <p:cNvSpPr/>
            <p:nvPr/>
          </p:nvSpPr>
          <p:spPr>
            <a:xfrm flipV="1">
              <a:off x="3664293" y="25342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1" name="Picture 60" descr="e1x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7204" y="2293313"/>
            <a:ext cx="920520" cy="498350"/>
          </a:xfrm>
          <a:prstGeom prst="rect">
            <a:avLst/>
          </a:prstGeom>
        </p:spPr>
      </p:pic>
      <p:pic>
        <p:nvPicPr>
          <p:cNvPr id="62" name="Picture 61" descr="e1x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5394" y="2006047"/>
            <a:ext cx="634841" cy="472957"/>
          </a:xfrm>
          <a:prstGeom prst="rect">
            <a:avLst/>
          </a:prstGeom>
        </p:spPr>
      </p:pic>
      <p:grpSp>
        <p:nvGrpSpPr>
          <p:cNvPr id="66" name="Group 65"/>
          <p:cNvGrpSpPr/>
          <p:nvPr/>
        </p:nvGrpSpPr>
        <p:grpSpPr>
          <a:xfrm>
            <a:off x="1285729" y="2534273"/>
            <a:ext cx="914172" cy="16430"/>
            <a:chOff x="1285729" y="2534273"/>
            <a:chExt cx="914172" cy="16430"/>
          </a:xfrm>
        </p:grpSpPr>
        <p:sp>
          <p:nvSpPr>
            <p:cNvPr id="63" name="Straight Connector 62"/>
            <p:cNvSpPr/>
            <p:nvPr/>
          </p:nvSpPr>
          <p:spPr>
            <a:xfrm>
              <a:off x="1285729" y="2542488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Straight Connector 63"/>
            <p:cNvSpPr/>
            <p:nvPr/>
          </p:nvSpPr>
          <p:spPr>
            <a:xfrm>
              <a:off x="2169241" y="25424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Straight Connector 64"/>
            <p:cNvSpPr/>
            <p:nvPr/>
          </p:nvSpPr>
          <p:spPr>
            <a:xfrm flipV="1">
              <a:off x="2169241" y="25342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7" name="Picture 66" descr="e1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7905" y="2248874"/>
            <a:ext cx="920520" cy="587228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504874" y="1729841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Route86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4874" y="1729841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70" name="Picture 69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6213461"/>
            <a:ext cx="920520" cy="504699"/>
          </a:xfrm>
          <a:prstGeom prst="rect">
            <a:avLst/>
          </a:prstGeom>
        </p:spPr>
      </p:pic>
      <p:pic>
        <p:nvPicPr>
          <p:cNvPr id="71" name="Picture 70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5802401"/>
            <a:ext cx="634841" cy="599925"/>
          </a:xfrm>
          <a:prstGeom prst="rect">
            <a:avLst/>
          </a:prstGeom>
        </p:spPr>
      </p:pic>
      <p:grpSp>
        <p:nvGrpSpPr>
          <p:cNvPr id="75" name="Group 74"/>
          <p:cNvGrpSpPr/>
          <p:nvPr/>
        </p:nvGrpSpPr>
        <p:grpSpPr>
          <a:xfrm>
            <a:off x="1526239" y="6457595"/>
            <a:ext cx="914172" cy="16431"/>
            <a:chOff x="1526239" y="6457595"/>
            <a:chExt cx="914172" cy="16431"/>
          </a:xfrm>
        </p:grpSpPr>
        <p:sp>
          <p:nvSpPr>
            <p:cNvPr id="72" name="Straight Connector 71"/>
            <p:cNvSpPr/>
            <p:nvPr/>
          </p:nvSpPr>
          <p:spPr>
            <a:xfrm>
              <a:off x="1526239" y="6465811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Straight Connector 72"/>
            <p:cNvSpPr/>
            <p:nvPr/>
          </p:nvSpPr>
          <p:spPr>
            <a:xfrm>
              <a:off x="2409751" y="646581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 flipV="1">
              <a:off x="2409751" y="645759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6" name="Picture 75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6254726"/>
            <a:ext cx="920520" cy="422169"/>
          </a:xfrm>
          <a:prstGeom prst="rect">
            <a:avLst/>
          </a:prstGeom>
        </p:spPr>
      </p:pic>
      <p:pic>
        <p:nvPicPr>
          <p:cNvPr id="77" name="Picture 76" descr="e11x1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91233" y="4932668"/>
            <a:ext cx="260285" cy="155536"/>
          </a:xfrm>
          <a:prstGeom prst="rect">
            <a:avLst/>
          </a:prstGeom>
        </p:spPr>
      </p:pic>
      <p:grpSp>
        <p:nvGrpSpPr>
          <p:cNvPr id="81" name="Group 80"/>
          <p:cNvGrpSpPr/>
          <p:nvPr/>
        </p:nvGrpSpPr>
        <p:grpSpPr>
          <a:xfrm>
            <a:off x="7989023" y="5143473"/>
            <a:ext cx="464704" cy="16430"/>
            <a:chOff x="7989023" y="5143473"/>
            <a:chExt cx="464704" cy="16430"/>
          </a:xfrm>
        </p:grpSpPr>
        <p:sp>
          <p:nvSpPr>
            <p:cNvPr id="78" name="Straight Connector 77"/>
            <p:cNvSpPr/>
            <p:nvPr/>
          </p:nvSpPr>
          <p:spPr>
            <a:xfrm>
              <a:off x="7989023" y="5151688"/>
              <a:ext cx="464704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Straight Connector 78"/>
            <p:cNvSpPr/>
            <p:nvPr/>
          </p:nvSpPr>
          <p:spPr>
            <a:xfrm>
              <a:off x="8423067" y="51516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Straight Connector 79"/>
            <p:cNvSpPr/>
            <p:nvPr/>
          </p:nvSpPr>
          <p:spPr>
            <a:xfrm flipV="1">
              <a:off x="8423067" y="51434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2" name="Picture 81" descr="e4x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43744" y="4908861"/>
            <a:ext cx="920520" cy="485653"/>
          </a:xfrm>
          <a:prstGeom prst="rect">
            <a:avLst/>
          </a:prstGeom>
        </p:spPr>
      </p:pic>
      <p:pic>
        <p:nvPicPr>
          <p:cNvPr id="83" name="Picture 82" descr="e2x2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81934" y="4621595"/>
            <a:ext cx="634841" cy="466608"/>
          </a:xfrm>
          <a:prstGeom prst="rect">
            <a:avLst/>
          </a:prstGeom>
        </p:spPr>
      </p:pic>
      <p:grpSp>
        <p:nvGrpSpPr>
          <p:cNvPr id="87" name="Group 86"/>
          <p:cNvGrpSpPr/>
          <p:nvPr/>
        </p:nvGrpSpPr>
        <p:grpSpPr>
          <a:xfrm>
            <a:off x="6142269" y="5143473"/>
            <a:ext cx="914172" cy="16430"/>
            <a:chOff x="6142269" y="5143473"/>
            <a:chExt cx="914172" cy="16430"/>
          </a:xfrm>
        </p:grpSpPr>
        <p:sp>
          <p:nvSpPr>
            <p:cNvPr id="84" name="Straight Connector 83"/>
            <p:cNvSpPr/>
            <p:nvPr/>
          </p:nvSpPr>
          <p:spPr>
            <a:xfrm>
              <a:off x="6142269" y="5151688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Straight Connector 84"/>
            <p:cNvSpPr/>
            <p:nvPr/>
          </p:nvSpPr>
          <p:spPr>
            <a:xfrm>
              <a:off x="7025780" y="51516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Straight Connector 85"/>
            <p:cNvSpPr/>
            <p:nvPr/>
          </p:nvSpPr>
          <p:spPr>
            <a:xfrm flipV="1">
              <a:off x="7025780" y="51434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8" name="Picture 87" descr="e3x4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34445" y="4921558"/>
            <a:ext cx="920520" cy="460260"/>
          </a:xfrm>
          <a:prstGeom prst="rect">
            <a:avLst/>
          </a:prstGeom>
        </p:spPr>
      </p:pic>
      <p:pic>
        <p:nvPicPr>
          <p:cNvPr id="89" name="Picture 88" descr="e8x2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58314" y="4827919"/>
            <a:ext cx="349162" cy="260285"/>
          </a:xfrm>
          <a:prstGeom prst="rect">
            <a:avLst/>
          </a:prstGeom>
        </p:spPr>
      </p:pic>
      <p:grpSp>
        <p:nvGrpSpPr>
          <p:cNvPr id="93" name="Group 92"/>
          <p:cNvGrpSpPr/>
          <p:nvPr/>
        </p:nvGrpSpPr>
        <p:grpSpPr>
          <a:xfrm>
            <a:off x="4647216" y="5143473"/>
            <a:ext cx="571357" cy="16430"/>
            <a:chOff x="4647216" y="5143473"/>
            <a:chExt cx="571357" cy="16430"/>
          </a:xfrm>
        </p:grpSpPr>
        <p:sp>
          <p:nvSpPr>
            <p:cNvPr id="90" name="Straight Connector 89"/>
            <p:cNvSpPr/>
            <p:nvPr/>
          </p:nvSpPr>
          <p:spPr>
            <a:xfrm>
              <a:off x="4647216" y="5151688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Straight Connector 90"/>
            <p:cNvSpPr/>
            <p:nvPr/>
          </p:nvSpPr>
          <p:spPr>
            <a:xfrm>
              <a:off x="5187913" y="51516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Straight Connector 91"/>
            <p:cNvSpPr/>
            <p:nvPr/>
          </p:nvSpPr>
          <p:spPr>
            <a:xfrm flipV="1">
              <a:off x="5187913" y="51434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4" name="Picture 93" descr="e2x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0825" y="4946952"/>
            <a:ext cx="920520" cy="409472"/>
          </a:xfrm>
          <a:prstGeom prst="rect">
            <a:avLst/>
          </a:prstGeom>
        </p:spPr>
      </p:pic>
      <p:pic>
        <p:nvPicPr>
          <p:cNvPr id="95" name="Picture 94" descr="e3x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4693" y="4926319"/>
            <a:ext cx="349162" cy="161884"/>
          </a:xfrm>
          <a:prstGeom prst="rect">
            <a:avLst/>
          </a:prstGeom>
        </p:spPr>
      </p:pic>
      <p:grpSp>
        <p:nvGrpSpPr>
          <p:cNvPr id="99" name="Group 98"/>
          <p:cNvGrpSpPr/>
          <p:nvPr/>
        </p:nvGrpSpPr>
        <p:grpSpPr>
          <a:xfrm>
            <a:off x="3123596" y="5143473"/>
            <a:ext cx="571357" cy="16430"/>
            <a:chOff x="3123596" y="5143473"/>
            <a:chExt cx="571357" cy="16430"/>
          </a:xfrm>
        </p:grpSpPr>
        <p:sp>
          <p:nvSpPr>
            <p:cNvPr id="96" name="Straight Connector 95"/>
            <p:cNvSpPr/>
            <p:nvPr/>
          </p:nvSpPr>
          <p:spPr>
            <a:xfrm>
              <a:off x="3123596" y="5151688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Straight Connector 96"/>
            <p:cNvSpPr/>
            <p:nvPr/>
          </p:nvSpPr>
          <p:spPr>
            <a:xfrm>
              <a:off x="3664293" y="51516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Straight Connector 97"/>
            <p:cNvSpPr/>
            <p:nvPr/>
          </p:nvSpPr>
          <p:spPr>
            <a:xfrm flipV="1">
              <a:off x="3664293" y="51434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0" name="Picture 99" descr="e1x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7204" y="4902513"/>
            <a:ext cx="920520" cy="498350"/>
          </a:xfrm>
          <a:prstGeom prst="rect">
            <a:avLst/>
          </a:prstGeom>
        </p:spPr>
      </p:pic>
      <p:pic>
        <p:nvPicPr>
          <p:cNvPr id="101" name="Picture 100" descr="e1x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5394" y="4615247"/>
            <a:ext cx="634841" cy="472957"/>
          </a:xfrm>
          <a:prstGeom prst="rect">
            <a:avLst/>
          </a:prstGeom>
        </p:spPr>
      </p:pic>
      <p:grpSp>
        <p:nvGrpSpPr>
          <p:cNvPr id="105" name="Group 104"/>
          <p:cNvGrpSpPr/>
          <p:nvPr/>
        </p:nvGrpSpPr>
        <p:grpSpPr>
          <a:xfrm>
            <a:off x="1285729" y="5143473"/>
            <a:ext cx="914172" cy="16430"/>
            <a:chOff x="1285729" y="5143473"/>
            <a:chExt cx="914172" cy="16430"/>
          </a:xfrm>
        </p:grpSpPr>
        <p:sp>
          <p:nvSpPr>
            <p:cNvPr id="102" name="Straight Connector 101"/>
            <p:cNvSpPr/>
            <p:nvPr/>
          </p:nvSpPr>
          <p:spPr>
            <a:xfrm>
              <a:off x="1285729" y="5151688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Straight Connector 102"/>
            <p:cNvSpPr/>
            <p:nvPr/>
          </p:nvSpPr>
          <p:spPr>
            <a:xfrm>
              <a:off x="2169241" y="51516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Straight Connector 103"/>
            <p:cNvSpPr/>
            <p:nvPr/>
          </p:nvSpPr>
          <p:spPr>
            <a:xfrm flipV="1">
              <a:off x="2169241" y="51434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6" name="Picture 105" descr="e1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7905" y="4858074"/>
            <a:ext cx="920520" cy="587228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504874" y="4399351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Route90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04874" y="4399351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009" y="2039376"/>
            <a:ext cx="920520" cy="504699"/>
          </a:xfrm>
          <a:prstGeom prst="rect">
            <a:avLst/>
          </a:prstGeom>
        </p:spPr>
      </p:pic>
      <p:pic>
        <p:nvPicPr>
          <p:cNvPr id="3" name="Picture 2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199" y="162831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2351533" y="2283511"/>
            <a:ext cx="914172" cy="16430"/>
            <a:chOff x="2351533" y="228351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2351533" y="229172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3235045" y="229172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3235045" y="228351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710" y="2080641"/>
            <a:ext cx="920520" cy="422169"/>
          </a:xfrm>
          <a:prstGeom prst="rect">
            <a:avLst/>
          </a:prstGeom>
        </p:spPr>
      </p:pic>
      <p:pic>
        <p:nvPicPr>
          <p:cNvPr id="9" name="Picture 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900" y="1694975"/>
            <a:ext cx="634841" cy="533267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542234" y="2283511"/>
            <a:ext cx="914172" cy="16430"/>
            <a:chOff x="542234" y="2283511"/>
            <a:chExt cx="914172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542234" y="229172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1425746" y="229172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1425746" y="228351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6081" y="734777"/>
            <a:ext cx="920520" cy="485653"/>
          </a:xfrm>
          <a:prstGeom prst="rect">
            <a:avLst/>
          </a:prstGeom>
        </p:spPr>
      </p:pic>
      <p:pic>
        <p:nvPicPr>
          <p:cNvPr id="15" name="Picture 14" descr="e2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714144"/>
            <a:ext cx="288853" cy="199975"/>
          </a:xfrm>
          <a:prstGeom prst="rect">
            <a:avLst/>
          </a:prstGeom>
        </p:spPr>
      </p:pic>
      <p:pic>
        <p:nvPicPr>
          <p:cNvPr id="16" name="Picture 15" descr="e2x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4271" y="447511"/>
            <a:ext cx="634841" cy="466608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6107035" y="969388"/>
            <a:ext cx="1336976" cy="16430"/>
            <a:chOff x="6107035" y="969388"/>
            <a:chExt cx="1336976" cy="16430"/>
          </a:xfrm>
        </p:grpSpPr>
        <p:sp>
          <p:nvSpPr>
            <p:cNvPr id="17" name="Straight Connector 16"/>
            <p:cNvSpPr/>
            <p:nvPr/>
          </p:nvSpPr>
          <p:spPr>
            <a:xfrm>
              <a:off x="6107035" y="977603"/>
              <a:ext cx="133697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>
              <a:off x="7413351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Straight Connector 18"/>
            <p:cNvSpPr/>
            <p:nvPr/>
          </p:nvSpPr>
          <p:spPr>
            <a:xfrm flipV="1">
              <a:off x="7413351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1" name="Picture 20" descr="e3x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4445" y="747473"/>
            <a:ext cx="920520" cy="460260"/>
          </a:xfrm>
          <a:prstGeom prst="rect">
            <a:avLst/>
          </a:prstGeom>
        </p:spPr>
      </p:pic>
      <p:pic>
        <p:nvPicPr>
          <p:cNvPr id="22" name="Picture 21" descr="e3x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8314" y="599873"/>
            <a:ext cx="349162" cy="314246"/>
          </a:xfrm>
          <a:prstGeom prst="rect">
            <a:avLst/>
          </a:prstGeom>
        </p:spPr>
      </p:pic>
      <p:grpSp>
        <p:nvGrpSpPr>
          <p:cNvPr id="26" name="Group 25"/>
          <p:cNvGrpSpPr/>
          <p:nvPr/>
        </p:nvGrpSpPr>
        <p:grpSpPr>
          <a:xfrm>
            <a:off x="4647216" y="969388"/>
            <a:ext cx="571357" cy="16430"/>
            <a:chOff x="4647216" y="969388"/>
            <a:chExt cx="571357" cy="16430"/>
          </a:xfrm>
        </p:grpSpPr>
        <p:sp>
          <p:nvSpPr>
            <p:cNvPr id="23" name="Straight Connector 22"/>
            <p:cNvSpPr/>
            <p:nvPr/>
          </p:nvSpPr>
          <p:spPr>
            <a:xfrm>
              <a:off x="464721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>
              <a:off x="518791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Straight Connector 24"/>
            <p:cNvSpPr/>
            <p:nvPr/>
          </p:nvSpPr>
          <p:spPr>
            <a:xfrm flipV="1">
              <a:off x="518791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7" name="Picture 26" descr="e2x4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10825" y="772867"/>
            <a:ext cx="920520" cy="409472"/>
          </a:xfrm>
          <a:prstGeom prst="rect">
            <a:avLst/>
          </a:prstGeom>
        </p:spPr>
      </p:pic>
      <p:pic>
        <p:nvPicPr>
          <p:cNvPr id="28" name="Picture 27" descr="e3x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34693" y="752235"/>
            <a:ext cx="349162" cy="161884"/>
          </a:xfrm>
          <a:prstGeom prst="rect">
            <a:avLst/>
          </a:prstGeom>
        </p:spPr>
      </p:pic>
      <p:grpSp>
        <p:nvGrpSpPr>
          <p:cNvPr id="32" name="Group 31"/>
          <p:cNvGrpSpPr/>
          <p:nvPr/>
        </p:nvGrpSpPr>
        <p:grpSpPr>
          <a:xfrm>
            <a:off x="3123596" y="969388"/>
            <a:ext cx="571357" cy="16430"/>
            <a:chOff x="3123596" y="969388"/>
            <a:chExt cx="571357" cy="16430"/>
          </a:xfrm>
        </p:grpSpPr>
        <p:sp>
          <p:nvSpPr>
            <p:cNvPr id="29" name="Straight Connector 28"/>
            <p:cNvSpPr/>
            <p:nvPr/>
          </p:nvSpPr>
          <p:spPr>
            <a:xfrm>
              <a:off x="312359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>
              <a:off x="366429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Straight Connector 30"/>
            <p:cNvSpPr/>
            <p:nvPr/>
          </p:nvSpPr>
          <p:spPr>
            <a:xfrm flipV="1">
              <a:off x="366429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3" name="Picture 32" descr="e1x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87204" y="728428"/>
            <a:ext cx="920520" cy="498350"/>
          </a:xfrm>
          <a:prstGeom prst="rect">
            <a:avLst/>
          </a:prstGeom>
        </p:spPr>
      </p:pic>
      <p:pic>
        <p:nvPicPr>
          <p:cNvPr id="34" name="Picture 33" descr="e1x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25394" y="441162"/>
            <a:ext cx="634841" cy="472957"/>
          </a:xfrm>
          <a:prstGeom prst="rect">
            <a:avLst/>
          </a:prstGeom>
        </p:spPr>
      </p:pic>
      <p:grpSp>
        <p:nvGrpSpPr>
          <p:cNvPr id="38" name="Group 37"/>
          <p:cNvGrpSpPr/>
          <p:nvPr/>
        </p:nvGrpSpPr>
        <p:grpSpPr>
          <a:xfrm>
            <a:off x="1285729" y="969388"/>
            <a:ext cx="914172" cy="16430"/>
            <a:chOff x="1285729" y="969388"/>
            <a:chExt cx="914172" cy="16430"/>
          </a:xfrm>
        </p:grpSpPr>
        <p:sp>
          <p:nvSpPr>
            <p:cNvPr id="35" name="Straight Connector 34"/>
            <p:cNvSpPr/>
            <p:nvPr/>
          </p:nvSpPr>
          <p:spPr>
            <a:xfrm>
              <a:off x="128572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>
              <a:off x="2169241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Straight Connector 36"/>
            <p:cNvSpPr/>
            <p:nvPr/>
          </p:nvSpPr>
          <p:spPr>
            <a:xfrm flipV="1">
              <a:off x="2169241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9" name="Picture 38" descr="e1x1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7905" y="683989"/>
            <a:ext cx="920520" cy="58722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2" name="Picture 4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4648576"/>
            <a:ext cx="920520" cy="504699"/>
          </a:xfrm>
          <a:prstGeom prst="rect">
            <a:avLst/>
          </a:prstGeom>
        </p:spPr>
      </p:pic>
      <p:pic>
        <p:nvPicPr>
          <p:cNvPr id="43" name="Picture 42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4237516"/>
            <a:ext cx="634841" cy="599925"/>
          </a:xfrm>
          <a:prstGeom prst="rect">
            <a:avLst/>
          </a:prstGeom>
        </p:spPr>
      </p:pic>
      <p:grpSp>
        <p:nvGrpSpPr>
          <p:cNvPr id="47" name="Group 46"/>
          <p:cNvGrpSpPr/>
          <p:nvPr/>
        </p:nvGrpSpPr>
        <p:grpSpPr>
          <a:xfrm>
            <a:off x="1526239" y="4892710"/>
            <a:ext cx="914172" cy="16431"/>
            <a:chOff x="1526239" y="4892710"/>
            <a:chExt cx="914172" cy="16431"/>
          </a:xfrm>
        </p:grpSpPr>
        <p:sp>
          <p:nvSpPr>
            <p:cNvPr id="44" name="Straight Connector 43"/>
            <p:cNvSpPr/>
            <p:nvPr/>
          </p:nvSpPr>
          <p:spPr>
            <a:xfrm>
              <a:off x="1526239" y="490092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>
              <a:off x="2409751" y="490092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Straight Connector 45"/>
            <p:cNvSpPr/>
            <p:nvPr/>
          </p:nvSpPr>
          <p:spPr>
            <a:xfrm flipV="1">
              <a:off x="2409751" y="489271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8" name="Picture 47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4689841"/>
            <a:ext cx="920520" cy="422169"/>
          </a:xfrm>
          <a:prstGeom prst="rect">
            <a:avLst/>
          </a:prstGeom>
        </p:spPr>
      </p:pic>
      <p:pic>
        <p:nvPicPr>
          <p:cNvPr id="49" name="Picture 48" descr="e3x1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91233" y="3361434"/>
            <a:ext cx="238065" cy="161884"/>
          </a:xfrm>
          <a:prstGeom prst="rect">
            <a:avLst/>
          </a:prstGeom>
        </p:spPr>
      </p:pic>
      <p:grpSp>
        <p:nvGrpSpPr>
          <p:cNvPr id="53" name="Group 52"/>
          <p:cNvGrpSpPr/>
          <p:nvPr/>
        </p:nvGrpSpPr>
        <p:grpSpPr>
          <a:xfrm>
            <a:off x="7991245" y="3578588"/>
            <a:ext cx="438041" cy="16430"/>
            <a:chOff x="7991245" y="3578588"/>
            <a:chExt cx="438041" cy="16430"/>
          </a:xfrm>
        </p:grpSpPr>
        <p:sp>
          <p:nvSpPr>
            <p:cNvPr id="50" name="Straight Connector 49"/>
            <p:cNvSpPr/>
            <p:nvPr/>
          </p:nvSpPr>
          <p:spPr>
            <a:xfrm>
              <a:off x="7991245" y="3586803"/>
              <a:ext cx="438040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>
              <a:off x="8398626" y="35868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Straight Connector 51"/>
            <p:cNvSpPr/>
            <p:nvPr/>
          </p:nvSpPr>
          <p:spPr>
            <a:xfrm flipV="1">
              <a:off x="8398626" y="35785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4" name="Picture 5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3343976"/>
            <a:ext cx="920520" cy="485653"/>
          </a:xfrm>
          <a:prstGeom prst="rect">
            <a:avLst/>
          </a:prstGeom>
        </p:spPr>
      </p:pic>
      <p:pic>
        <p:nvPicPr>
          <p:cNvPr id="55" name="Picture 54" descr="e2x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34" y="3056710"/>
            <a:ext cx="634841" cy="466608"/>
          </a:xfrm>
          <a:prstGeom prst="rect">
            <a:avLst/>
          </a:prstGeom>
        </p:spPr>
      </p:pic>
      <p:grpSp>
        <p:nvGrpSpPr>
          <p:cNvPr id="59" name="Group 58"/>
          <p:cNvGrpSpPr/>
          <p:nvPr/>
        </p:nvGrpSpPr>
        <p:grpSpPr>
          <a:xfrm>
            <a:off x="6142269" y="3578588"/>
            <a:ext cx="914172" cy="16430"/>
            <a:chOff x="6142269" y="3578588"/>
            <a:chExt cx="914172" cy="16430"/>
          </a:xfrm>
        </p:grpSpPr>
        <p:sp>
          <p:nvSpPr>
            <p:cNvPr id="56" name="Straight Connector 55"/>
            <p:cNvSpPr/>
            <p:nvPr/>
          </p:nvSpPr>
          <p:spPr>
            <a:xfrm>
              <a:off x="6142269" y="35868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>
              <a:off x="7025780" y="35868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Straight Connector 57"/>
            <p:cNvSpPr/>
            <p:nvPr/>
          </p:nvSpPr>
          <p:spPr>
            <a:xfrm flipV="1">
              <a:off x="7025780" y="35785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0" name="Picture 59" descr="e3x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4445" y="3356673"/>
            <a:ext cx="920520" cy="460260"/>
          </a:xfrm>
          <a:prstGeom prst="rect">
            <a:avLst/>
          </a:prstGeom>
        </p:spPr>
      </p:pic>
      <p:pic>
        <p:nvPicPr>
          <p:cNvPr id="61" name="Picture 60" descr="e8x2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58314" y="3263034"/>
            <a:ext cx="349162" cy="260285"/>
          </a:xfrm>
          <a:prstGeom prst="rect">
            <a:avLst/>
          </a:prstGeom>
        </p:spPr>
      </p:pic>
      <p:grpSp>
        <p:nvGrpSpPr>
          <p:cNvPr id="65" name="Group 64"/>
          <p:cNvGrpSpPr/>
          <p:nvPr/>
        </p:nvGrpSpPr>
        <p:grpSpPr>
          <a:xfrm>
            <a:off x="4647216" y="3578588"/>
            <a:ext cx="571357" cy="16430"/>
            <a:chOff x="4647216" y="3578588"/>
            <a:chExt cx="571357" cy="16430"/>
          </a:xfrm>
        </p:grpSpPr>
        <p:sp>
          <p:nvSpPr>
            <p:cNvPr id="62" name="Straight Connector 61"/>
            <p:cNvSpPr/>
            <p:nvPr/>
          </p:nvSpPr>
          <p:spPr>
            <a:xfrm>
              <a:off x="4647216" y="35868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>
              <a:off x="5187913" y="35868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Straight Connector 63"/>
            <p:cNvSpPr/>
            <p:nvPr/>
          </p:nvSpPr>
          <p:spPr>
            <a:xfrm flipV="1">
              <a:off x="5187913" y="35785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6" name="Picture 65" descr="e2x4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10825" y="3382067"/>
            <a:ext cx="920520" cy="409472"/>
          </a:xfrm>
          <a:prstGeom prst="rect">
            <a:avLst/>
          </a:prstGeom>
        </p:spPr>
      </p:pic>
      <p:pic>
        <p:nvPicPr>
          <p:cNvPr id="67" name="Picture 66" descr="e3x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34693" y="3361434"/>
            <a:ext cx="349162" cy="161884"/>
          </a:xfrm>
          <a:prstGeom prst="rect">
            <a:avLst/>
          </a:prstGeom>
        </p:spPr>
      </p:pic>
      <p:grpSp>
        <p:nvGrpSpPr>
          <p:cNvPr id="71" name="Group 70"/>
          <p:cNvGrpSpPr/>
          <p:nvPr/>
        </p:nvGrpSpPr>
        <p:grpSpPr>
          <a:xfrm>
            <a:off x="3123596" y="3578588"/>
            <a:ext cx="571357" cy="16430"/>
            <a:chOff x="3123596" y="3578588"/>
            <a:chExt cx="571357" cy="16430"/>
          </a:xfrm>
        </p:grpSpPr>
        <p:sp>
          <p:nvSpPr>
            <p:cNvPr id="68" name="Straight Connector 67"/>
            <p:cNvSpPr/>
            <p:nvPr/>
          </p:nvSpPr>
          <p:spPr>
            <a:xfrm>
              <a:off x="3123596" y="35868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>
              <a:off x="3664293" y="35868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Straight Connector 69"/>
            <p:cNvSpPr/>
            <p:nvPr/>
          </p:nvSpPr>
          <p:spPr>
            <a:xfrm flipV="1">
              <a:off x="3664293" y="35785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2" name="Picture 71" descr="e1x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87204" y="3337628"/>
            <a:ext cx="920520" cy="498350"/>
          </a:xfrm>
          <a:prstGeom prst="rect">
            <a:avLst/>
          </a:prstGeom>
        </p:spPr>
      </p:pic>
      <p:pic>
        <p:nvPicPr>
          <p:cNvPr id="73" name="Picture 72" descr="e1x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25394" y="3050362"/>
            <a:ext cx="634841" cy="472957"/>
          </a:xfrm>
          <a:prstGeom prst="rect">
            <a:avLst/>
          </a:prstGeom>
        </p:spPr>
      </p:pic>
      <p:grpSp>
        <p:nvGrpSpPr>
          <p:cNvPr id="77" name="Group 76"/>
          <p:cNvGrpSpPr/>
          <p:nvPr/>
        </p:nvGrpSpPr>
        <p:grpSpPr>
          <a:xfrm>
            <a:off x="1285729" y="3578588"/>
            <a:ext cx="914172" cy="16430"/>
            <a:chOff x="1285729" y="3578588"/>
            <a:chExt cx="914172" cy="16430"/>
          </a:xfrm>
        </p:grpSpPr>
        <p:sp>
          <p:nvSpPr>
            <p:cNvPr id="74" name="Straight Connector 73"/>
            <p:cNvSpPr/>
            <p:nvPr/>
          </p:nvSpPr>
          <p:spPr>
            <a:xfrm>
              <a:off x="1285729" y="35868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traight Connector 74"/>
            <p:cNvSpPr/>
            <p:nvPr/>
          </p:nvSpPr>
          <p:spPr>
            <a:xfrm>
              <a:off x="2169241" y="35868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Straight Connector 75"/>
            <p:cNvSpPr/>
            <p:nvPr/>
          </p:nvSpPr>
          <p:spPr>
            <a:xfrm flipV="1">
              <a:off x="2169241" y="35785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8" name="Picture 77" descr="e1x1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7905" y="3293189"/>
            <a:ext cx="920520" cy="58722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504874" y="28344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Route92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4874" y="28344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039376"/>
            <a:ext cx="920520" cy="504699"/>
          </a:xfrm>
          <a:prstGeom prst="rect">
            <a:avLst/>
          </a:prstGeom>
        </p:spPr>
      </p:pic>
      <p:pic>
        <p:nvPicPr>
          <p:cNvPr id="3" name="Picture 2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2831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283511"/>
            <a:ext cx="914172" cy="16430"/>
            <a:chOff x="1526239" y="228351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29172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29172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28351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080641"/>
            <a:ext cx="920520" cy="422169"/>
          </a:xfrm>
          <a:prstGeom prst="rect">
            <a:avLst/>
          </a:prstGeom>
        </p:spPr>
      </p:pic>
      <p:pic>
        <p:nvPicPr>
          <p:cNvPr id="9" name="Picture 8" descr="e1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233" y="758583"/>
            <a:ext cx="276156" cy="155536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987436" y="969388"/>
            <a:ext cx="483749" cy="16430"/>
            <a:chOff x="7987436" y="969388"/>
            <a:chExt cx="483749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987436" y="977603"/>
              <a:ext cx="483749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440525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440525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734777"/>
            <a:ext cx="920520" cy="485653"/>
          </a:xfrm>
          <a:prstGeom prst="rect">
            <a:avLst/>
          </a:prstGeom>
        </p:spPr>
      </p:pic>
      <p:pic>
        <p:nvPicPr>
          <p:cNvPr id="15" name="Picture 14" descr="e2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447511"/>
            <a:ext cx="634841" cy="466608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142269" y="969388"/>
            <a:ext cx="914172" cy="16430"/>
            <a:chOff x="6142269" y="969388"/>
            <a:chExt cx="914172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14226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7025780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7025780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747473"/>
            <a:ext cx="920520" cy="460260"/>
          </a:xfrm>
          <a:prstGeom prst="rect">
            <a:avLst/>
          </a:prstGeom>
        </p:spPr>
      </p:pic>
      <p:pic>
        <p:nvPicPr>
          <p:cNvPr id="21" name="Picture 20" descr="e3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599873"/>
            <a:ext cx="349162" cy="314246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47216" y="969388"/>
            <a:ext cx="571357" cy="16430"/>
            <a:chOff x="4647216" y="969388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4721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18791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18791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772867"/>
            <a:ext cx="920520" cy="409472"/>
          </a:xfrm>
          <a:prstGeom prst="rect">
            <a:avLst/>
          </a:prstGeom>
        </p:spPr>
      </p:pic>
      <p:pic>
        <p:nvPicPr>
          <p:cNvPr id="27" name="Picture 26" descr="e3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752235"/>
            <a:ext cx="349162" cy="161884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969388"/>
            <a:ext cx="571357" cy="16430"/>
            <a:chOff x="3123596" y="96938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28428"/>
            <a:ext cx="920520" cy="498350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44116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969388"/>
            <a:ext cx="914172" cy="16430"/>
            <a:chOff x="1285729" y="96938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68398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Route94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1" name="Picture 40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4648576"/>
            <a:ext cx="920520" cy="504699"/>
          </a:xfrm>
          <a:prstGeom prst="rect">
            <a:avLst/>
          </a:prstGeom>
        </p:spPr>
      </p:pic>
      <p:pic>
        <p:nvPicPr>
          <p:cNvPr id="42" name="Picture 41" descr="e4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4237516"/>
            <a:ext cx="634841" cy="599925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1526239" y="4892710"/>
            <a:ext cx="914172" cy="16431"/>
            <a:chOff x="1526239" y="4892710"/>
            <a:chExt cx="914172" cy="16431"/>
          </a:xfrm>
        </p:grpSpPr>
        <p:sp>
          <p:nvSpPr>
            <p:cNvPr id="43" name="Straight Connector 42"/>
            <p:cNvSpPr/>
            <p:nvPr/>
          </p:nvSpPr>
          <p:spPr>
            <a:xfrm>
              <a:off x="1526239" y="490092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2409751" y="490092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2409751" y="489271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3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4689841"/>
            <a:ext cx="920520" cy="422169"/>
          </a:xfrm>
          <a:prstGeom prst="rect">
            <a:avLst/>
          </a:prstGeom>
        </p:spPr>
      </p:pic>
      <p:pic>
        <p:nvPicPr>
          <p:cNvPr id="48" name="Picture 47" descr="e1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5554" y="3367783"/>
            <a:ext cx="276156" cy="155536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7701758" y="3578588"/>
            <a:ext cx="483749" cy="16430"/>
            <a:chOff x="7701758" y="3578588"/>
            <a:chExt cx="483749" cy="16430"/>
          </a:xfrm>
        </p:grpSpPr>
        <p:sp>
          <p:nvSpPr>
            <p:cNvPr id="49" name="Straight Connector 48"/>
            <p:cNvSpPr/>
            <p:nvPr/>
          </p:nvSpPr>
          <p:spPr>
            <a:xfrm>
              <a:off x="7701758" y="3586803"/>
              <a:ext cx="483749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8154846" y="35868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8154846" y="35785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8065" y="3343976"/>
            <a:ext cx="920520" cy="485653"/>
          </a:xfrm>
          <a:prstGeom prst="rect">
            <a:avLst/>
          </a:prstGeom>
        </p:spPr>
      </p:pic>
      <p:pic>
        <p:nvPicPr>
          <p:cNvPr id="54" name="Picture 53" descr="e2x1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1934" y="3405873"/>
            <a:ext cx="349162" cy="117445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6170837" y="3578588"/>
            <a:ext cx="571357" cy="16430"/>
            <a:chOff x="6170837" y="3578588"/>
            <a:chExt cx="571357" cy="16430"/>
          </a:xfrm>
        </p:grpSpPr>
        <p:sp>
          <p:nvSpPr>
            <p:cNvPr id="55" name="Straight Connector 54"/>
            <p:cNvSpPr/>
            <p:nvPr/>
          </p:nvSpPr>
          <p:spPr>
            <a:xfrm>
              <a:off x="6170837" y="35868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6711534" y="35868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6711534" y="35785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3356673"/>
            <a:ext cx="920520" cy="460260"/>
          </a:xfrm>
          <a:prstGeom prst="rect">
            <a:avLst/>
          </a:prstGeom>
        </p:spPr>
      </p:pic>
      <p:pic>
        <p:nvPicPr>
          <p:cNvPr id="60" name="Picture 59" descr="e8x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8314" y="3263034"/>
            <a:ext cx="349162" cy="260285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4647216" y="3578588"/>
            <a:ext cx="571357" cy="16430"/>
            <a:chOff x="4647216" y="3578588"/>
            <a:chExt cx="571357" cy="16430"/>
          </a:xfrm>
        </p:grpSpPr>
        <p:sp>
          <p:nvSpPr>
            <p:cNvPr id="61" name="Straight Connector 60"/>
            <p:cNvSpPr/>
            <p:nvPr/>
          </p:nvSpPr>
          <p:spPr>
            <a:xfrm>
              <a:off x="4647216" y="35868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>
              <a:off x="5187913" y="35868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 flipV="1">
              <a:off x="5187913" y="35785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5" name="Picture 64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3382067"/>
            <a:ext cx="920520" cy="409472"/>
          </a:xfrm>
          <a:prstGeom prst="rect">
            <a:avLst/>
          </a:prstGeom>
        </p:spPr>
      </p:pic>
      <p:pic>
        <p:nvPicPr>
          <p:cNvPr id="66" name="Picture 65" descr="e3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3361434"/>
            <a:ext cx="349162" cy="161884"/>
          </a:xfrm>
          <a:prstGeom prst="rect">
            <a:avLst/>
          </a:prstGeom>
        </p:spPr>
      </p:pic>
      <p:grpSp>
        <p:nvGrpSpPr>
          <p:cNvPr id="70" name="Group 69"/>
          <p:cNvGrpSpPr/>
          <p:nvPr/>
        </p:nvGrpSpPr>
        <p:grpSpPr>
          <a:xfrm>
            <a:off x="3123596" y="3578588"/>
            <a:ext cx="571357" cy="16430"/>
            <a:chOff x="3123596" y="3578588"/>
            <a:chExt cx="571357" cy="16430"/>
          </a:xfrm>
        </p:grpSpPr>
        <p:sp>
          <p:nvSpPr>
            <p:cNvPr id="67" name="Straight Connector 66"/>
            <p:cNvSpPr/>
            <p:nvPr/>
          </p:nvSpPr>
          <p:spPr>
            <a:xfrm>
              <a:off x="3123596" y="35868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aight Connector 67"/>
            <p:cNvSpPr/>
            <p:nvPr/>
          </p:nvSpPr>
          <p:spPr>
            <a:xfrm>
              <a:off x="3664293" y="35868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 flipV="1">
              <a:off x="3664293" y="35785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1" name="Picture 70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3337628"/>
            <a:ext cx="920520" cy="498350"/>
          </a:xfrm>
          <a:prstGeom prst="rect">
            <a:avLst/>
          </a:prstGeom>
        </p:spPr>
      </p:pic>
      <p:pic>
        <p:nvPicPr>
          <p:cNvPr id="72" name="Picture 71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3050362"/>
            <a:ext cx="634841" cy="472957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1285729" y="3578588"/>
            <a:ext cx="914172" cy="16430"/>
            <a:chOff x="1285729" y="3578588"/>
            <a:chExt cx="914172" cy="16430"/>
          </a:xfrm>
        </p:grpSpPr>
        <p:sp>
          <p:nvSpPr>
            <p:cNvPr id="73" name="Straight Connector 72"/>
            <p:cNvSpPr/>
            <p:nvPr/>
          </p:nvSpPr>
          <p:spPr>
            <a:xfrm>
              <a:off x="1285729" y="35868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>
              <a:off x="2169241" y="35868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traight Connector 74"/>
            <p:cNvSpPr/>
            <p:nvPr/>
          </p:nvSpPr>
          <p:spPr>
            <a:xfrm flipV="1">
              <a:off x="2169241" y="35785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7" name="Picture 76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3293189"/>
            <a:ext cx="920520" cy="58722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04874" y="28344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Route95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4874" y="28344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