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0689336" cy="7562088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Relationship Id="rId4" Type="http://schemas.openxmlformats.org/officeDocument/2006/relationships/image" Target="../media/image3.jpg"/><Relationship Id="rId5" Type="http://schemas.openxmlformats.org/officeDocument/2006/relationships/image" Target="../media/image4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77905" y="-79557"/>
            <a:ext cx="23328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>
                <a:latin typeface="Times-Bold"/>
              </a:rPr>
              <a:t>H165301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77905" y="-79557"/>
            <a:ext cx="2332800" cy="64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  <p:pic>
        <p:nvPicPr>
          <p:cNvPr id="4" name="Picture 3" descr="hea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5779" y="4144239"/>
            <a:ext cx="3682082" cy="234891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146912" y="7027521"/>
            <a:ext cx="5184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>
                <a:latin typeface="Times-Bold"/>
              </a:rPr>
              <a:t>O=c1nc(-c2ccccc2O)oc2ccccc12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146912" y="7027521"/>
            <a:ext cx="5184000" cy="43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3571698" y="225216"/>
            <a:ext cx="41472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>
                <a:latin typeface="Times-Bold"/>
              </a:rPr>
              <a:t>Reaction route summary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71698" y="225216"/>
            <a:ext cx="4147200" cy="43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74227" y="590885"/>
            <a:ext cx="19008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>
                <a:latin typeface="Times-Bold"/>
              </a:rPr>
              <a:t>route #id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74227" y="590885"/>
            <a:ext cx="1900800" cy="43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2301986" y="590885"/>
            <a:ext cx="19008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>
                <a:latin typeface="Times-Bold"/>
              </a:rPr>
              <a:t>reactions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01986" y="590885"/>
            <a:ext cx="1900800" cy="43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2301986" y="956554"/>
            <a:ext cx="5184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>
                <a:latin typeface="Times-Bold"/>
              </a:rPr>
              <a:t>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01986" y="956554"/>
            <a:ext cx="518400" cy="43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8074227" y="956554"/>
            <a:ext cx="5184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>
                <a:latin typeface="Times-Bold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74227" y="956554"/>
            <a:ext cx="518400" cy="43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2301986" y="1566002"/>
            <a:ext cx="46656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>
                <a:latin typeface="Times-Bold"/>
              </a:rPr>
              <a:t>1 routes over 100 queries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01986" y="1566002"/>
            <a:ext cx="4665600" cy="43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2301986" y="2084083"/>
            <a:ext cx="3456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latin typeface="Times-Bold"/>
              </a:rPr>
              <a:t>Routes start at similarity of 0.92(1),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301986" y="2084083"/>
            <a:ext cx="3456000" cy="21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ea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53863" y="499885"/>
            <a:ext cx="920520" cy="587228"/>
          </a:xfrm>
          <a:prstGeom prst="rect">
            <a:avLst/>
          </a:prstGeom>
        </p:spPr>
      </p:pic>
      <p:pic>
        <p:nvPicPr>
          <p:cNvPr id="3" name="Picture 2" descr="e1x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25394" y="530040"/>
            <a:ext cx="288853" cy="199975"/>
          </a:xfrm>
          <a:prstGeom prst="rect">
            <a:avLst/>
          </a:prstGeom>
        </p:spPr>
      </p:pic>
      <p:pic>
        <p:nvPicPr>
          <p:cNvPr id="4" name="Picture 3" descr="e1x3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77731" y="441162"/>
            <a:ext cx="349162" cy="288853"/>
          </a:xfrm>
          <a:prstGeom prst="rect">
            <a:avLst/>
          </a:prstGeom>
        </p:spPr>
      </p:pic>
      <p:grpSp>
        <p:nvGrpSpPr>
          <p:cNvPr id="8" name="Group 7"/>
          <p:cNvGrpSpPr/>
          <p:nvPr/>
        </p:nvGrpSpPr>
        <p:grpSpPr>
          <a:xfrm>
            <a:off x="1279063" y="785284"/>
            <a:ext cx="994162" cy="16430"/>
            <a:chOff x="1279063" y="785284"/>
            <a:chExt cx="994162" cy="16430"/>
          </a:xfrm>
        </p:grpSpPr>
        <p:sp>
          <p:nvSpPr>
            <p:cNvPr id="5" name="Straight Connector 4"/>
            <p:cNvSpPr/>
            <p:nvPr/>
          </p:nvSpPr>
          <p:spPr>
            <a:xfrm>
              <a:off x="1279063" y="793499"/>
              <a:ext cx="994162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Straight Connector 5"/>
            <p:cNvSpPr/>
            <p:nvPr/>
          </p:nvSpPr>
          <p:spPr>
            <a:xfrm>
              <a:off x="2242565" y="793499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Straight Connector 6"/>
            <p:cNvSpPr/>
            <p:nvPr/>
          </p:nvSpPr>
          <p:spPr>
            <a:xfrm flipV="1">
              <a:off x="2242565" y="785284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pic>
        <p:nvPicPr>
          <p:cNvPr id="9" name="Picture 8" descr="e1x2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7905" y="512582"/>
            <a:ext cx="920520" cy="56183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04874" y="225266"/>
            <a:ext cx="6912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latin typeface="Times-Bold"/>
              </a:rPr>
              <a:t>Route1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4874" y="225266"/>
            <a:ext cx="691200" cy="21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